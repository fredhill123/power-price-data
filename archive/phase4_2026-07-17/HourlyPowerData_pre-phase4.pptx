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</p:sldMasterIdLst>
  <p:notesMasterIdLst>
    <p:notesMasterId r:id="rId27"/>
  </p:notesMasterIdLst>
  <p:handoutMasterIdLst>
    <p:handoutMasterId r:id="rId28"/>
  </p:handoutMasterIdLst>
  <p:sldIdLst>
    <p:sldId id="256" r:id="rId26"/>
    <p:sldId id="257" r:id="rId25"/>
    <p:sldId id="258" r:id="rId24"/>
    <p:sldId id="259" r:id="rId23"/>
    <p:sldId id="260" r:id="rId22"/>
    <p:sldId id="261" r:id="rId21"/>
    <p:sldId id="262" r:id="rId20"/>
  </p:sldIdLst>
  <p:sldSz cx="9906000" cy="6858000" type="A4"/>
  <p:notesSz cx="7099300" cy="10234613"/>
  <p:embeddedFontLst>
    <p:embeddedFont>
      <p:font typeface="Calluna" panose="00000500000000000000" pitchFamily="2" charset="0"/>
      <p:regular r:id="rId29"/>
      <p:bold r:id="rId30"/>
      <p:italic r:id="rId31"/>
      <p:boldItalic r:id="rId32"/>
    </p:embeddedFont>
    <p:embeddedFont>
      <p:font typeface="Calluna Lght" panose="00000400000000000000" pitchFamily="2" charset="0"/>
      <p:regular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F0ECE9"/>
    <a:srgbClr val="D4D1CB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6247" autoAdjust="0"/>
  </p:normalViewPr>
  <p:slideViewPr>
    <p:cSldViewPr snapToGrid="0" showGuides="1">
      <p:cViewPr varScale="1">
        <p:scale>
          <a:sx n="159" d="100"/>
          <a:sy n="159" d="100"/>
        </p:scale>
        <p:origin x="14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32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Fig1_PriceSD!$A$2:$A$8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Fig1_PriceSD!$B$2:$B$8</c:f>
              <c:numCache>
                <c:formatCode>General</c:formatCode>
                <c:ptCount val="7"/>
                <c:pt idx="0">
                  <c:v>15.52</c:v>
                </c:pt>
                <c:pt idx="1">
                  <c:v>17.5</c:v>
                </c:pt>
                <c:pt idx="2">
                  <c:v>73.680000000000007</c:v>
                </c:pt>
                <c:pt idx="3">
                  <c:v>142.82</c:v>
                </c:pt>
                <c:pt idx="4">
                  <c:v>47.58</c:v>
                </c:pt>
                <c:pt idx="5">
                  <c:v>52.73</c:v>
                </c:pt>
                <c:pt idx="6">
                  <c:v>52.09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B-4255-A6F9-BCCF10782647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Fig1_PriceSD!$A$2:$A$8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Fig1_PriceSD!$C$2:$C$8</c:f>
              <c:numCache>
                <c:formatCode>General</c:formatCode>
                <c:ptCount val="7"/>
                <c:pt idx="0">
                  <c:v>10.88</c:v>
                </c:pt>
                <c:pt idx="1">
                  <c:v>11.42</c:v>
                </c:pt>
                <c:pt idx="2">
                  <c:v>74.709999999999994</c:v>
                </c:pt>
                <c:pt idx="3">
                  <c:v>69.459999999999994</c:v>
                </c:pt>
                <c:pt idx="4">
                  <c:v>41.34</c:v>
                </c:pt>
                <c:pt idx="5">
                  <c:v>45.94</c:v>
                </c:pt>
                <c:pt idx="6">
                  <c:v>47.61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B-4255-A6F9-BCCF10782647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Fig1_PriceSD!$A$2:$A$8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Fig1_PriceSD!$D$2:$D$8</c:f>
              <c:numCache>
                <c:formatCode>General</c:formatCode>
                <c:ptCount val="7"/>
                <c:pt idx="0">
                  <c:v>10.81</c:v>
                </c:pt>
                <c:pt idx="1">
                  <c:v>11.26</c:v>
                </c:pt>
                <c:pt idx="2">
                  <c:v>74.7</c:v>
                </c:pt>
                <c:pt idx="3">
                  <c:v>69.13</c:v>
                </c:pt>
                <c:pt idx="4">
                  <c:v>39.93</c:v>
                </c:pt>
                <c:pt idx="5">
                  <c:v>45.57</c:v>
                </c:pt>
                <c:pt idx="6">
                  <c:v>46.44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B-4255-A6F9-BCCF10782647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Fig1_PriceSD!$A$2:$A$8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Fig1_PriceSD!$E$2:$E$8</c:f>
              <c:numCache>
                <c:formatCode>General</c:formatCode>
                <c:ptCount val="7"/>
                <c:pt idx="0">
                  <c:v>14.02</c:v>
                </c:pt>
                <c:pt idx="1">
                  <c:v>16.11</c:v>
                </c:pt>
                <c:pt idx="2">
                  <c:v>84.31</c:v>
                </c:pt>
                <c:pt idx="3">
                  <c:v>145.84</c:v>
                </c:pt>
                <c:pt idx="4">
                  <c:v>45.53</c:v>
                </c:pt>
                <c:pt idx="5">
                  <c:v>40.659999999999997</c:v>
                </c:pt>
                <c:pt idx="6">
                  <c:v>46.38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B-4255-A6F9-BCCF10782647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Fig1_PriceSD!$A$2:$A$8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Fig1_PriceSD!$F$2:$F$8</c:f>
              <c:numCache>
                <c:formatCode>General</c:formatCode>
                <c:ptCount val="7"/>
                <c:pt idx="0">
                  <c:v>12.67</c:v>
                </c:pt>
                <c:pt idx="1">
                  <c:v>14.63</c:v>
                </c:pt>
                <c:pt idx="2">
                  <c:v>81.08</c:v>
                </c:pt>
                <c:pt idx="3">
                  <c:v>133.15</c:v>
                </c:pt>
                <c:pt idx="4">
                  <c:v>35.590000000000003</c:v>
                </c:pt>
                <c:pt idx="5">
                  <c:v>29.66</c:v>
                </c:pt>
                <c:pt idx="6">
                  <c:v>29.69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1B-4255-A6F9-BCCF107826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Germany</c:v>
          </c:tx>
          <c:spPr>
            <a:solidFill>
              <a:srgbClr val="2E3E80"/>
            </a:solidFill>
            <a:ln>
              <a:noFill/>
            </a:ln>
          </c:spPr>
          <c:invertIfNegative val="1"/>
          <c:cat>
            <c:numRef>
              <c:f>Fig3_NegHours!$A$2:$A$8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Fig3_NegHours!$B$2:$B$8</c:f>
              <c:numCache>
                <c:formatCode>General</c:formatCode>
                <c:ptCount val="7"/>
                <c:pt idx="0">
                  <c:v>211</c:v>
                </c:pt>
                <c:pt idx="1">
                  <c:v>298</c:v>
                </c:pt>
                <c:pt idx="2">
                  <c:v>139</c:v>
                </c:pt>
                <c:pt idx="3">
                  <c:v>70</c:v>
                </c:pt>
                <c:pt idx="4">
                  <c:v>300</c:v>
                </c:pt>
                <c:pt idx="5">
                  <c:v>457</c:v>
                </c:pt>
                <c:pt idx="6">
                  <c:v>576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B9-4944-9DA5-23033AA4BB52}"/>
            </c:ext>
          </c:extLst>
        </c:ser>
        <c:ser>
          <c:idx val="1"/>
          <c:order val="1"/>
          <c:tx>
            <c:v>Spain</c:v>
          </c:tx>
          <c:spPr>
            <a:solidFill>
              <a:srgbClr val="5FA1AD"/>
            </a:solidFill>
            <a:ln>
              <a:noFill/>
            </a:ln>
          </c:spPr>
          <c:invertIfNegative val="1"/>
          <c:cat>
            <c:numRef>
              <c:f>Fig3_NegHours!$A$2:$A$8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Fig3_NegHours!$C$2:$C$8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247</c:v>
                </c:pt>
                <c:pt idx="6">
                  <c:v>556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DB9-4944-9DA5-23033AA4BB52}"/>
            </c:ext>
          </c:extLst>
        </c:ser>
        <c:ser>
          <c:idx val="2"/>
          <c:order val="2"/>
          <c:tx>
            <c:v>Portugal</c:v>
          </c:tx>
          <c:spPr>
            <a:solidFill>
              <a:srgbClr val="ACBFB7"/>
            </a:solidFill>
            <a:ln>
              <a:noFill/>
            </a:ln>
          </c:spPr>
          <c:invertIfNegative val="1"/>
          <c:cat>
            <c:numRef>
              <c:f>Fig3_NegHours!$A$2:$A$8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Fig3_NegHours!$D$2:$D$8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196</c:v>
                </c:pt>
                <c:pt idx="6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DB9-4944-9DA5-23033AA4BB52}"/>
            </c:ext>
          </c:extLst>
        </c:ser>
        <c:ser>
          <c:idx val="3"/>
          <c:order val="3"/>
          <c:tx>
            <c:v>France</c:v>
          </c:tx>
          <c:spPr>
            <a:solidFill>
              <a:srgbClr val="3D664A"/>
            </a:solidFill>
            <a:ln>
              <a:noFill/>
            </a:ln>
          </c:spPr>
          <c:invertIfNegative val="1"/>
          <c:cat>
            <c:numRef>
              <c:f>Fig3_NegHours!$A$2:$A$8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Fig3_NegHours!$E$2:$E$8</c:f>
              <c:numCache>
                <c:formatCode>General</c:formatCode>
                <c:ptCount val="7"/>
                <c:pt idx="0">
                  <c:v>27</c:v>
                </c:pt>
                <c:pt idx="1">
                  <c:v>102</c:v>
                </c:pt>
                <c:pt idx="2">
                  <c:v>64</c:v>
                </c:pt>
                <c:pt idx="3">
                  <c:v>4</c:v>
                </c:pt>
                <c:pt idx="4">
                  <c:v>147</c:v>
                </c:pt>
                <c:pt idx="5">
                  <c:v>352</c:v>
                </c:pt>
                <c:pt idx="6">
                  <c:v>513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DB9-4944-9DA5-23033AA4BB52}"/>
            </c:ext>
          </c:extLst>
        </c:ser>
        <c:ser>
          <c:idx val="4"/>
          <c:order val="4"/>
          <c:tx>
            <c:v>Italy</c:v>
          </c:tx>
          <c:spPr>
            <a:solidFill>
              <a:srgbClr val="CC9F53"/>
            </a:solidFill>
            <a:ln>
              <a:noFill/>
            </a:ln>
          </c:spPr>
          <c:invertIfNegative val="1"/>
          <c:cat>
            <c:numRef>
              <c:f>Fig3_NegHours!$A$2:$A$8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Fig3_NegHours!$F$2:$F$8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9DB9-4944-9DA5-23033AA4B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# hours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2019</c:v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Fig3_CumNeg!$B$2:$B$367</c:f>
              <c:numCache>
                <c:formatCode>General</c:formatCode>
                <c:ptCount val="366"/>
                <c:pt idx="0">
                  <c:v>21</c:v>
                </c:pt>
                <c:pt idx="1">
                  <c:v>27</c:v>
                </c:pt>
                <c:pt idx="2">
                  <c:v>27</c:v>
                </c:pt>
                <c:pt idx="3">
                  <c:v>27</c:v>
                </c:pt>
                <c:pt idx="4">
                  <c:v>27</c:v>
                </c:pt>
                <c:pt idx="5">
                  <c:v>27</c:v>
                </c:pt>
                <c:pt idx="6">
                  <c:v>27</c:v>
                </c:pt>
                <c:pt idx="7">
                  <c:v>27</c:v>
                </c:pt>
                <c:pt idx="8">
                  <c:v>27</c:v>
                </c:pt>
                <c:pt idx="9">
                  <c:v>27</c:v>
                </c:pt>
                <c:pt idx="10">
                  <c:v>27</c:v>
                </c:pt>
                <c:pt idx="11">
                  <c:v>27</c:v>
                </c:pt>
                <c:pt idx="12">
                  <c:v>34</c:v>
                </c:pt>
                <c:pt idx="13">
                  <c:v>38</c:v>
                </c:pt>
                <c:pt idx="14">
                  <c:v>38</c:v>
                </c:pt>
                <c:pt idx="15">
                  <c:v>38</c:v>
                </c:pt>
                <c:pt idx="16">
                  <c:v>38</c:v>
                </c:pt>
                <c:pt idx="17">
                  <c:v>38</c:v>
                </c:pt>
                <c:pt idx="18">
                  <c:v>38</c:v>
                </c:pt>
                <c:pt idx="19">
                  <c:v>38</c:v>
                </c:pt>
                <c:pt idx="20">
                  <c:v>38</c:v>
                </c:pt>
                <c:pt idx="21">
                  <c:v>38</c:v>
                </c:pt>
                <c:pt idx="22">
                  <c:v>38</c:v>
                </c:pt>
                <c:pt idx="23">
                  <c:v>38</c:v>
                </c:pt>
                <c:pt idx="24">
                  <c:v>38</c:v>
                </c:pt>
                <c:pt idx="25">
                  <c:v>38</c:v>
                </c:pt>
                <c:pt idx="26">
                  <c:v>38</c:v>
                </c:pt>
                <c:pt idx="27">
                  <c:v>38</c:v>
                </c:pt>
                <c:pt idx="28">
                  <c:v>38</c:v>
                </c:pt>
                <c:pt idx="29">
                  <c:v>38</c:v>
                </c:pt>
                <c:pt idx="30">
                  <c:v>38</c:v>
                </c:pt>
                <c:pt idx="31">
                  <c:v>38</c:v>
                </c:pt>
                <c:pt idx="32">
                  <c:v>38</c:v>
                </c:pt>
                <c:pt idx="33">
                  <c:v>38</c:v>
                </c:pt>
                <c:pt idx="34">
                  <c:v>38</c:v>
                </c:pt>
                <c:pt idx="35">
                  <c:v>38</c:v>
                </c:pt>
                <c:pt idx="36">
                  <c:v>38</c:v>
                </c:pt>
                <c:pt idx="37">
                  <c:v>38</c:v>
                </c:pt>
                <c:pt idx="38">
                  <c:v>39</c:v>
                </c:pt>
                <c:pt idx="39">
                  <c:v>51</c:v>
                </c:pt>
                <c:pt idx="40">
                  <c:v>52</c:v>
                </c:pt>
                <c:pt idx="41">
                  <c:v>56</c:v>
                </c:pt>
                <c:pt idx="42">
                  <c:v>56</c:v>
                </c:pt>
                <c:pt idx="43">
                  <c:v>56</c:v>
                </c:pt>
                <c:pt idx="44">
                  <c:v>56</c:v>
                </c:pt>
                <c:pt idx="45">
                  <c:v>56</c:v>
                </c:pt>
                <c:pt idx="46">
                  <c:v>56</c:v>
                </c:pt>
                <c:pt idx="47">
                  <c:v>56</c:v>
                </c:pt>
                <c:pt idx="48">
                  <c:v>56</c:v>
                </c:pt>
                <c:pt idx="49">
                  <c:v>56</c:v>
                </c:pt>
                <c:pt idx="50">
                  <c:v>56</c:v>
                </c:pt>
                <c:pt idx="51">
                  <c:v>56</c:v>
                </c:pt>
                <c:pt idx="52">
                  <c:v>56</c:v>
                </c:pt>
                <c:pt idx="53">
                  <c:v>56</c:v>
                </c:pt>
                <c:pt idx="54">
                  <c:v>56</c:v>
                </c:pt>
                <c:pt idx="55">
                  <c:v>56</c:v>
                </c:pt>
                <c:pt idx="56">
                  <c:v>56</c:v>
                </c:pt>
                <c:pt idx="57">
                  <c:v>56</c:v>
                </c:pt>
                <c:pt idx="58">
                  <c:v>56</c:v>
                </c:pt>
                <c:pt idx="59">
                  <c:v>56</c:v>
                </c:pt>
                <c:pt idx="60">
                  <c:v>56</c:v>
                </c:pt>
                <c:pt idx="61">
                  <c:v>64</c:v>
                </c:pt>
                <c:pt idx="62">
                  <c:v>72</c:v>
                </c:pt>
                <c:pt idx="63">
                  <c:v>76</c:v>
                </c:pt>
                <c:pt idx="64">
                  <c:v>76</c:v>
                </c:pt>
                <c:pt idx="65">
                  <c:v>76</c:v>
                </c:pt>
                <c:pt idx="66">
                  <c:v>80</c:v>
                </c:pt>
                <c:pt idx="67">
                  <c:v>92</c:v>
                </c:pt>
                <c:pt idx="68">
                  <c:v>97</c:v>
                </c:pt>
                <c:pt idx="69">
                  <c:v>97</c:v>
                </c:pt>
                <c:pt idx="70">
                  <c:v>98</c:v>
                </c:pt>
                <c:pt idx="71">
                  <c:v>100</c:v>
                </c:pt>
                <c:pt idx="72">
                  <c:v>100</c:v>
                </c:pt>
                <c:pt idx="73">
                  <c:v>102</c:v>
                </c:pt>
                <c:pt idx="74">
                  <c:v>106</c:v>
                </c:pt>
                <c:pt idx="75">
                  <c:v>122</c:v>
                </c:pt>
                <c:pt idx="76">
                  <c:v>122</c:v>
                </c:pt>
                <c:pt idx="77">
                  <c:v>122</c:v>
                </c:pt>
                <c:pt idx="78">
                  <c:v>122</c:v>
                </c:pt>
                <c:pt idx="79">
                  <c:v>122</c:v>
                </c:pt>
                <c:pt idx="80">
                  <c:v>122</c:v>
                </c:pt>
                <c:pt idx="81">
                  <c:v>122</c:v>
                </c:pt>
                <c:pt idx="82">
                  <c:v>122</c:v>
                </c:pt>
                <c:pt idx="83">
                  <c:v>122</c:v>
                </c:pt>
                <c:pt idx="84">
                  <c:v>122</c:v>
                </c:pt>
                <c:pt idx="85">
                  <c:v>122</c:v>
                </c:pt>
                <c:pt idx="86">
                  <c:v>122</c:v>
                </c:pt>
                <c:pt idx="87">
                  <c:v>122</c:v>
                </c:pt>
                <c:pt idx="88">
                  <c:v>122</c:v>
                </c:pt>
                <c:pt idx="89">
                  <c:v>122</c:v>
                </c:pt>
                <c:pt idx="90">
                  <c:v>122</c:v>
                </c:pt>
                <c:pt idx="91">
                  <c:v>122</c:v>
                </c:pt>
                <c:pt idx="92">
                  <c:v>122</c:v>
                </c:pt>
                <c:pt idx="93">
                  <c:v>122</c:v>
                </c:pt>
                <c:pt idx="94">
                  <c:v>122</c:v>
                </c:pt>
                <c:pt idx="95">
                  <c:v>122</c:v>
                </c:pt>
                <c:pt idx="96">
                  <c:v>122</c:v>
                </c:pt>
                <c:pt idx="97">
                  <c:v>122</c:v>
                </c:pt>
                <c:pt idx="98">
                  <c:v>122</c:v>
                </c:pt>
                <c:pt idx="99">
                  <c:v>122</c:v>
                </c:pt>
                <c:pt idx="100">
                  <c:v>122</c:v>
                </c:pt>
                <c:pt idx="101">
                  <c:v>122</c:v>
                </c:pt>
                <c:pt idx="102">
                  <c:v>122</c:v>
                </c:pt>
                <c:pt idx="103">
                  <c:v>122</c:v>
                </c:pt>
                <c:pt idx="104">
                  <c:v>122</c:v>
                </c:pt>
                <c:pt idx="105">
                  <c:v>122</c:v>
                </c:pt>
                <c:pt idx="106">
                  <c:v>122</c:v>
                </c:pt>
                <c:pt idx="107">
                  <c:v>122</c:v>
                </c:pt>
                <c:pt idx="108">
                  <c:v>122</c:v>
                </c:pt>
                <c:pt idx="109">
                  <c:v>122</c:v>
                </c:pt>
                <c:pt idx="110">
                  <c:v>122</c:v>
                </c:pt>
                <c:pt idx="111">
                  <c:v>135</c:v>
                </c:pt>
                <c:pt idx="112">
                  <c:v>143</c:v>
                </c:pt>
                <c:pt idx="113">
                  <c:v>143</c:v>
                </c:pt>
                <c:pt idx="114">
                  <c:v>143</c:v>
                </c:pt>
                <c:pt idx="115">
                  <c:v>143</c:v>
                </c:pt>
                <c:pt idx="116">
                  <c:v>143</c:v>
                </c:pt>
                <c:pt idx="117">
                  <c:v>143</c:v>
                </c:pt>
                <c:pt idx="118">
                  <c:v>143</c:v>
                </c:pt>
                <c:pt idx="119">
                  <c:v>143</c:v>
                </c:pt>
                <c:pt idx="120">
                  <c:v>145</c:v>
                </c:pt>
                <c:pt idx="121">
                  <c:v>145</c:v>
                </c:pt>
                <c:pt idx="122">
                  <c:v>145</c:v>
                </c:pt>
                <c:pt idx="123">
                  <c:v>145</c:v>
                </c:pt>
                <c:pt idx="124">
                  <c:v>145</c:v>
                </c:pt>
                <c:pt idx="125">
                  <c:v>145</c:v>
                </c:pt>
                <c:pt idx="126">
                  <c:v>145</c:v>
                </c:pt>
                <c:pt idx="127">
                  <c:v>145</c:v>
                </c:pt>
                <c:pt idx="128">
                  <c:v>145</c:v>
                </c:pt>
                <c:pt idx="129">
                  <c:v>145</c:v>
                </c:pt>
                <c:pt idx="130">
                  <c:v>145</c:v>
                </c:pt>
                <c:pt idx="131">
                  <c:v>149</c:v>
                </c:pt>
                <c:pt idx="132">
                  <c:v>149</c:v>
                </c:pt>
                <c:pt idx="133">
                  <c:v>149</c:v>
                </c:pt>
                <c:pt idx="134">
                  <c:v>149</c:v>
                </c:pt>
                <c:pt idx="135">
                  <c:v>149</c:v>
                </c:pt>
                <c:pt idx="136">
                  <c:v>149</c:v>
                </c:pt>
                <c:pt idx="137">
                  <c:v>149</c:v>
                </c:pt>
                <c:pt idx="138">
                  <c:v>149</c:v>
                </c:pt>
                <c:pt idx="139">
                  <c:v>149</c:v>
                </c:pt>
                <c:pt idx="140">
                  <c:v>149</c:v>
                </c:pt>
                <c:pt idx="141">
                  <c:v>149</c:v>
                </c:pt>
                <c:pt idx="142">
                  <c:v>149</c:v>
                </c:pt>
                <c:pt idx="143">
                  <c:v>149</c:v>
                </c:pt>
                <c:pt idx="144">
                  <c:v>149</c:v>
                </c:pt>
                <c:pt idx="145">
                  <c:v>152</c:v>
                </c:pt>
                <c:pt idx="146">
                  <c:v>152</c:v>
                </c:pt>
                <c:pt idx="147">
                  <c:v>152</c:v>
                </c:pt>
                <c:pt idx="148">
                  <c:v>152</c:v>
                </c:pt>
                <c:pt idx="149">
                  <c:v>155</c:v>
                </c:pt>
                <c:pt idx="150">
                  <c:v>155</c:v>
                </c:pt>
                <c:pt idx="151">
                  <c:v>155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157</c:v>
                </c:pt>
                <c:pt idx="157">
                  <c:v>159</c:v>
                </c:pt>
                <c:pt idx="158">
                  <c:v>176</c:v>
                </c:pt>
                <c:pt idx="159">
                  <c:v>176</c:v>
                </c:pt>
                <c:pt idx="160">
                  <c:v>176</c:v>
                </c:pt>
                <c:pt idx="161">
                  <c:v>176</c:v>
                </c:pt>
                <c:pt idx="162">
                  <c:v>176</c:v>
                </c:pt>
                <c:pt idx="163">
                  <c:v>176</c:v>
                </c:pt>
                <c:pt idx="164">
                  <c:v>176</c:v>
                </c:pt>
                <c:pt idx="165">
                  <c:v>176</c:v>
                </c:pt>
                <c:pt idx="166">
                  <c:v>176</c:v>
                </c:pt>
                <c:pt idx="167">
                  <c:v>176</c:v>
                </c:pt>
                <c:pt idx="168">
                  <c:v>176</c:v>
                </c:pt>
                <c:pt idx="169">
                  <c:v>176</c:v>
                </c:pt>
                <c:pt idx="170">
                  <c:v>176</c:v>
                </c:pt>
                <c:pt idx="171">
                  <c:v>176</c:v>
                </c:pt>
                <c:pt idx="172">
                  <c:v>176</c:v>
                </c:pt>
                <c:pt idx="173">
                  <c:v>179</c:v>
                </c:pt>
                <c:pt idx="174">
                  <c:v>179</c:v>
                </c:pt>
                <c:pt idx="175">
                  <c:v>179</c:v>
                </c:pt>
                <c:pt idx="176">
                  <c:v>179</c:v>
                </c:pt>
                <c:pt idx="177">
                  <c:v>179</c:v>
                </c:pt>
                <c:pt idx="178">
                  <c:v>179</c:v>
                </c:pt>
                <c:pt idx="179">
                  <c:v>179</c:v>
                </c:pt>
                <c:pt idx="180">
                  <c:v>184</c:v>
                </c:pt>
                <c:pt idx="181">
                  <c:v>184</c:v>
                </c:pt>
                <c:pt idx="182">
                  <c:v>184</c:v>
                </c:pt>
                <c:pt idx="183">
                  <c:v>184</c:v>
                </c:pt>
                <c:pt idx="184">
                  <c:v>184</c:v>
                </c:pt>
                <c:pt idx="185">
                  <c:v>184</c:v>
                </c:pt>
                <c:pt idx="186">
                  <c:v>184</c:v>
                </c:pt>
                <c:pt idx="187">
                  <c:v>184</c:v>
                </c:pt>
                <c:pt idx="188">
                  <c:v>184</c:v>
                </c:pt>
                <c:pt idx="189">
                  <c:v>184</c:v>
                </c:pt>
                <c:pt idx="190">
                  <c:v>184</c:v>
                </c:pt>
                <c:pt idx="191">
                  <c:v>184</c:v>
                </c:pt>
                <c:pt idx="192">
                  <c:v>184</c:v>
                </c:pt>
                <c:pt idx="193">
                  <c:v>184</c:v>
                </c:pt>
                <c:pt idx="194">
                  <c:v>184</c:v>
                </c:pt>
                <c:pt idx="195">
                  <c:v>184</c:v>
                </c:pt>
                <c:pt idx="196">
                  <c:v>184</c:v>
                </c:pt>
                <c:pt idx="197">
                  <c:v>184</c:v>
                </c:pt>
                <c:pt idx="198">
                  <c:v>184</c:v>
                </c:pt>
                <c:pt idx="199">
                  <c:v>184</c:v>
                </c:pt>
                <c:pt idx="200">
                  <c:v>184</c:v>
                </c:pt>
                <c:pt idx="201">
                  <c:v>184</c:v>
                </c:pt>
                <c:pt idx="202">
                  <c:v>184</c:v>
                </c:pt>
                <c:pt idx="203">
                  <c:v>184</c:v>
                </c:pt>
                <c:pt idx="204">
                  <c:v>184</c:v>
                </c:pt>
                <c:pt idx="205">
                  <c:v>184</c:v>
                </c:pt>
                <c:pt idx="206">
                  <c:v>184</c:v>
                </c:pt>
                <c:pt idx="207">
                  <c:v>184</c:v>
                </c:pt>
                <c:pt idx="208">
                  <c:v>184</c:v>
                </c:pt>
                <c:pt idx="209">
                  <c:v>184</c:v>
                </c:pt>
                <c:pt idx="210">
                  <c:v>184</c:v>
                </c:pt>
                <c:pt idx="211">
                  <c:v>184</c:v>
                </c:pt>
                <c:pt idx="212">
                  <c:v>184</c:v>
                </c:pt>
                <c:pt idx="213">
                  <c:v>184</c:v>
                </c:pt>
                <c:pt idx="214">
                  <c:v>184</c:v>
                </c:pt>
                <c:pt idx="215">
                  <c:v>184</c:v>
                </c:pt>
                <c:pt idx="216">
                  <c:v>184</c:v>
                </c:pt>
                <c:pt idx="217">
                  <c:v>184</c:v>
                </c:pt>
                <c:pt idx="218">
                  <c:v>184</c:v>
                </c:pt>
                <c:pt idx="219">
                  <c:v>184</c:v>
                </c:pt>
                <c:pt idx="220">
                  <c:v>184</c:v>
                </c:pt>
                <c:pt idx="221">
                  <c:v>190</c:v>
                </c:pt>
                <c:pt idx="222">
                  <c:v>196</c:v>
                </c:pt>
                <c:pt idx="223">
                  <c:v>196</c:v>
                </c:pt>
                <c:pt idx="224">
                  <c:v>196</c:v>
                </c:pt>
                <c:pt idx="225">
                  <c:v>196</c:v>
                </c:pt>
                <c:pt idx="226">
                  <c:v>196</c:v>
                </c:pt>
                <c:pt idx="227">
                  <c:v>196</c:v>
                </c:pt>
                <c:pt idx="228">
                  <c:v>196</c:v>
                </c:pt>
                <c:pt idx="229">
                  <c:v>196</c:v>
                </c:pt>
                <c:pt idx="230">
                  <c:v>196</c:v>
                </c:pt>
                <c:pt idx="231">
                  <c:v>196</c:v>
                </c:pt>
                <c:pt idx="232">
                  <c:v>196</c:v>
                </c:pt>
                <c:pt idx="233">
                  <c:v>196</c:v>
                </c:pt>
                <c:pt idx="234">
                  <c:v>196</c:v>
                </c:pt>
                <c:pt idx="235">
                  <c:v>196</c:v>
                </c:pt>
                <c:pt idx="236">
                  <c:v>196</c:v>
                </c:pt>
                <c:pt idx="237">
                  <c:v>196</c:v>
                </c:pt>
                <c:pt idx="238">
                  <c:v>196</c:v>
                </c:pt>
                <c:pt idx="239">
                  <c:v>196</c:v>
                </c:pt>
                <c:pt idx="240">
                  <c:v>196</c:v>
                </c:pt>
                <c:pt idx="241">
                  <c:v>196</c:v>
                </c:pt>
                <c:pt idx="242">
                  <c:v>196</c:v>
                </c:pt>
                <c:pt idx="243">
                  <c:v>196</c:v>
                </c:pt>
                <c:pt idx="244">
                  <c:v>196</c:v>
                </c:pt>
                <c:pt idx="245">
                  <c:v>196</c:v>
                </c:pt>
                <c:pt idx="246">
                  <c:v>196</c:v>
                </c:pt>
                <c:pt idx="247">
                  <c:v>196</c:v>
                </c:pt>
                <c:pt idx="248">
                  <c:v>196</c:v>
                </c:pt>
                <c:pt idx="249">
                  <c:v>196</c:v>
                </c:pt>
                <c:pt idx="250">
                  <c:v>196</c:v>
                </c:pt>
                <c:pt idx="251">
                  <c:v>196</c:v>
                </c:pt>
                <c:pt idx="252">
                  <c:v>196</c:v>
                </c:pt>
                <c:pt idx="253">
                  <c:v>196</c:v>
                </c:pt>
                <c:pt idx="254">
                  <c:v>196</c:v>
                </c:pt>
                <c:pt idx="255">
                  <c:v>196</c:v>
                </c:pt>
                <c:pt idx="256">
                  <c:v>196</c:v>
                </c:pt>
                <c:pt idx="257">
                  <c:v>200</c:v>
                </c:pt>
                <c:pt idx="258">
                  <c:v>200</c:v>
                </c:pt>
                <c:pt idx="259">
                  <c:v>200</c:v>
                </c:pt>
                <c:pt idx="260">
                  <c:v>200</c:v>
                </c:pt>
                <c:pt idx="261">
                  <c:v>200</c:v>
                </c:pt>
                <c:pt idx="262">
                  <c:v>200</c:v>
                </c:pt>
                <c:pt idx="263">
                  <c:v>200</c:v>
                </c:pt>
                <c:pt idx="264">
                  <c:v>200</c:v>
                </c:pt>
                <c:pt idx="265">
                  <c:v>200</c:v>
                </c:pt>
                <c:pt idx="266">
                  <c:v>200</c:v>
                </c:pt>
                <c:pt idx="267">
                  <c:v>200</c:v>
                </c:pt>
                <c:pt idx="268">
                  <c:v>200</c:v>
                </c:pt>
                <c:pt idx="269">
                  <c:v>200</c:v>
                </c:pt>
                <c:pt idx="270">
                  <c:v>203</c:v>
                </c:pt>
                <c:pt idx="271">
                  <c:v>208</c:v>
                </c:pt>
                <c:pt idx="272">
                  <c:v>212</c:v>
                </c:pt>
                <c:pt idx="273">
                  <c:v>212</c:v>
                </c:pt>
                <c:pt idx="274">
                  <c:v>212</c:v>
                </c:pt>
                <c:pt idx="275">
                  <c:v>212</c:v>
                </c:pt>
                <c:pt idx="276">
                  <c:v>212</c:v>
                </c:pt>
                <c:pt idx="277">
                  <c:v>212</c:v>
                </c:pt>
                <c:pt idx="278">
                  <c:v>212</c:v>
                </c:pt>
                <c:pt idx="279">
                  <c:v>212</c:v>
                </c:pt>
                <c:pt idx="280">
                  <c:v>212</c:v>
                </c:pt>
                <c:pt idx="281">
                  <c:v>212</c:v>
                </c:pt>
                <c:pt idx="282">
                  <c:v>212</c:v>
                </c:pt>
                <c:pt idx="283">
                  <c:v>214</c:v>
                </c:pt>
                <c:pt idx="284">
                  <c:v>216</c:v>
                </c:pt>
                <c:pt idx="285">
                  <c:v>217</c:v>
                </c:pt>
                <c:pt idx="286">
                  <c:v>217</c:v>
                </c:pt>
                <c:pt idx="287">
                  <c:v>217</c:v>
                </c:pt>
                <c:pt idx="288">
                  <c:v>217</c:v>
                </c:pt>
                <c:pt idx="289">
                  <c:v>217</c:v>
                </c:pt>
                <c:pt idx="290">
                  <c:v>217</c:v>
                </c:pt>
                <c:pt idx="291">
                  <c:v>217</c:v>
                </c:pt>
                <c:pt idx="292">
                  <c:v>217</c:v>
                </c:pt>
                <c:pt idx="293">
                  <c:v>217</c:v>
                </c:pt>
                <c:pt idx="294">
                  <c:v>217</c:v>
                </c:pt>
                <c:pt idx="295">
                  <c:v>217</c:v>
                </c:pt>
                <c:pt idx="296">
                  <c:v>217</c:v>
                </c:pt>
                <c:pt idx="297">
                  <c:v>217</c:v>
                </c:pt>
                <c:pt idx="298">
                  <c:v>219</c:v>
                </c:pt>
                <c:pt idx="299">
                  <c:v>222</c:v>
                </c:pt>
                <c:pt idx="300">
                  <c:v>222</c:v>
                </c:pt>
                <c:pt idx="301">
                  <c:v>222</c:v>
                </c:pt>
                <c:pt idx="302">
                  <c:v>222</c:v>
                </c:pt>
                <c:pt idx="303">
                  <c:v>222</c:v>
                </c:pt>
                <c:pt idx="304">
                  <c:v>222</c:v>
                </c:pt>
                <c:pt idx="305">
                  <c:v>222</c:v>
                </c:pt>
                <c:pt idx="306">
                  <c:v>222</c:v>
                </c:pt>
                <c:pt idx="307">
                  <c:v>222</c:v>
                </c:pt>
                <c:pt idx="308">
                  <c:v>222</c:v>
                </c:pt>
                <c:pt idx="309">
                  <c:v>222</c:v>
                </c:pt>
                <c:pt idx="310">
                  <c:v>222</c:v>
                </c:pt>
                <c:pt idx="311">
                  <c:v>222</c:v>
                </c:pt>
                <c:pt idx="312">
                  <c:v>222</c:v>
                </c:pt>
                <c:pt idx="313">
                  <c:v>222</c:v>
                </c:pt>
                <c:pt idx="314">
                  <c:v>222</c:v>
                </c:pt>
                <c:pt idx="315">
                  <c:v>222</c:v>
                </c:pt>
                <c:pt idx="316">
                  <c:v>222</c:v>
                </c:pt>
                <c:pt idx="317">
                  <c:v>222</c:v>
                </c:pt>
                <c:pt idx="318">
                  <c:v>222</c:v>
                </c:pt>
                <c:pt idx="319">
                  <c:v>222</c:v>
                </c:pt>
                <c:pt idx="320">
                  <c:v>222</c:v>
                </c:pt>
                <c:pt idx="321">
                  <c:v>222</c:v>
                </c:pt>
                <c:pt idx="322">
                  <c:v>222</c:v>
                </c:pt>
                <c:pt idx="323">
                  <c:v>222</c:v>
                </c:pt>
                <c:pt idx="324">
                  <c:v>222</c:v>
                </c:pt>
                <c:pt idx="325">
                  <c:v>222</c:v>
                </c:pt>
                <c:pt idx="326">
                  <c:v>222</c:v>
                </c:pt>
                <c:pt idx="327">
                  <c:v>222</c:v>
                </c:pt>
                <c:pt idx="328">
                  <c:v>222</c:v>
                </c:pt>
                <c:pt idx="329">
                  <c:v>222</c:v>
                </c:pt>
                <c:pt idx="330">
                  <c:v>222</c:v>
                </c:pt>
                <c:pt idx="331">
                  <c:v>222</c:v>
                </c:pt>
                <c:pt idx="332">
                  <c:v>222</c:v>
                </c:pt>
                <c:pt idx="333">
                  <c:v>222</c:v>
                </c:pt>
                <c:pt idx="334">
                  <c:v>222</c:v>
                </c:pt>
                <c:pt idx="335">
                  <c:v>222</c:v>
                </c:pt>
                <c:pt idx="336">
                  <c:v>222</c:v>
                </c:pt>
                <c:pt idx="337">
                  <c:v>222</c:v>
                </c:pt>
                <c:pt idx="338">
                  <c:v>222</c:v>
                </c:pt>
                <c:pt idx="339">
                  <c:v>222</c:v>
                </c:pt>
                <c:pt idx="340">
                  <c:v>227</c:v>
                </c:pt>
                <c:pt idx="341">
                  <c:v>247</c:v>
                </c:pt>
                <c:pt idx="342">
                  <c:v>252</c:v>
                </c:pt>
                <c:pt idx="343">
                  <c:v>252</c:v>
                </c:pt>
                <c:pt idx="344">
                  <c:v>254</c:v>
                </c:pt>
                <c:pt idx="345">
                  <c:v>254</c:v>
                </c:pt>
                <c:pt idx="346">
                  <c:v>254</c:v>
                </c:pt>
                <c:pt idx="347">
                  <c:v>255</c:v>
                </c:pt>
                <c:pt idx="348">
                  <c:v>261</c:v>
                </c:pt>
                <c:pt idx="349">
                  <c:v>261</c:v>
                </c:pt>
                <c:pt idx="350">
                  <c:v>261</c:v>
                </c:pt>
                <c:pt idx="351">
                  <c:v>261</c:v>
                </c:pt>
                <c:pt idx="352">
                  <c:v>261</c:v>
                </c:pt>
                <c:pt idx="353">
                  <c:v>261</c:v>
                </c:pt>
                <c:pt idx="354">
                  <c:v>261</c:v>
                </c:pt>
                <c:pt idx="355">
                  <c:v>261</c:v>
                </c:pt>
                <c:pt idx="356">
                  <c:v>266</c:v>
                </c:pt>
                <c:pt idx="357">
                  <c:v>272</c:v>
                </c:pt>
                <c:pt idx="358">
                  <c:v>272</c:v>
                </c:pt>
                <c:pt idx="359">
                  <c:v>272</c:v>
                </c:pt>
                <c:pt idx="360">
                  <c:v>272</c:v>
                </c:pt>
                <c:pt idx="361">
                  <c:v>272</c:v>
                </c:pt>
                <c:pt idx="362">
                  <c:v>272</c:v>
                </c:pt>
                <c:pt idx="363">
                  <c:v>272</c:v>
                </c:pt>
                <c:pt idx="364">
                  <c:v>272</c:v>
                </c:pt>
                <c:pt idx="365">
                  <c:v>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0-4CA7-B505-54EE7CC1BFA6}"/>
            </c:ext>
          </c:extLst>
        </c:ser>
        <c:ser>
          <c:idx val="1"/>
          <c:order val="1"/>
          <c:tx>
            <c:v>2020</c:v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Fig3_CumNeg!$C$2:$C$367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8</c:v>
                </c:pt>
                <c:pt idx="30">
                  <c:v>13</c:v>
                </c:pt>
                <c:pt idx="31">
                  <c:v>24</c:v>
                </c:pt>
                <c:pt idx="32">
                  <c:v>31</c:v>
                </c:pt>
                <c:pt idx="33">
                  <c:v>31</c:v>
                </c:pt>
                <c:pt idx="34">
                  <c:v>31</c:v>
                </c:pt>
                <c:pt idx="35">
                  <c:v>31</c:v>
                </c:pt>
                <c:pt idx="36">
                  <c:v>31</c:v>
                </c:pt>
                <c:pt idx="37">
                  <c:v>31</c:v>
                </c:pt>
                <c:pt idx="38">
                  <c:v>31</c:v>
                </c:pt>
                <c:pt idx="39">
                  <c:v>45</c:v>
                </c:pt>
                <c:pt idx="40">
                  <c:v>51</c:v>
                </c:pt>
                <c:pt idx="41">
                  <c:v>54</c:v>
                </c:pt>
                <c:pt idx="42">
                  <c:v>57</c:v>
                </c:pt>
                <c:pt idx="43">
                  <c:v>57</c:v>
                </c:pt>
                <c:pt idx="44">
                  <c:v>57</c:v>
                </c:pt>
                <c:pt idx="45">
                  <c:v>59</c:v>
                </c:pt>
                <c:pt idx="46">
                  <c:v>83</c:v>
                </c:pt>
                <c:pt idx="47">
                  <c:v>88</c:v>
                </c:pt>
                <c:pt idx="48">
                  <c:v>88</c:v>
                </c:pt>
                <c:pt idx="49">
                  <c:v>88</c:v>
                </c:pt>
                <c:pt idx="50">
                  <c:v>88</c:v>
                </c:pt>
                <c:pt idx="51">
                  <c:v>88</c:v>
                </c:pt>
                <c:pt idx="52">
                  <c:v>110</c:v>
                </c:pt>
                <c:pt idx="53">
                  <c:v>119</c:v>
                </c:pt>
                <c:pt idx="54">
                  <c:v>120</c:v>
                </c:pt>
                <c:pt idx="55">
                  <c:v>120</c:v>
                </c:pt>
                <c:pt idx="56">
                  <c:v>120</c:v>
                </c:pt>
                <c:pt idx="57">
                  <c:v>120</c:v>
                </c:pt>
                <c:pt idx="58">
                  <c:v>121</c:v>
                </c:pt>
                <c:pt idx="59">
                  <c:v>122</c:v>
                </c:pt>
                <c:pt idx="60">
                  <c:v>137</c:v>
                </c:pt>
                <c:pt idx="61">
                  <c:v>137</c:v>
                </c:pt>
                <c:pt idx="62">
                  <c:v>137</c:v>
                </c:pt>
                <c:pt idx="63">
                  <c:v>137</c:v>
                </c:pt>
                <c:pt idx="64">
                  <c:v>137</c:v>
                </c:pt>
                <c:pt idx="65">
                  <c:v>137</c:v>
                </c:pt>
                <c:pt idx="66">
                  <c:v>137</c:v>
                </c:pt>
                <c:pt idx="67">
                  <c:v>137</c:v>
                </c:pt>
                <c:pt idx="68">
                  <c:v>137</c:v>
                </c:pt>
                <c:pt idx="69">
                  <c:v>138</c:v>
                </c:pt>
                <c:pt idx="70">
                  <c:v>141</c:v>
                </c:pt>
                <c:pt idx="71">
                  <c:v>150</c:v>
                </c:pt>
                <c:pt idx="72">
                  <c:v>153</c:v>
                </c:pt>
                <c:pt idx="73">
                  <c:v>153</c:v>
                </c:pt>
                <c:pt idx="74">
                  <c:v>163</c:v>
                </c:pt>
                <c:pt idx="75">
                  <c:v>163</c:v>
                </c:pt>
                <c:pt idx="76">
                  <c:v>163</c:v>
                </c:pt>
                <c:pt idx="77">
                  <c:v>163</c:v>
                </c:pt>
                <c:pt idx="78">
                  <c:v>163</c:v>
                </c:pt>
                <c:pt idx="79">
                  <c:v>163</c:v>
                </c:pt>
                <c:pt idx="80">
                  <c:v>164</c:v>
                </c:pt>
                <c:pt idx="81">
                  <c:v>172</c:v>
                </c:pt>
                <c:pt idx="82">
                  <c:v>172</c:v>
                </c:pt>
                <c:pt idx="83">
                  <c:v>172</c:v>
                </c:pt>
                <c:pt idx="84">
                  <c:v>172</c:v>
                </c:pt>
                <c:pt idx="85">
                  <c:v>172</c:v>
                </c:pt>
                <c:pt idx="86">
                  <c:v>172</c:v>
                </c:pt>
                <c:pt idx="87">
                  <c:v>174</c:v>
                </c:pt>
                <c:pt idx="88">
                  <c:v>184</c:v>
                </c:pt>
                <c:pt idx="89">
                  <c:v>184</c:v>
                </c:pt>
                <c:pt idx="90">
                  <c:v>184</c:v>
                </c:pt>
                <c:pt idx="91">
                  <c:v>184</c:v>
                </c:pt>
                <c:pt idx="92">
                  <c:v>184</c:v>
                </c:pt>
                <c:pt idx="93">
                  <c:v>184</c:v>
                </c:pt>
                <c:pt idx="94">
                  <c:v>184</c:v>
                </c:pt>
                <c:pt idx="95">
                  <c:v>189</c:v>
                </c:pt>
                <c:pt idx="96">
                  <c:v>189</c:v>
                </c:pt>
                <c:pt idx="97">
                  <c:v>189</c:v>
                </c:pt>
                <c:pt idx="98">
                  <c:v>189</c:v>
                </c:pt>
                <c:pt idx="99">
                  <c:v>189</c:v>
                </c:pt>
                <c:pt idx="100">
                  <c:v>189</c:v>
                </c:pt>
                <c:pt idx="101">
                  <c:v>189</c:v>
                </c:pt>
                <c:pt idx="102">
                  <c:v>192</c:v>
                </c:pt>
                <c:pt idx="103">
                  <c:v>208</c:v>
                </c:pt>
                <c:pt idx="104">
                  <c:v>208</c:v>
                </c:pt>
                <c:pt idx="105">
                  <c:v>208</c:v>
                </c:pt>
                <c:pt idx="106">
                  <c:v>208</c:v>
                </c:pt>
                <c:pt idx="107">
                  <c:v>208</c:v>
                </c:pt>
                <c:pt idx="108">
                  <c:v>208</c:v>
                </c:pt>
                <c:pt idx="109">
                  <c:v>212</c:v>
                </c:pt>
                <c:pt idx="110">
                  <c:v>219</c:v>
                </c:pt>
                <c:pt idx="111">
                  <c:v>228</c:v>
                </c:pt>
                <c:pt idx="112">
                  <c:v>232</c:v>
                </c:pt>
                <c:pt idx="113">
                  <c:v>232</c:v>
                </c:pt>
                <c:pt idx="114">
                  <c:v>232</c:v>
                </c:pt>
                <c:pt idx="115">
                  <c:v>232</c:v>
                </c:pt>
                <c:pt idx="116">
                  <c:v>232</c:v>
                </c:pt>
                <c:pt idx="117">
                  <c:v>232</c:v>
                </c:pt>
                <c:pt idx="118">
                  <c:v>232</c:v>
                </c:pt>
                <c:pt idx="119">
                  <c:v>232</c:v>
                </c:pt>
                <c:pt idx="120">
                  <c:v>232</c:v>
                </c:pt>
                <c:pt idx="121">
                  <c:v>240</c:v>
                </c:pt>
                <c:pt idx="122">
                  <c:v>240</c:v>
                </c:pt>
                <c:pt idx="123">
                  <c:v>240</c:v>
                </c:pt>
                <c:pt idx="124">
                  <c:v>240</c:v>
                </c:pt>
                <c:pt idx="125">
                  <c:v>240</c:v>
                </c:pt>
                <c:pt idx="126">
                  <c:v>240</c:v>
                </c:pt>
                <c:pt idx="127">
                  <c:v>240</c:v>
                </c:pt>
                <c:pt idx="128">
                  <c:v>240</c:v>
                </c:pt>
                <c:pt idx="129">
                  <c:v>240</c:v>
                </c:pt>
                <c:pt idx="130">
                  <c:v>241</c:v>
                </c:pt>
                <c:pt idx="131">
                  <c:v>244</c:v>
                </c:pt>
                <c:pt idx="132">
                  <c:v>244</c:v>
                </c:pt>
                <c:pt idx="133">
                  <c:v>244</c:v>
                </c:pt>
                <c:pt idx="134">
                  <c:v>244</c:v>
                </c:pt>
                <c:pt idx="135">
                  <c:v>244</c:v>
                </c:pt>
                <c:pt idx="136">
                  <c:v>244</c:v>
                </c:pt>
                <c:pt idx="137">
                  <c:v>250</c:v>
                </c:pt>
                <c:pt idx="138">
                  <c:v>250</c:v>
                </c:pt>
                <c:pt idx="139">
                  <c:v>250</c:v>
                </c:pt>
                <c:pt idx="140">
                  <c:v>250</c:v>
                </c:pt>
                <c:pt idx="141">
                  <c:v>250</c:v>
                </c:pt>
                <c:pt idx="142">
                  <c:v>250</c:v>
                </c:pt>
                <c:pt idx="143">
                  <c:v>256</c:v>
                </c:pt>
                <c:pt idx="144">
                  <c:v>272</c:v>
                </c:pt>
                <c:pt idx="145">
                  <c:v>272</c:v>
                </c:pt>
                <c:pt idx="146">
                  <c:v>272</c:v>
                </c:pt>
                <c:pt idx="147">
                  <c:v>272</c:v>
                </c:pt>
                <c:pt idx="148">
                  <c:v>272</c:v>
                </c:pt>
                <c:pt idx="149">
                  <c:v>272</c:v>
                </c:pt>
                <c:pt idx="150">
                  <c:v>272</c:v>
                </c:pt>
                <c:pt idx="151">
                  <c:v>279</c:v>
                </c:pt>
                <c:pt idx="152">
                  <c:v>283</c:v>
                </c:pt>
                <c:pt idx="153">
                  <c:v>283</c:v>
                </c:pt>
                <c:pt idx="154">
                  <c:v>283</c:v>
                </c:pt>
                <c:pt idx="155">
                  <c:v>283</c:v>
                </c:pt>
                <c:pt idx="156">
                  <c:v>283</c:v>
                </c:pt>
                <c:pt idx="157">
                  <c:v>291</c:v>
                </c:pt>
                <c:pt idx="158">
                  <c:v>291</c:v>
                </c:pt>
                <c:pt idx="159">
                  <c:v>291</c:v>
                </c:pt>
                <c:pt idx="160">
                  <c:v>291</c:v>
                </c:pt>
                <c:pt idx="161">
                  <c:v>291</c:v>
                </c:pt>
                <c:pt idx="162">
                  <c:v>291</c:v>
                </c:pt>
                <c:pt idx="163">
                  <c:v>291</c:v>
                </c:pt>
                <c:pt idx="164">
                  <c:v>291</c:v>
                </c:pt>
                <c:pt idx="165">
                  <c:v>291</c:v>
                </c:pt>
                <c:pt idx="166">
                  <c:v>291</c:v>
                </c:pt>
                <c:pt idx="167">
                  <c:v>291</c:v>
                </c:pt>
                <c:pt idx="168">
                  <c:v>291</c:v>
                </c:pt>
                <c:pt idx="169">
                  <c:v>291</c:v>
                </c:pt>
                <c:pt idx="170">
                  <c:v>291</c:v>
                </c:pt>
                <c:pt idx="171">
                  <c:v>291</c:v>
                </c:pt>
                <c:pt idx="172">
                  <c:v>291</c:v>
                </c:pt>
                <c:pt idx="173">
                  <c:v>291</c:v>
                </c:pt>
                <c:pt idx="174">
                  <c:v>291</c:v>
                </c:pt>
                <c:pt idx="175">
                  <c:v>291</c:v>
                </c:pt>
                <c:pt idx="176">
                  <c:v>291</c:v>
                </c:pt>
                <c:pt idx="177">
                  <c:v>291</c:v>
                </c:pt>
                <c:pt idx="178">
                  <c:v>291</c:v>
                </c:pt>
                <c:pt idx="179">
                  <c:v>293</c:v>
                </c:pt>
                <c:pt idx="180">
                  <c:v>293</c:v>
                </c:pt>
                <c:pt idx="181">
                  <c:v>297</c:v>
                </c:pt>
                <c:pt idx="182">
                  <c:v>297</c:v>
                </c:pt>
                <c:pt idx="183">
                  <c:v>297</c:v>
                </c:pt>
                <c:pt idx="184">
                  <c:v>297</c:v>
                </c:pt>
                <c:pt idx="185">
                  <c:v>302</c:v>
                </c:pt>
                <c:pt idx="186">
                  <c:v>319</c:v>
                </c:pt>
                <c:pt idx="187">
                  <c:v>323</c:v>
                </c:pt>
                <c:pt idx="188">
                  <c:v>323</c:v>
                </c:pt>
                <c:pt idx="189">
                  <c:v>323</c:v>
                </c:pt>
                <c:pt idx="190">
                  <c:v>323</c:v>
                </c:pt>
                <c:pt idx="191">
                  <c:v>323</c:v>
                </c:pt>
                <c:pt idx="192">
                  <c:v>323</c:v>
                </c:pt>
                <c:pt idx="193">
                  <c:v>323</c:v>
                </c:pt>
                <c:pt idx="194">
                  <c:v>323</c:v>
                </c:pt>
                <c:pt idx="195">
                  <c:v>323</c:v>
                </c:pt>
                <c:pt idx="196">
                  <c:v>323</c:v>
                </c:pt>
                <c:pt idx="197">
                  <c:v>323</c:v>
                </c:pt>
                <c:pt idx="198">
                  <c:v>323</c:v>
                </c:pt>
                <c:pt idx="199">
                  <c:v>323</c:v>
                </c:pt>
                <c:pt idx="200">
                  <c:v>323</c:v>
                </c:pt>
                <c:pt idx="201">
                  <c:v>323</c:v>
                </c:pt>
                <c:pt idx="202">
                  <c:v>323</c:v>
                </c:pt>
                <c:pt idx="203">
                  <c:v>323</c:v>
                </c:pt>
                <c:pt idx="204">
                  <c:v>323</c:v>
                </c:pt>
                <c:pt idx="205">
                  <c:v>323</c:v>
                </c:pt>
                <c:pt idx="206">
                  <c:v>323</c:v>
                </c:pt>
                <c:pt idx="207">
                  <c:v>328</c:v>
                </c:pt>
                <c:pt idx="208">
                  <c:v>328</c:v>
                </c:pt>
                <c:pt idx="209">
                  <c:v>329</c:v>
                </c:pt>
                <c:pt idx="210">
                  <c:v>333</c:v>
                </c:pt>
                <c:pt idx="211">
                  <c:v>333</c:v>
                </c:pt>
                <c:pt idx="212">
                  <c:v>333</c:v>
                </c:pt>
                <c:pt idx="213">
                  <c:v>333</c:v>
                </c:pt>
                <c:pt idx="214">
                  <c:v>333</c:v>
                </c:pt>
                <c:pt idx="215">
                  <c:v>333</c:v>
                </c:pt>
                <c:pt idx="216">
                  <c:v>333</c:v>
                </c:pt>
                <c:pt idx="217">
                  <c:v>333</c:v>
                </c:pt>
                <c:pt idx="218">
                  <c:v>333</c:v>
                </c:pt>
                <c:pt idx="219">
                  <c:v>333</c:v>
                </c:pt>
                <c:pt idx="220">
                  <c:v>333</c:v>
                </c:pt>
                <c:pt idx="221">
                  <c:v>333</c:v>
                </c:pt>
                <c:pt idx="222">
                  <c:v>333</c:v>
                </c:pt>
                <c:pt idx="223">
                  <c:v>333</c:v>
                </c:pt>
                <c:pt idx="224">
                  <c:v>333</c:v>
                </c:pt>
                <c:pt idx="225">
                  <c:v>333</c:v>
                </c:pt>
                <c:pt idx="226">
                  <c:v>333</c:v>
                </c:pt>
                <c:pt idx="227">
                  <c:v>333</c:v>
                </c:pt>
                <c:pt idx="228">
                  <c:v>333</c:v>
                </c:pt>
                <c:pt idx="229">
                  <c:v>333</c:v>
                </c:pt>
                <c:pt idx="230">
                  <c:v>333</c:v>
                </c:pt>
                <c:pt idx="231">
                  <c:v>333</c:v>
                </c:pt>
                <c:pt idx="232">
                  <c:v>333</c:v>
                </c:pt>
                <c:pt idx="233">
                  <c:v>333</c:v>
                </c:pt>
                <c:pt idx="234">
                  <c:v>333</c:v>
                </c:pt>
                <c:pt idx="235">
                  <c:v>339</c:v>
                </c:pt>
                <c:pt idx="236">
                  <c:v>339</c:v>
                </c:pt>
                <c:pt idx="237">
                  <c:v>339</c:v>
                </c:pt>
                <c:pt idx="238">
                  <c:v>342</c:v>
                </c:pt>
                <c:pt idx="239">
                  <c:v>342</c:v>
                </c:pt>
                <c:pt idx="240">
                  <c:v>342</c:v>
                </c:pt>
                <c:pt idx="241">
                  <c:v>342</c:v>
                </c:pt>
                <c:pt idx="242">
                  <c:v>342</c:v>
                </c:pt>
                <c:pt idx="243">
                  <c:v>342</c:v>
                </c:pt>
                <c:pt idx="244">
                  <c:v>342</c:v>
                </c:pt>
                <c:pt idx="245">
                  <c:v>342</c:v>
                </c:pt>
                <c:pt idx="246">
                  <c:v>342</c:v>
                </c:pt>
                <c:pt idx="247">
                  <c:v>342</c:v>
                </c:pt>
                <c:pt idx="248">
                  <c:v>342</c:v>
                </c:pt>
                <c:pt idx="249">
                  <c:v>342</c:v>
                </c:pt>
                <c:pt idx="250">
                  <c:v>342</c:v>
                </c:pt>
                <c:pt idx="251">
                  <c:v>342</c:v>
                </c:pt>
                <c:pt idx="252">
                  <c:v>342</c:v>
                </c:pt>
                <c:pt idx="253">
                  <c:v>342</c:v>
                </c:pt>
                <c:pt idx="254">
                  <c:v>342</c:v>
                </c:pt>
                <c:pt idx="255">
                  <c:v>344</c:v>
                </c:pt>
                <c:pt idx="256">
                  <c:v>349</c:v>
                </c:pt>
                <c:pt idx="257">
                  <c:v>349</c:v>
                </c:pt>
                <c:pt idx="258">
                  <c:v>349</c:v>
                </c:pt>
                <c:pt idx="259">
                  <c:v>349</c:v>
                </c:pt>
                <c:pt idx="260">
                  <c:v>349</c:v>
                </c:pt>
                <c:pt idx="261">
                  <c:v>349</c:v>
                </c:pt>
                <c:pt idx="262">
                  <c:v>349</c:v>
                </c:pt>
                <c:pt idx="263">
                  <c:v>349</c:v>
                </c:pt>
                <c:pt idx="264">
                  <c:v>349</c:v>
                </c:pt>
                <c:pt idx="265">
                  <c:v>349</c:v>
                </c:pt>
                <c:pt idx="266">
                  <c:v>349</c:v>
                </c:pt>
                <c:pt idx="267">
                  <c:v>349</c:v>
                </c:pt>
                <c:pt idx="268">
                  <c:v>349</c:v>
                </c:pt>
                <c:pt idx="269">
                  <c:v>350</c:v>
                </c:pt>
                <c:pt idx="270">
                  <c:v>350</c:v>
                </c:pt>
                <c:pt idx="271">
                  <c:v>350</c:v>
                </c:pt>
                <c:pt idx="272">
                  <c:v>350</c:v>
                </c:pt>
                <c:pt idx="273">
                  <c:v>350</c:v>
                </c:pt>
                <c:pt idx="274">
                  <c:v>350</c:v>
                </c:pt>
                <c:pt idx="275">
                  <c:v>353</c:v>
                </c:pt>
                <c:pt idx="276">
                  <c:v>359</c:v>
                </c:pt>
                <c:pt idx="277">
                  <c:v>367</c:v>
                </c:pt>
                <c:pt idx="278">
                  <c:v>367</c:v>
                </c:pt>
                <c:pt idx="279">
                  <c:v>367</c:v>
                </c:pt>
                <c:pt idx="280">
                  <c:v>367</c:v>
                </c:pt>
                <c:pt idx="281">
                  <c:v>367</c:v>
                </c:pt>
                <c:pt idx="282">
                  <c:v>367</c:v>
                </c:pt>
                <c:pt idx="283">
                  <c:v>367</c:v>
                </c:pt>
                <c:pt idx="284">
                  <c:v>367</c:v>
                </c:pt>
                <c:pt idx="285">
                  <c:v>367</c:v>
                </c:pt>
                <c:pt idx="286">
                  <c:v>367</c:v>
                </c:pt>
                <c:pt idx="287">
                  <c:v>367</c:v>
                </c:pt>
                <c:pt idx="288">
                  <c:v>367</c:v>
                </c:pt>
                <c:pt idx="289">
                  <c:v>367</c:v>
                </c:pt>
                <c:pt idx="290">
                  <c:v>367</c:v>
                </c:pt>
                <c:pt idx="291">
                  <c:v>367</c:v>
                </c:pt>
                <c:pt idx="292">
                  <c:v>367</c:v>
                </c:pt>
                <c:pt idx="293">
                  <c:v>367</c:v>
                </c:pt>
                <c:pt idx="294">
                  <c:v>367</c:v>
                </c:pt>
                <c:pt idx="295">
                  <c:v>367</c:v>
                </c:pt>
                <c:pt idx="296">
                  <c:v>367</c:v>
                </c:pt>
                <c:pt idx="297">
                  <c:v>369</c:v>
                </c:pt>
                <c:pt idx="298">
                  <c:v>379</c:v>
                </c:pt>
                <c:pt idx="299">
                  <c:v>379</c:v>
                </c:pt>
                <c:pt idx="300">
                  <c:v>379</c:v>
                </c:pt>
                <c:pt idx="301">
                  <c:v>380</c:v>
                </c:pt>
                <c:pt idx="302">
                  <c:v>380</c:v>
                </c:pt>
                <c:pt idx="303">
                  <c:v>380</c:v>
                </c:pt>
                <c:pt idx="304">
                  <c:v>380</c:v>
                </c:pt>
                <c:pt idx="305">
                  <c:v>381</c:v>
                </c:pt>
                <c:pt idx="306">
                  <c:v>386</c:v>
                </c:pt>
                <c:pt idx="307">
                  <c:v>386</c:v>
                </c:pt>
                <c:pt idx="308">
                  <c:v>386</c:v>
                </c:pt>
                <c:pt idx="309">
                  <c:v>386</c:v>
                </c:pt>
                <c:pt idx="310">
                  <c:v>386</c:v>
                </c:pt>
                <c:pt idx="311">
                  <c:v>386</c:v>
                </c:pt>
                <c:pt idx="312">
                  <c:v>386</c:v>
                </c:pt>
                <c:pt idx="313">
                  <c:v>386</c:v>
                </c:pt>
                <c:pt idx="314">
                  <c:v>386</c:v>
                </c:pt>
                <c:pt idx="315">
                  <c:v>386</c:v>
                </c:pt>
                <c:pt idx="316">
                  <c:v>386</c:v>
                </c:pt>
                <c:pt idx="317">
                  <c:v>386</c:v>
                </c:pt>
                <c:pt idx="318">
                  <c:v>386</c:v>
                </c:pt>
                <c:pt idx="319">
                  <c:v>394</c:v>
                </c:pt>
                <c:pt idx="320">
                  <c:v>399</c:v>
                </c:pt>
                <c:pt idx="321">
                  <c:v>399</c:v>
                </c:pt>
                <c:pt idx="322">
                  <c:v>400</c:v>
                </c:pt>
                <c:pt idx="323">
                  <c:v>404</c:v>
                </c:pt>
                <c:pt idx="324">
                  <c:v>404</c:v>
                </c:pt>
                <c:pt idx="325">
                  <c:v>404</c:v>
                </c:pt>
                <c:pt idx="326">
                  <c:v>404</c:v>
                </c:pt>
                <c:pt idx="327">
                  <c:v>404</c:v>
                </c:pt>
                <c:pt idx="328">
                  <c:v>404</c:v>
                </c:pt>
                <c:pt idx="329">
                  <c:v>404</c:v>
                </c:pt>
                <c:pt idx="330">
                  <c:v>404</c:v>
                </c:pt>
                <c:pt idx="331">
                  <c:v>404</c:v>
                </c:pt>
                <c:pt idx="332">
                  <c:v>404</c:v>
                </c:pt>
                <c:pt idx="333">
                  <c:v>404</c:v>
                </c:pt>
                <c:pt idx="334">
                  <c:v>404</c:v>
                </c:pt>
                <c:pt idx="335">
                  <c:v>404</c:v>
                </c:pt>
                <c:pt idx="336">
                  <c:v>404</c:v>
                </c:pt>
                <c:pt idx="337">
                  <c:v>404</c:v>
                </c:pt>
                <c:pt idx="338">
                  <c:v>404</c:v>
                </c:pt>
                <c:pt idx="339">
                  <c:v>404</c:v>
                </c:pt>
                <c:pt idx="340">
                  <c:v>404</c:v>
                </c:pt>
                <c:pt idx="341">
                  <c:v>404</c:v>
                </c:pt>
                <c:pt idx="342">
                  <c:v>404</c:v>
                </c:pt>
                <c:pt idx="343">
                  <c:v>404</c:v>
                </c:pt>
                <c:pt idx="344">
                  <c:v>404</c:v>
                </c:pt>
                <c:pt idx="345">
                  <c:v>404</c:v>
                </c:pt>
                <c:pt idx="346">
                  <c:v>404</c:v>
                </c:pt>
                <c:pt idx="347">
                  <c:v>404</c:v>
                </c:pt>
                <c:pt idx="348">
                  <c:v>404</c:v>
                </c:pt>
                <c:pt idx="349">
                  <c:v>404</c:v>
                </c:pt>
                <c:pt idx="350">
                  <c:v>404</c:v>
                </c:pt>
                <c:pt idx="351">
                  <c:v>404</c:v>
                </c:pt>
                <c:pt idx="352">
                  <c:v>404</c:v>
                </c:pt>
                <c:pt idx="353">
                  <c:v>404</c:v>
                </c:pt>
                <c:pt idx="354">
                  <c:v>404</c:v>
                </c:pt>
                <c:pt idx="355">
                  <c:v>405</c:v>
                </c:pt>
                <c:pt idx="356">
                  <c:v>410</c:v>
                </c:pt>
                <c:pt idx="357">
                  <c:v>410</c:v>
                </c:pt>
                <c:pt idx="358">
                  <c:v>411</c:v>
                </c:pt>
                <c:pt idx="359">
                  <c:v>411</c:v>
                </c:pt>
                <c:pt idx="360">
                  <c:v>415</c:v>
                </c:pt>
                <c:pt idx="361">
                  <c:v>435</c:v>
                </c:pt>
                <c:pt idx="362">
                  <c:v>435</c:v>
                </c:pt>
                <c:pt idx="363">
                  <c:v>435</c:v>
                </c:pt>
                <c:pt idx="364">
                  <c:v>435</c:v>
                </c:pt>
                <c:pt idx="365">
                  <c:v>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90-4CA7-B505-54EE7CC1BFA6}"/>
            </c:ext>
          </c:extLst>
        </c:ser>
        <c:ser>
          <c:idx val="2"/>
          <c:order val="2"/>
          <c:tx>
            <c:v>2021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Fig3_CumNeg!$D$2:$D$367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11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12</c:v>
                </c:pt>
                <c:pt idx="58">
                  <c:v>12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12</c:v>
                </c:pt>
                <c:pt idx="67">
                  <c:v>12</c:v>
                </c:pt>
                <c:pt idx="68">
                  <c:v>12</c:v>
                </c:pt>
                <c:pt idx="69">
                  <c:v>16</c:v>
                </c:pt>
                <c:pt idx="70">
                  <c:v>21</c:v>
                </c:pt>
                <c:pt idx="71">
                  <c:v>30</c:v>
                </c:pt>
                <c:pt idx="72">
                  <c:v>40</c:v>
                </c:pt>
                <c:pt idx="73">
                  <c:v>40</c:v>
                </c:pt>
                <c:pt idx="74">
                  <c:v>40</c:v>
                </c:pt>
                <c:pt idx="75">
                  <c:v>40</c:v>
                </c:pt>
                <c:pt idx="76">
                  <c:v>40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40</c:v>
                </c:pt>
                <c:pt idx="81">
                  <c:v>40</c:v>
                </c:pt>
                <c:pt idx="82">
                  <c:v>40</c:v>
                </c:pt>
                <c:pt idx="83">
                  <c:v>40</c:v>
                </c:pt>
                <c:pt idx="84">
                  <c:v>40</c:v>
                </c:pt>
                <c:pt idx="85">
                  <c:v>45</c:v>
                </c:pt>
                <c:pt idx="86">
                  <c:v>50</c:v>
                </c:pt>
                <c:pt idx="87">
                  <c:v>50</c:v>
                </c:pt>
                <c:pt idx="88">
                  <c:v>50</c:v>
                </c:pt>
                <c:pt idx="89">
                  <c:v>50</c:v>
                </c:pt>
                <c:pt idx="90">
                  <c:v>50</c:v>
                </c:pt>
                <c:pt idx="91">
                  <c:v>54</c:v>
                </c:pt>
                <c:pt idx="92">
                  <c:v>54</c:v>
                </c:pt>
                <c:pt idx="93">
                  <c:v>57</c:v>
                </c:pt>
                <c:pt idx="94">
                  <c:v>74</c:v>
                </c:pt>
                <c:pt idx="95">
                  <c:v>74</c:v>
                </c:pt>
                <c:pt idx="96">
                  <c:v>74</c:v>
                </c:pt>
                <c:pt idx="97">
                  <c:v>74</c:v>
                </c:pt>
                <c:pt idx="98">
                  <c:v>74</c:v>
                </c:pt>
                <c:pt idx="99">
                  <c:v>74</c:v>
                </c:pt>
                <c:pt idx="100">
                  <c:v>74</c:v>
                </c:pt>
                <c:pt idx="101">
                  <c:v>74</c:v>
                </c:pt>
                <c:pt idx="102">
                  <c:v>74</c:v>
                </c:pt>
                <c:pt idx="103">
                  <c:v>74</c:v>
                </c:pt>
                <c:pt idx="104">
                  <c:v>74</c:v>
                </c:pt>
                <c:pt idx="105">
                  <c:v>74</c:v>
                </c:pt>
                <c:pt idx="106">
                  <c:v>74</c:v>
                </c:pt>
                <c:pt idx="107">
                  <c:v>74</c:v>
                </c:pt>
                <c:pt idx="108">
                  <c:v>74</c:v>
                </c:pt>
                <c:pt idx="109">
                  <c:v>74</c:v>
                </c:pt>
                <c:pt idx="110">
                  <c:v>74</c:v>
                </c:pt>
                <c:pt idx="111">
                  <c:v>76</c:v>
                </c:pt>
                <c:pt idx="112">
                  <c:v>76</c:v>
                </c:pt>
                <c:pt idx="113">
                  <c:v>76</c:v>
                </c:pt>
                <c:pt idx="114">
                  <c:v>79</c:v>
                </c:pt>
                <c:pt idx="115">
                  <c:v>79</c:v>
                </c:pt>
                <c:pt idx="116">
                  <c:v>79</c:v>
                </c:pt>
                <c:pt idx="117">
                  <c:v>79</c:v>
                </c:pt>
                <c:pt idx="118">
                  <c:v>79</c:v>
                </c:pt>
                <c:pt idx="119">
                  <c:v>79</c:v>
                </c:pt>
                <c:pt idx="120">
                  <c:v>79</c:v>
                </c:pt>
                <c:pt idx="121">
                  <c:v>80</c:v>
                </c:pt>
                <c:pt idx="122">
                  <c:v>80</c:v>
                </c:pt>
                <c:pt idx="123">
                  <c:v>83</c:v>
                </c:pt>
                <c:pt idx="124">
                  <c:v>88</c:v>
                </c:pt>
                <c:pt idx="125">
                  <c:v>88</c:v>
                </c:pt>
                <c:pt idx="126">
                  <c:v>88</c:v>
                </c:pt>
                <c:pt idx="127">
                  <c:v>88</c:v>
                </c:pt>
                <c:pt idx="128">
                  <c:v>102</c:v>
                </c:pt>
                <c:pt idx="129">
                  <c:v>102</c:v>
                </c:pt>
                <c:pt idx="130">
                  <c:v>102</c:v>
                </c:pt>
                <c:pt idx="131">
                  <c:v>102</c:v>
                </c:pt>
                <c:pt idx="132">
                  <c:v>102</c:v>
                </c:pt>
                <c:pt idx="133">
                  <c:v>102</c:v>
                </c:pt>
                <c:pt idx="134">
                  <c:v>102</c:v>
                </c:pt>
                <c:pt idx="135">
                  <c:v>102</c:v>
                </c:pt>
                <c:pt idx="136">
                  <c:v>102</c:v>
                </c:pt>
                <c:pt idx="137">
                  <c:v>102</c:v>
                </c:pt>
                <c:pt idx="138">
                  <c:v>102</c:v>
                </c:pt>
                <c:pt idx="139">
                  <c:v>102</c:v>
                </c:pt>
                <c:pt idx="140">
                  <c:v>105</c:v>
                </c:pt>
                <c:pt idx="141">
                  <c:v>121</c:v>
                </c:pt>
                <c:pt idx="142">
                  <c:v>126</c:v>
                </c:pt>
                <c:pt idx="143">
                  <c:v>129</c:v>
                </c:pt>
                <c:pt idx="144">
                  <c:v>129</c:v>
                </c:pt>
                <c:pt idx="145">
                  <c:v>129</c:v>
                </c:pt>
                <c:pt idx="146">
                  <c:v>129</c:v>
                </c:pt>
                <c:pt idx="147">
                  <c:v>129</c:v>
                </c:pt>
                <c:pt idx="148">
                  <c:v>129</c:v>
                </c:pt>
                <c:pt idx="149">
                  <c:v>133</c:v>
                </c:pt>
                <c:pt idx="150">
                  <c:v>133</c:v>
                </c:pt>
                <c:pt idx="151">
                  <c:v>133</c:v>
                </c:pt>
                <c:pt idx="152">
                  <c:v>133</c:v>
                </c:pt>
                <c:pt idx="153">
                  <c:v>133</c:v>
                </c:pt>
                <c:pt idx="154">
                  <c:v>133</c:v>
                </c:pt>
                <c:pt idx="155">
                  <c:v>133</c:v>
                </c:pt>
                <c:pt idx="156">
                  <c:v>133</c:v>
                </c:pt>
                <c:pt idx="157">
                  <c:v>133</c:v>
                </c:pt>
                <c:pt idx="158">
                  <c:v>133</c:v>
                </c:pt>
                <c:pt idx="159">
                  <c:v>133</c:v>
                </c:pt>
                <c:pt idx="160">
                  <c:v>133</c:v>
                </c:pt>
                <c:pt idx="161">
                  <c:v>133</c:v>
                </c:pt>
                <c:pt idx="162">
                  <c:v>138</c:v>
                </c:pt>
                <c:pt idx="163">
                  <c:v>145</c:v>
                </c:pt>
                <c:pt idx="164">
                  <c:v>145</c:v>
                </c:pt>
                <c:pt idx="165">
                  <c:v>145</c:v>
                </c:pt>
                <c:pt idx="166">
                  <c:v>145</c:v>
                </c:pt>
                <c:pt idx="167">
                  <c:v>145</c:v>
                </c:pt>
                <c:pt idx="168">
                  <c:v>145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145</c:v>
                </c:pt>
                <c:pt idx="178">
                  <c:v>145</c:v>
                </c:pt>
                <c:pt idx="179">
                  <c:v>145</c:v>
                </c:pt>
                <c:pt idx="180">
                  <c:v>145</c:v>
                </c:pt>
                <c:pt idx="181">
                  <c:v>145</c:v>
                </c:pt>
                <c:pt idx="182">
                  <c:v>145</c:v>
                </c:pt>
                <c:pt idx="183">
                  <c:v>145</c:v>
                </c:pt>
                <c:pt idx="184">
                  <c:v>145</c:v>
                </c:pt>
                <c:pt idx="185">
                  <c:v>145</c:v>
                </c:pt>
                <c:pt idx="186">
                  <c:v>145</c:v>
                </c:pt>
                <c:pt idx="187">
                  <c:v>145</c:v>
                </c:pt>
                <c:pt idx="188">
                  <c:v>145</c:v>
                </c:pt>
                <c:pt idx="189">
                  <c:v>145</c:v>
                </c:pt>
                <c:pt idx="190">
                  <c:v>145</c:v>
                </c:pt>
                <c:pt idx="191">
                  <c:v>145</c:v>
                </c:pt>
                <c:pt idx="192">
                  <c:v>145</c:v>
                </c:pt>
                <c:pt idx="193">
                  <c:v>145</c:v>
                </c:pt>
                <c:pt idx="194">
                  <c:v>145</c:v>
                </c:pt>
                <c:pt idx="195">
                  <c:v>145</c:v>
                </c:pt>
                <c:pt idx="196">
                  <c:v>145</c:v>
                </c:pt>
                <c:pt idx="197">
                  <c:v>145</c:v>
                </c:pt>
                <c:pt idx="198">
                  <c:v>149</c:v>
                </c:pt>
                <c:pt idx="199">
                  <c:v>149</c:v>
                </c:pt>
                <c:pt idx="200">
                  <c:v>149</c:v>
                </c:pt>
                <c:pt idx="201">
                  <c:v>149</c:v>
                </c:pt>
                <c:pt idx="202">
                  <c:v>149</c:v>
                </c:pt>
                <c:pt idx="203">
                  <c:v>149</c:v>
                </c:pt>
                <c:pt idx="204">
                  <c:v>149</c:v>
                </c:pt>
                <c:pt idx="205">
                  <c:v>149</c:v>
                </c:pt>
                <c:pt idx="206">
                  <c:v>149</c:v>
                </c:pt>
                <c:pt idx="207">
                  <c:v>149</c:v>
                </c:pt>
                <c:pt idx="208">
                  <c:v>149</c:v>
                </c:pt>
                <c:pt idx="209">
                  <c:v>155</c:v>
                </c:pt>
                <c:pt idx="210">
                  <c:v>155</c:v>
                </c:pt>
                <c:pt idx="211">
                  <c:v>162</c:v>
                </c:pt>
                <c:pt idx="212">
                  <c:v>162</c:v>
                </c:pt>
                <c:pt idx="213">
                  <c:v>162</c:v>
                </c:pt>
                <c:pt idx="214">
                  <c:v>162</c:v>
                </c:pt>
                <c:pt idx="215">
                  <c:v>162</c:v>
                </c:pt>
                <c:pt idx="216">
                  <c:v>162</c:v>
                </c:pt>
                <c:pt idx="217">
                  <c:v>162</c:v>
                </c:pt>
                <c:pt idx="218">
                  <c:v>162</c:v>
                </c:pt>
                <c:pt idx="219">
                  <c:v>178</c:v>
                </c:pt>
                <c:pt idx="220">
                  <c:v>178</c:v>
                </c:pt>
                <c:pt idx="221">
                  <c:v>178</c:v>
                </c:pt>
                <c:pt idx="222">
                  <c:v>178</c:v>
                </c:pt>
                <c:pt idx="223">
                  <c:v>178</c:v>
                </c:pt>
                <c:pt idx="224">
                  <c:v>178</c:v>
                </c:pt>
                <c:pt idx="225">
                  <c:v>179</c:v>
                </c:pt>
                <c:pt idx="226">
                  <c:v>179</c:v>
                </c:pt>
                <c:pt idx="227">
                  <c:v>179</c:v>
                </c:pt>
                <c:pt idx="228">
                  <c:v>179</c:v>
                </c:pt>
                <c:pt idx="229">
                  <c:v>179</c:v>
                </c:pt>
                <c:pt idx="230">
                  <c:v>179</c:v>
                </c:pt>
                <c:pt idx="231">
                  <c:v>179</c:v>
                </c:pt>
                <c:pt idx="232">
                  <c:v>179</c:v>
                </c:pt>
                <c:pt idx="233">
                  <c:v>179</c:v>
                </c:pt>
                <c:pt idx="234">
                  <c:v>179</c:v>
                </c:pt>
                <c:pt idx="235">
                  <c:v>179</c:v>
                </c:pt>
                <c:pt idx="236">
                  <c:v>179</c:v>
                </c:pt>
                <c:pt idx="237">
                  <c:v>179</c:v>
                </c:pt>
                <c:pt idx="238">
                  <c:v>179</c:v>
                </c:pt>
                <c:pt idx="239">
                  <c:v>179</c:v>
                </c:pt>
                <c:pt idx="240">
                  <c:v>179</c:v>
                </c:pt>
                <c:pt idx="241">
                  <c:v>179</c:v>
                </c:pt>
                <c:pt idx="242">
                  <c:v>179</c:v>
                </c:pt>
                <c:pt idx="243">
                  <c:v>179</c:v>
                </c:pt>
                <c:pt idx="244">
                  <c:v>179</c:v>
                </c:pt>
                <c:pt idx="245">
                  <c:v>179</c:v>
                </c:pt>
                <c:pt idx="246">
                  <c:v>179</c:v>
                </c:pt>
                <c:pt idx="247">
                  <c:v>179</c:v>
                </c:pt>
                <c:pt idx="248">
                  <c:v>179</c:v>
                </c:pt>
                <c:pt idx="249">
                  <c:v>179</c:v>
                </c:pt>
                <c:pt idx="250">
                  <c:v>179</c:v>
                </c:pt>
                <c:pt idx="251">
                  <c:v>179</c:v>
                </c:pt>
                <c:pt idx="252">
                  <c:v>179</c:v>
                </c:pt>
                <c:pt idx="253">
                  <c:v>179</c:v>
                </c:pt>
                <c:pt idx="254">
                  <c:v>179</c:v>
                </c:pt>
                <c:pt idx="255">
                  <c:v>179</c:v>
                </c:pt>
                <c:pt idx="256">
                  <c:v>179</c:v>
                </c:pt>
                <c:pt idx="257">
                  <c:v>179</c:v>
                </c:pt>
                <c:pt idx="258">
                  <c:v>179</c:v>
                </c:pt>
                <c:pt idx="259">
                  <c:v>179</c:v>
                </c:pt>
                <c:pt idx="260">
                  <c:v>179</c:v>
                </c:pt>
                <c:pt idx="261">
                  <c:v>179</c:v>
                </c:pt>
                <c:pt idx="262">
                  <c:v>179</c:v>
                </c:pt>
                <c:pt idx="263">
                  <c:v>179</c:v>
                </c:pt>
                <c:pt idx="264">
                  <c:v>179</c:v>
                </c:pt>
                <c:pt idx="265">
                  <c:v>181</c:v>
                </c:pt>
                <c:pt idx="266">
                  <c:v>181</c:v>
                </c:pt>
                <c:pt idx="267">
                  <c:v>181</c:v>
                </c:pt>
                <c:pt idx="268">
                  <c:v>181</c:v>
                </c:pt>
                <c:pt idx="269">
                  <c:v>181</c:v>
                </c:pt>
                <c:pt idx="270">
                  <c:v>181</c:v>
                </c:pt>
                <c:pt idx="271">
                  <c:v>181</c:v>
                </c:pt>
                <c:pt idx="272">
                  <c:v>181</c:v>
                </c:pt>
                <c:pt idx="273">
                  <c:v>181</c:v>
                </c:pt>
                <c:pt idx="274">
                  <c:v>183</c:v>
                </c:pt>
                <c:pt idx="275">
                  <c:v>190</c:v>
                </c:pt>
                <c:pt idx="276">
                  <c:v>190</c:v>
                </c:pt>
                <c:pt idx="277">
                  <c:v>190</c:v>
                </c:pt>
                <c:pt idx="278">
                  <c:v>190</c:v>
                </c:pt>
                <c:pt idx="279">
                  <c:v>190</c:v>
                </c:pt>
                <c:pt idx="280">
                  <c:v>190</c:v>
                </c:pt>
                <c:pt idx="281">
                  <c:v>190</c:v>
                </c:pt>
                <c:pt idx="282">
                  <c:v>190</c:v>
                </c:pt>
                <c:pt idx="283">
                  <c:v>190</c:v>
                </c:pt>
                <c:pt idx="284">
                  <c:v>190</c:v>
                </c:pt>
                <c:pt idx="285">
                  <c:v>190</c:v>
                </c:pt>
                <c:pt idx="286">
                  <c:v>190</c:v>
                </c:pt>
                <c:pt idx="287">
                  <c:v>190</c:v>
                </c:pt>
                <c:pt idx="288">
                  <c:v>190</c:v>
                </c:pt>
                <c:pt idx="289">
                  <c:v>190</c:v>
                </c:pt>
                <c:pt idx="290">
                  <c:v>190</c:v>
                </c:pt>
                <c:pt idx="291">
                  <c:v>190</c:v>
                </c:pt>
                <c:pt idx="292">
                  <c:v>192</c:v>
                </c:pt>
                <c:pt idx="293">
                  <c:v>192</c:v>
                </c:pt>
                <c:pt idx="294">
                  <c:v>192</c:v>
                </c:pt>
                <c:pt idx="295">
                  <c:v>192</c:v>
                </c:pt>
                <c:pt idx="296">
                  <c:v>192</c:v>
                </c:pt>
                <c:pt idx="297">
                  <c:v>192</c:v>
                </c:pt>
                <c:pt idx="298">
                  <c:v>192</c:v>
                </c:pt>
                <c:pt idx="299">
                  <c:v>192</c:v>
                </c:pt>
                <c:pt idx="300">
                  <c:v>192</c:v>
                </c:pt>
                <c:pt idx="301">
                  <c:v>192</c:v>
                </c:pt>
                <c:pt idx="302">
                  <c:v>192</c:v>
                </c:pt>
                <c:pt idx="303">
                  <c:v>192</c:v>
                </c:pt>
                <c:pt idx="304">
                  <c:v>192</c:v>
                </c:pt>
                <c:pt idx="305">
                  <c:v>192</c:v>
                </c:pt>
                <c:pt idx="306">
                  <c:v>192</c:v>
                </c:pt>
                <c:pt idx="307">
                  <c:v>192</c:v>
                </c:pt>
                <c:pt idx="308">
                  <c:v>192</c:v>
                </c:pt>
                <c:pt idx="309">
                  <c:v>192</c:v>
                </c:pt>
                <c:pt idx="310">
                  <c:v>192</c:v>
                </c:pt>
                <c:pt idx="311">
                  <c:v>192</c:v>
                </c:pt>
                <c:pt idx="312">
                  <c:v>192</c:v>
                </c:pt>
                <c:pt idx="313">
                  <c:v>192</c:v>
                </c:pt>
                <c:pt idx="314">
                  <c:v>192</c:v>
                </c:pt>
                <c:pt idx="315">
                  <c:v>192</c:v>
                </c:pt>
                <c:pt idx="316">
                  <c:v>192</c:v>
                </c:pt>
                <c:pt idx="317">
                  <c:v>192</c:v>
                </c:pt>
                <c:pt idx="318">
                  <c:v>192</c:v>
                </c:pt>
                <c:pt idx="319">
                  <c:v>192</c:v>
                </c:pt>
                <c:pt idx="320">
                  <c:v>192</c:v>
                </c:pt>
                <c:pt idx="321">
                  <c:v>192</c:v>
                </c:pt>
                <c:pt idx="322">
                  <c:v>192</c:v>
                </c:pt>
                <c:pt idx="323">
                  <c:v>192</c:v>
                </c:pt>
                <c:pt idx="324">
                  <c:v>192</c:v>
                </c:pt>
                <c:pt idx="325">
                  <c:v>192</c:v>
                </c:pt>
                <c:pt idx="326">
                  <c:v>192</c:v>
                </c:pt>
                <c:pt idx="327">
                  <c:v>192</c:v>
                </c:pt>
                <c:pt idx="328">
                  <c:v>192</c:v>
                </c:pt>
                <c:pt idx="329">
                  <c:v>192</c:v>
                </c:pt>
                <c:pt idx="330">
                  <c:v>192</c:v>
                </c:pt>
                <c:pt idx="331">
                  <c:v>192</c:v>
                </c:pt>
                <c:pt idx="332">
                  <c:v>192</c:v>
                </c:pt>
                <c:pt idx="333">
                  <c:v>192</c:v>
                </c:pt>
                <c:pt idx="334">
                  <c:v>192</c:v>
                </c:pt>
                <c:pt idx="335">
                  <c:v>192</c:v>
                </c:pt>
                <c:pt idx="336">
                  <c:v>192</c:v>
                </c:pt>
                <c:pt idx="337">
                  <c:v>192</c:v>
                </c:pt>
                <c:pt idx="338">
                  <c:v>192</c:v>
                </c:pt>
                <c:pt idx="339">
                  <c:v>192</c:v>
                </c:pt>
                <c:pt idx="340">
                  <c:v>192</c:v>
                </c:pt>
                <c:pt idx="341">
                  <c:v>192</c:v>
                </c:pt>
                <c:pt idx="342">
                  <c:v>192</c:v>
                </c:pt>
                <c:pt idx="343">
                  <c:v>192</c:v>
                </c:pt>
                <c:pt idx="344">
                  <c:v>192</c:v>
                </c:pt>
                <c:pt idx="345">
                  <c:v>192</c:v>
                </c:pt>
                <c:pt idx="346">
                  <c:v>192</c:v>
                </c:pt>
                <c:pt idx="347">
                  <c:v>192</c:v>
                </c:pt>
                <c:pt idx="348">
                  <c:v>192</c:v>
                </c:pt>
                <c:pt idx="349">
                  <c:v>192</c:v>
                </c:pt>
                <c:pt idx="350">
                  <c:v>192</c:v>
                </c:pt>
                <c:pt idx="351">
                  <c:v>192</c:v>
                </c:pt>
                <c:pt idx="352">
                  <c:v>192</c:v>
                </c:pt>
                <c:pt idx="353">
                  <c:v>192</c:v>
                </c:pt>
                <c:pt idx="354">
                  <c:v>192</c:v>
                </c:pt>
                <c:pt idx="355">
                  <c:v>192</c:v>
                </c:pt>
                <c:pt idx="356">
                  <c:v>192</c:v>
                </c:pt>
                <c:pt idx="357">
                  <c:v>192</c:v>
                </c:pt>
                <c:pt idx="358">
                  <c:v>192</c:v>
                </c:pt>
                <c:pt idx="359">
                  <c:v>192</c:v>
                </c:pt>
                <c:pt idx="360">
                  <c:v>192</c:v>
                </c:pt>
                <c:pt idx="361">
                  <c:v>192</c:v>
                </c:pt>
                <c:pt idx="362">
                  <c:v>192</c:v>
                </c:pt>
                <c:pt idx="363">
                  <c:v>192</c:v>
                </c:pt>
                <c:pt idx="364">
                  <c:v>204</c:v>
                </c:pt>
                <c:pt idx="365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0-4CA7-B505-54EE7CC1BFA6}"/>
            </c:ext>
          </c:extLst>
        </c:ser>
        <c:ser>
          <c:idx val="3"/>
          <c:order val="3"/>
          <c:tx>
            <c:v>2022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Fig3_CumNeg!$E$2:$E$367</c:f>
              <c:numCache>
                <c:formatCode>General</c:formatCode>
                <c:ptCount val="366"/>
                <c:pt idx="0">
                  <c:v>0</c:v>
                </c:pt>
                <c:pt idx="1">
                  <c:v>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15</c:v>
                </c:pt>
                <c:pt idx="50">
                  <c:v>15</c:v>
                </c:pt>
                <c:pt idx="51">
                  <c:v>15</c:v>
                </c:pt>
                <c:pt idx="52">
                  <c:v>15</c:v>
                </c:pt>
                <c:pt idx="53">
                  <c:v>15</c:v>
                </c:pt>
                <c:pt idx="54">
                  <c:v>15</c:v>
                </c:pt>
                <c:pt idx="55">
                  <c:v>15</c:v>
                </c:pt>
                <c:pt idx="56">
                  <c:v>15</c:v>
                </c:pt>
                <c:pt idx="57">
                  <c:v>15</c:v>
                </c:pt>
                <c:pt idx="58">
                  <c:v>15</c:v>
                </c:pt>
                <c:pt idx="59">
                  <c:v>15</c:v>
                </c:pt>
                <c:pt idx="60">
                  <c:v>15</c:v>
                </c:pt>
                <c:pt idx="61">
                  <c:v>15</c:v>
                </c:pt>
                <c:pt idx="62">
                  <c:v>15</c:v>
                </c:pt>
                <c:pt idx="63">
                  <c:v>15</c:v>
                </c:pt>
                <c:pt idx="64">
                  <c:v>15</c:v>
                </c:pt>
                <c:pt idx="65">
                  <c:v>15</c:v>
                </c:pt>
                <c:pt idx="66">
                  <c:v>15</c:v>
                </c:pt>
                <c:pt idx="67">
                  <c:v>15</c:v>
                </c:pt>
                <c:pt idx="68">
                  <c:v>15</c:v>
                </c:pt>
                <c:pt idx="69">
                  <c:v>17</c:v>
                </c:pt>
                <c:pt idx="70">
                  <c:v>17</c:v>
                </c:pt>
                <c:pt idx="71">
                  <c:v>17</c:v>
                </c:pt>
                <c:pt idx="72">
                  <c:v>17</c:v>
                </c:pt>
                <c:pt idx="73">
                  <c:v>17</c:v>
                </c:pt>
                <c:pt idx="74">
                  <c:v>17</c:v>
                </c:pt>
                <c:pt idx="75">
                  <c:v>17</c:v>
                </c:pt>
                <c:pt idx="76">
                  <c:v>17</c:v>
                </c:pt>
                <c:pt idx="77">
                  <c:v>17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30</c:v>
                </c:pt>
                <c:pt idx="99">
                  <c:v>33</c:v>
                </c:pt>
                <c:pt idx="100">
                  <c:v>33</c:v>
                </c:pt>
                <c:pt idx="101">
                  <c:v>33</c:v>
                </c:pt>
                <c:pt idx="102">
                  <c:v>33</c:v>
                </c:pt>
                <c:pt idx="103">
                  <c:v>33</c:v>
                </c:pt>
                <c:pt idx="104">
                  <c:v>33</c:v>
                </c:pt>
                <c:pt idx="105">
                  <c:v>33</c:v>
                </c:pt>
                <c:pt idx="106">
                  <c:v>36</c:v>
                </c:pt>
                <c:pt idx="107">
                  <c:v>36</c:v>
                </c:pt>
                <c:pt idx="108">
                  <c:v>36</c:v>
                </c:pt>
                <c:pt idx="109">
                  <c:v>36</c:v>
                </c:pt>
                <c:pt idx="110">
                  <c:v>36</c:v>
                </c:pt>
                <c:pt idx="111">
                  <c:v>36</c:v>
                </c:pt>
                <c:pt idx="112">
                  <c:v>38</c:v>
                </c:pt>
                <c:pt idx="113">
                  <c:v>38</c:v>
                </c:pt>
                <c:pt idx="114">
                  <c:v>38</c:v>
                </c:pt>
                <c:pt idx="115">
                  <c:v>38</c:v>
                </c:pt>
                <c:pt idx="116">
                  <c:v>38</c:v>
                </c:pt>
                <c:pt idx="117">
                  <c:v>38</c:v>
                </c:pt>
                <c:pt idx="118">
                  <c:v>38</c:v>
                </c:pt>
                <c:pt idx="119">
                  <c:v>38</c:v>
                </c:pt>
                <c:pt idx="120">
                  <c:v>38</c:v>
                </c:pt>
                <c:pt idx="121">
                  <c:v>38</c:v>
                </c:pt>
                <c:pt idx="122">
                  <c:v>38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</c:v>
                </c:pt>
                <c:pt idx="128">
                  <c:v>38</c:v>
                </c:pt>
                <c:pt idx="129">
                  <c:v>38</c:v>
                </c:pt>
                <c:pt idx="130">
                  <c:v>38</c:v>
                </c:pt>
                <c:pt idx="131">
                  <c:v>38</c:v>
                </c:pt>
                <c:pt idx="132">
                  <c:v>38</c:v>
                </c:pt>
                <c:pt idx="133">
                  <c:v>38</c:v>
                </c:pt>
                <c:pt idx="134">
                  <c:v>38</c:v>
                </c:pt>
                <c:pt idx="135">
                  <c:v>38</c:v>
                </c:pt>
                <c:pt idx="136">
                  <c:v>38</c:v>
                </c:pt>
                <c:pt idx="137">
                  <c:v>38</c:v>
                </c:pt>
                <c:pt idx="138">
                  <c:v>38</c:v>
                </c:pt>
                <c:pt idx="139">
                  <c:v>38</c:v>
                </c:pt>
                <c:pt idx="140">
                  <c:v>42</c:v>
                </c:pt>
                <c:pt idx="141">
                  <c:v>42</c:v>
                </c:pt>
                <c:pt idx="142">
                  <c:v>42</c:v>
                </c:pt>
                <c:pt idx="143">
                  <c:v>42</c:v>
                </c:pt>
                <c:pt idx="144">
                  <c:v>42</c:v>
                </c:pt>
                <c:pt idx="145">
                  <c:v>48</c:v>
                </c:pt>
                <c:pt idx="146">
                  <c:v>55</c:v>
                </c:pt>
                <c:pt idx="147">
                  <c:v>64</c:v>
                </c:pt>
                <c:pt idx="148">
                  <c:v>64</c:v>
                </c:pt>
                <c:pt idx="149">
                  <c:v>64</c:v>
                </c:pt>
                <c:pt idx="150">
                  <c:v>64</c:v>
                </c:pt>
                <c:pt idx="151">
                  <c:v>64</c:v>
                </c:pt>
                <c:pt idx="152">
                  <c:v>64</c:v>
                </c:pt>
                <c:pt idx="153">
                  <c:v>64</c:v>
                </c:pt>
                <c:pt idx="154">
                  <c:v>64</c:v>
                </c:pt>
                <c:pt idx="155">
                  <c:v>64</c:v>
                </c:pt>
                <c:pt idx="156">
                  <c:v>69</c:v>
                </c:pt>
                <c:pt idx="157">
                  <c:v>69</c:v>
                </c:pt>
                <c:pt idx="158">
                  <c:v>69</c:v>
                </c:pt>
                <c:pt idx="159">
                  <c:v>69</c:v>
                </c:pt>
                <c:pt idx="160">
                  <c:v>69</c:v>
                </c:pt>
                <c:pt idx="161">
                  <c:v>69</c:v>
                </c:pt>
                <c:pt idx="162">
                  <c:v>70</c:v>
                </c:pt>
                <c:pt idx="163">
                  <c:v>70</c:v>
                </c:pt>
                <c:pt idx="164">
                  <c:v>70</c:v>
                </c:pt>
                <c:pt idx="165">
                  <c:v>70</c:v>
                </c:pt>
                <c:pt idx="166">
                  <c:v>70</c:v>
                </c:pt>
                <c:pt idx="167">
                  <c:v>70</c:v>
                </c:pt>
                <c:pt idx="168">
                  <c:v>70</c:v>
                </c:pt>
                <c:pt idx="169">
                  <c:v>70</c:v>
                </c:pt>
                <c:pt idx="170">
                  <c:v>70</c:v>
                </c:pt>
                <c:pt idx="171">
                  <c:v>70</c:v>
                </c:pt>
                <c:pt idx="172">
                  <c:v>70</c:v>
                </c:pt>
                <c:pt idx="173">
                  <c:v>70</c:v>
                </c:pt>
                <c:pt idx="174">
                  <c:v>70</c:v>
                </c:pt>
                <c:pt idx="175">
                  <c:v>70</c:v>
                </c:pt>
                <c:pt idx="176">
                  <c:v>70</c:v>
                </c:pt>
                <c:pt idx="177">
                  <c:v>70</c:v>
                </c:pt>
                <c:pt idx="178">
                  <c:v>70</c:v>
                </c:pt>
                <c:pt idx="179">
                  <c:v>70</c:v>
                </c:pt>
                <c:pt idx="180">
                  <c:v>70</c:v>
                </c:pt>
                <c:pt idx="181">
                  <c:v>70</c:v>
                </c:pt>
                <c:pt idx="182">
                  <c:v>70</c:v>
                </c:pt>
                <c:pt idx="183">
                  <c:v>70</c:v>
                </c:pt>
                <c:pt idx="184">
                  <c:v>70</c:v>
                </c:pt>
                <c:pt idx="185">
                  <c:v>70</c:v>
                </c:pt>
                <c:pt idx="186">
                  <c:v>70</c:v>
                </c:pt>
                <c:pt idx="187">
                  <c:v>70</c:v>
                </c:pt>
                <c:pt idx="188">
                  <c:v>70</c:v>
                </c:pt>
                <c:pt idx="189">
                  <c:v>70</c:v>
                </c:pt>
                <c:pt idx="190">
                  <c:v>70</c:v>
                </c:pt>
                <c:pt idx="191">
                  <c:v>70</c:v>
                </c:pt>
                <c:pt idx="192">
                  <c:v>70</c:v>
                </c:pt>
                <c:pt idx="193">
                  <c:v>70</c:v>
                </c:pt>
                <c:pt idx="194">
                  <c:v>70</c:v>
                </c:pt>
                <c:pt idx="195">
                  <c:v>70</c:v>
                </c:pt>
                <c:pt idx="196">
                  <c:v>74</c:v>
                </c:pt>
                <c:pt idx="197">
                  <c:v>74</c:v>
                </c:pt>
                <c:pt idx="198">
                  <c:v>74</c:v>
                </c:pt>
                <c:pt idx="199">
                  <c:v>74</c:v>
                </c:pt>
                <c:pt idx="200">
                  <c:v>74</c:v>
                </c:pt>
                <c:pt idx="201">
                  <c:v>74</c:v>
                </c:pt>
                <c:pt idx="202">
                  <c:v>74</c:v>
                </c:pt>
                <c:pt idx="203">
                  <c:v>74</c:v>
                </c:pt>
                <c:pt idx="204">
                  <c:v>74</c:v>
                </c:pt>
                <c:pt idx="205">
                  <c:v>74</c:v>
                </c:pt>
                <c:pt idx="206">
                  <c:v>74</c:v>
                </c:pt>
                <c:pt idx="207">
                  <c:v>74</c:v>
                </c:pt>
                <c:pt idx="208">
                  <c:v>74</c:v>
                </c:pt>
                <c:pt idx="209">
                  <c:v>74</c:v>
                </c:pt>
                <c:pt idx="210">
                  <c:v>74</c:v>
                </c:pt>
                <c:pt idx="211">
                  <c:v>74</c:v>
                </c:pt>
                <c:pt idx="212">
                  <c:v>74</c:v>
                </c:pt>
                <c:pt idx="213">
                  <c:v>74</c:v>
                </c:pt>
                <c:pt idx="214">
                  <c:v>74</c:v>
                </c:pt>
                <c:pt idx="215">
                  <c:v>74</c:v>
                </c:pt>
                <c:pt idx="216">
                  <c:v>74</c:v>
                </c:pt>
                <c:pt idx="217">
                  <c:v>74</c:v>
                </c:pt>
                <c:pt idx="218">
                  <c:v>74</c:v>
                </c:pt>
                <c:pt idx="219">
                  <c:v>74</c:v>
                </c:pt>
                <c:pt idx="220">
                  <c:v>74</c:v>
                </c:pt>
                <c:pt idx="221">
                  <c:v>74</c:v>
                </c:pt>
                <c:pt idx="222">
                  <c:v>74</c:v>
                </c:pt>
                <c:pt idx="223">
                  <c:v>74</c:v>
                </c:pt>
                <c:pt idx="224">
                  <c:v>74</c:v>
                </c:pt>
                <c:pt idx="225">
                  <c:v>74</c:v>
                </c:pt>
                <c:pt idx="226">
                  <c:v>74</c:v>
                </c:pt>
                <c:pt idx="227">
                  <c:v>74</c:v>
                </c:pt>
                <c:pt idx="228">
                  <c:v>74</c:v>
                </c:pt>
                <c:pt idx="229">
                  <c:v>74</c:v>
                </c:pt>
                <c:pt idx="230">
                  <c:v>74</c:v>
                </c:pt>
                <c:pt idx="231">
                  <c:v>74</c:v>
                </c:pt>
                <c:pt idx="232">
                  <c:v>74</c:v>
                </c:pt>
                <c:pt idx="233">
                  <c:v>74</c:v>
                </c:pt>
                <c:pt idx="234">
                  <c:v>74</c:v>
                </c:pt>
                <c:pt idx="235">
                  <c:v>74</c:v>
                </c:pt>
                <c:pt idx="236">
                  <c:v>74</c:v>
                </c:pt>
                <c:pt idx="237">
                  <c:v>74</c:v>
                </c:pt>
                <c:pt idx="238">
                  <c:v>74</c:v>
                </c:pt>
                <c:pt idx="239">
                  <c:v>74</c:v>
                </c:pt>
                <c:pt idx="240">
                  <c:v>74</c:v>
                </c:pt>
                <c:pt idx="241">
                  <c:v>74</c:v>
                </c:pt>
                <c:pt idx="242">
                  <c:v>74</c:v>
                </c:pt>
                <c:pt idx="243">
                  <c:v>74</c:v>
                </c:pt>
                <c:pt idx="244">
                  <c:v>74</c:v>
                </c:pt>
                <c:pt idx="245">
                  <c:v>74</c:v>
                </c:pt>
                <c:pt idx="246">
                  <c:v>74</c:v>
                </c:pt>
                <c:pt idx="247">
                  <c:v>74</c:v>
                </c:pt>
                <c:pt idx="248">
                  <c:v>74</c:v>
                </c:pt>
                <c:pt idx="249">
                  <c:v>74</c:v>
                </c:pt>
                <c:pt idx="250">
                  <c:v>74</c:v>
                </c:pt>
                <c:pt idx="251">
                  <c:v>74</c:v>
                </c:pt>
                <c:pt idx="252">
                  <c:v>74</c:v>
                </c:pt>
                <c:pt idx="253">
                  <c:v>74</c:v>
                </c:pt>
                <c:pt idx="254">
                  <c:v>74</c:v>
                </c:pt>
                <c:pt idx="255">
                  <c:v>74</c:v>
                </c:pt>
                <c:pt idx="256">
                  <c:v>74</c:v>
                </c:pt>
                <c:pt idx="257">
                  <c:v>74</c:v>
                </c:pt>
                <c:pt idx="258">
                  <c:v>74</c:v>
                </c:pt>
                <c:pt idx="259">
                  <c:v>74</c:v>
                </c:pt>
                <c:pt idx="260">
                  <c:v>74</c:v>
                </c:pt>
                <c:pt idx="261">
                  <c:v>74</c:v>
                </c:pt>
                <c:pt idx="262">
                  <c:v>74</c:v>
                </c:pt>
                <c:pt idx="263">
                  <c:v>74</c:v>
                </c:pt>
                <c:pt idx="264">
                  <c:v>74</c:v>
                </c:pt>
                <c:pt idx="265">
                  <c:v>74</c:v>
                </c:pt>
                <c:pt idx="266">
                  <c:v>74</c:v>
                </c:pt>
                <c:pt idx="267">
                  <c:v>74</c:v>
                </c:pt>
                <c:pt idx="268">
                  <c:v>74</c:v>
                </c:pt>
                <c:pt idx="269">
                  <c:v>74</c:v>
                </c:pt>
                <c:pt idx="270">
                  <c:v>74</c:v>
                </c:pt>
                <c:pt idx="271">
                  <c:v>74</c:v>
                </c:pt>
                <c:pt idx="272">
                  <c:v>74</c:v>
                </c:pt>
                <c:pt idx="273">
                  <c:v>74</c:v>
                </c:pt>
                <c:pt idx="274">
                  <c:v>74</c:v>
                </c:pt>
                <c:pt idx="275">
                  <c:v>74</c:v>
                </c:pt>
                <c:pt idx="276">
                  <c:v>74</c:v>
                </c:pt>
                <c:pt idx="277">
                  <c:v>77</c:v>
                </c:pt>
                <c:pt idx="278">
                  <c:v>80</c:v>
                </c:pt>
                <c:pt idx="279">
                  <c:v>80</c:v>
                </c:pt>
                <c:pt idx="280">
                  <c:v>80</c:v>
                </c:pt>
                <c:pt idx="281">
                  <c:v>80</c:v>
                </c:pt>
                <c:pt idx="282">
                  <c:v>80</c:v>
                </c:pt>
                <c:pt idx="283">
                  <c:v>80</c:v>
                </c:pt>
                <c:pt idx="284">
                  <c:v>80</c:v>
                </c:pt>
                <c:pt idx="285">
                  <c:v>80</c:v>
                </c:pt>
                <c:pt idx="286">
                  <c:v>80</c:v>
                </c:pt>
                <c:pt idx="287">
                  <c:v>80</c:v>
                </c:pt>
                <c:pt idx="288">
                  <c:v>80</c:v>
                </c:pt>
                <c:pt idx="289">
                  <c:v>80</c:v>
                </c:pt>
                <c:pt idx="290">
                  <c:v>80</c:v>
                </c:pt>
                <c:pt idx="291">
                  <c:v>80</c:v>
                </c:pt>
                <c:pt idx="292">
                  <c:v>80</c:v>
                </c:pt>
                <c:pt idx="293">
                  <c:v>80</c:v>
                </c:pt>
                <c:pt idx="294">
                  <c:v>80</c:v>
                </c:pt>
                <c:pt idx="295">
                  <c:v>80</c:v>
                </c:pt>
                <c:pt idx="296">
                  <c:v>80</c:v>
                </c:pt>
                <c:pt idx="297">
                  <c:v>80</c:v>
                </c:pt>
                <c:pt idx="298">
                  <c:v>80</c:v>
                </c:pt>
                <c:pt idx="299">
                  <c:v>80</c:v>
                </c:pt>
                <c:pt idx="300">
                  <c:v>80</c:v>
                </c:pt>
                <c:pt idx="301">
                  <c:v>80</c:v>
                </c:pt>
                <c:pt idx="302">
                  <c:v>80</c:v>
                </c:pt>
                <c:pt idx="303">
                  <c:v>80</c:v>
                </c:pt>
                <c:pt idx="304">
                  <c:v>80</c:v>
                </c:pt>
                <c:pt idx="305">
                  <c:v>80</c:v>
                </c:pt>
                <c:pt idx="306">
                  <c:v>80</c:v>
                </c:pt>
                <c:pt idx="307">
                  <c:v>80</c:v>
                </c:pt>
                <c:pt idx="308">
                  <c:v>80</c:v>
                </c:pt>
                <c:pt idx="309">
                  <c:v>81</c:v>
                </c:pt>
                <c:pt idx="310">
                  <c:v>84</c:v>
                </c:pt>
                <c:pt idx="311">
                  <c:v>84</c:v>
                </c:pt>
                <c:pt idx="312">
                  <c:v>84</c:v>
                </c:pt>
                <c:pt idx="313">
                  <c:v>84</c:v>
                </c:pt>
                <c:pt idx="314">
                  <c:v>84</c:v>
                </c:pt>
                <c:pt idx="315">
                  <c:v>84</c:v>
                </c:pt>
                <c:pt idx="316">
                  <c:v>84</c:v>
                </c:pt>
                <c:pt idx="317">
                  <c:v>84</c:v>
                </c:pt>
                <c:pt idx="318">
                  <c:v>84</c:v>
                </c:pt>
                <c:pt idx="319">
                  <c:v>84</c:v>
                </c:pt>
                <c:pt idx="320">
                  <c:v>84</c:v>
                </c:pt>
                <c:pt idx="321">
                  <c:v>84</c:v>
                </c:pt>
                <c:pt idx="322">
                  <c:v>84</c:v>
                </c:pt>
                <c:pt idx="323">
                  <c:v>84</c:v>
                </c:pt>
                <c:pt idx="324">
                  <c:v>84</c:v>
                </c:pt>
                <c:pt idx="325">
                  <c:v>84</c:v>
                </c:pt>
                <c:pt idx="326">
                  <c:v>84</c:v>
                </c:pt>
                <c:pt idx="327">
                  <c:v>84</c:v>
                </c:pt>
                <c:pt idx="328">
                  <c:v>84</c:v>
                </c:pt>
                <c:pt idx="329">
                  <c:v>84</c:v>
                </c:pt>
                <c:pt idx="330">
                  <c:v>84</c:v>
                </c:pt>
                <c:pt idx="331">
                  <c:v>84</c:v>
                </c:pt>
                <c:pt idx="332">
                  <c:v>84</c:v>
                </c:pt>
                <c:pt idx="333">
                  <c:v>84</c:v>
                </c:pt>
                <c:pt idx="334">
                  <c:v>84</c:v>
                </c:pt>
                <c:pt idx="335">
                  <c:v>84</c:v>
                </c:pt>
                <c:pt idx="336">
                  <c:v>84</c:v>
                </c:pt>
                <c:pt idx="337">
                  <c:v>84</c:v>
                </c:pt>
                <c:pt idx="338">
                  <c:v>84</c:v>
                </c:pt>
                <c:pt idx="339">
                  <c:v>84</c:v>
                </c:pt>
                <c:pt idx="340">
                  <c:v>84</c:v>
                </c:pt>
                <c:pt idx="341">
                  <c:v>84</c:v>
                </c:pt>
                <c:pt idx="342">
                  <c:v>84</c:v>
                </c:pt>
                <c:pt idx="343">
                  <c:v>84</c:v>
                </c:pt>
                <c:pt idx="344">
                  <c:v>84</c:v>
                </c:pt>
                <c:pt idx="345">
                  <c:v>84</c:v>
                </c:pt>
                <c:pt idx="346">
                  <c:v>84</c:v>
                </c:pt>
                <c:pt idx="347">
                  <c:v>84</c:v>
                </c:pt>
                <c:pt idx="348">
                  <c:v>84</c:v>
                </c:pt>
                <c:pt idx="349">
                  <c:v>84</c:v>
                </c:pt>
                <c:pt idx="350">
                  <c:v>84</c:v>
                </c:pt>
                <c:pt idx="351">
                  <c:v>84</c:v>
                </c:pt>
                <c:pt idx="352">
                  <c:v>84</c:v>
                </c:pt>
                <c:pt idx="353">
                  <c:v>84</c:v>
                </c:pt>
                <c:pt idx="354">
                  <c:v>84</c:v>
                </c:pt>
                <c:pt idx="355">
                  <c:v>84</c:v>
                </c:pt>
                <c:pt idx="356">
                  <c:v>84</c:v>
                </c:pt>
                <c:pt idx="357">
                  <c:v>84</c:v>
                </c:pt>
                <c:pt idx="358">
                  <c:v>84</c:v>
                </c:pt>
                <c:pt idx="359">
                  <c:v>84</c:v>
                </c:pt>
                <c:pt idx="360">
                  <c:v>84</c:v>
                </c:pt>
                <c:pt idx="361">
                  <c:v>88</c:v>
                </c:pt>
                <c:pt idx="362">
                  <c:v>95</c:v>
                </c:pt>
                <c:pt idx="363">
                  <c:v>101</c:v>
                </c:pt>
                <c:pt idx="364">
                  <c:v>125</c:v>
                </c:pt>
                <c:pt idx="365">
                  <c:v>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90-4CA7-B505-54EE7CC1BFA6}"/>
            </c:ext>
          </c:extLst>
        </c:ser>
        <c:ser>
          <c:idx val="4"/>
          <c:order val="4"/>
          <c:tx>
            <c:v>2023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Fig3_CumNeg!$F$2:$F$367</c:f>
              <c:numCache>
                <c:formatCode>General</c:formatCode>
                <c:ptCount val="366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16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23</c:v>
                </c:pt>
                <c:pt idx="11">
                  <c:v>24</c:v>
                </c:pt>
                <c:pt idx="12">
                  <c:v>24</c:v>
                </c:pt>
                <c:pt idx="13">
                  <c:v>24</c:v>
                </c:pt>
                <c:pt idx="14">
                  <c:v>28</c:v>
                </c:pt>
                <c:pt idx="15">
                  <c:v>28</c:v>
                </c:pt>
                <c:pt idx="16">
                  <c:v>28</c:v>
                </c:pt>
                <c:pt idx="17">
                  <c:v>28</c:v>
                </c:pt>
                <c:pt idx="18">
                  <c:v>28</c:v>
                </c:pt>
                <c:pt idx="19">
                  <c:v>28</c:v>
                </c:pt>
                <c:pt idx="20">
                  <c:v>28</c:v>
                </c:pt>
                <c:pt idx="21">
                  <c:v>28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28</c:v>
                </c:pt>
                <c:pt idx="26">
                  <c:v>28</c:v>
                </c:pt>
                <c:pt idx="27">
                  <c:v>28</c:v>
                </c:pt>
                <c:pt idx="28">
                  <c:v>28</c:v>
                </c:pt>
                <c:pt idx="29">
                  <c:v>28</c:v>
                </c:pt>
                <c:pt idx="30">
                  <c:v>28</c:v>
                </c:pt>
                <c:pt idx="31">
                  <c:v>28</c:v>
                </c:pt>
                <c:pt idx="32">
                  <c:v>28</c:v>
                </c:pt>
                <c:pt idx="33">
                  <c:v>28</c:v>
                </c:pt>
                <c:pt idx="34">
                  <c:v>28</c:v>
                </c:pt>
                <c:pt idx="35">
                  <c:v>28</c:v>
                </c:pt>
                <c:pt idx="36">
                  <c:v>28</c:v>
                </c:pt>
                <c:pt idx="37">
                  <c:v>28</c:v>
                </c:pt>
                <c:pt idx="38">
                  <c:v>28</c:v>
                </c:pt>
                <c:pt idx="39">
                  <c:v>28</c:v>
                </c:pt>
                <c:pt idx="40">
                  <c:v>28</c:v>
                </c:pt>
                <c:pt idx="41">
                  <c:v>28</c:v>
                </c:pt>
                <c:pt idx="42">
                  <c:v>28</c:v>
                </c:pt>
                <c:pt idx="43">
                  <c:v>28</c:v>
                </c:pt>
                <c:pt idx="44">
                  <c:v>28</c:v>
                </c:pt>
                <c:pt idx="45">
                  <c:v>28</c:v>
                </c:pt>
                <c:pt idx="46">
                  <c:v>28</c:v>
                </c:pt>
                <c:pt idx="47">
                  <c:v>28</c:v>
                </c:pt>
                <c:pt idx="48">
                  <c:v>28</c:v>
                </c:pt>
                <c:pt idx="49">
                  <c:v>28</c:v>
                </c:pt>
                <c:pt idx="50">
                  <c:v>28</c:v>
                </c:pt>
                <c:pt idx="51">
                  <c:v>28</c:v>
                </c:pt>
                <c:pt idx="52">
                  <c:v>28</c:v>
                </c:pt>
                <c:pt idx="53">
                  <c:v>28</c:v>
                </c:pt>
                <c:pt idx="54">
                  <c:v>28</c:v>
                </c:pt>
                <c:pt idx="55">
                  <c:v>28</c:v>
                </c:pt>
                <c:pt idx="56">
                  <c:v>28</c:v>
                </c:pt>
                <c:pt idx="57">
                  <c:v>28</c:v>
                </c:pt>
                <c:pt idx="58">
                  <c:v>28</c:v>
                </c:pt>
                <c:pt idx="59">
                  <c:v>28</c:v>
                </c:pt>
                <c:pt idx="60">
                  <c:v>28</c:v>
                </c:pt>
                <c:pt idx="61">
                  <c:v>28</c:v>
                </c:pt>
                <c:pt idx="62">
                  <c:v>28</c:v>
                </c:pt>
                <c:pt idx="63">
                  <c:v>28</c:v>
                </c:pt>
                <c:pt idx="64">
                  <c:v>28</c:v>
                </c:pt>
                <c:pt idx="65">
                  <c:v>28</c:v>
                </c:pt>
                <c:pt idx="66">
                  <c:v>28</c:v>
                </c:pt>
                <c:pt idx="67">
                  <c:v>28</c:v>
                </c:pt>
                <c:pt idx="68">
                  <c:v>28</c:v>
                </c:pt>
                <c:pt idx="69">
                  <c:v>28</c:v>
                </c:pt>
                <c:pt idx="70">
                  <c:v>28</c:v>
                </c:pt>
                <c:pt idx="71">
                  <c:v>31</c:v>
                </c:pt>
                <c:pt idx="72">
                  <c:v>31</c:v>
                </c:pt>
                <c:pt idx="73">
                  <c:v>31</c:v>
                </c:pt>
                <c:pt idx="74">
                  <c:v>31</c:v>
                </c:pt>
                <c:pt idx="75">
                  <c:v>31</c:v>
                </c:pt>
                <c:pt idx="76">
                  <c:v>31</c:v>
                </c:pt>
                <c:pt idx="77">
                  <c:v>31</c:v>
                </c:pt>
                <c:pt idx="78">
                  <c:v>31</c:v>
                </c:pt>
                <c:pt idx="79">
                  <c:v>31</c:v>
                </c:pt>
                <c:pt idx="80">
                  <c:v>31</c:v>
                </c:pt>
                <c:pt idx="81">
                  <c:v>31</c:v>
                </c:pt>
                <c:pt idx="82">
                  <c:v>31</c:v>
                </c:pt>
                <c:pt idx="83">
                  <c:v>44</c:v>
                </c:pt>
                <c:pt idx="84">
                  <c:v>44</c:v>
                </c:pt>
                <c:pt idx="85">
                  <c:v>44</c:v>
                </c:pt>
                <c:pt idx="86">
                  <c:v>44</c:v>
                </c:pt>
                <c:pt idx="87">
                  <c:v>44</c:v>
                </c:pt>
                <c:pt idx="88">
                  <c:v>44</c:v>
                </c:pt>
                <c:pt idx="89">
                  <c:v>44</c:v>
                </c:pt>
                <c:pt idx="90">
                  <c:v>44</c:v>
                </c:pt>
                <c:pt idx="91">
                  <c:v>44</c:v>
                </c:pt>
                <c:pt idx="92">
                  <c:v>44</c:v>
                </c:pt>
                <c:pt idx="93">
                  <c:v>44</c:v>
                </c:pt>
                <c:pt idx="94">
                  <c:v>44</c:v>
                </c:pt>
                <c:pt idx="95">
                  <c:v>44</c:v>
                </c:pt>
                <c:pt idx="96">
                  <c:v>44</c:v>
                </c:pt>
                <c:pt idx="97">
                  <c:v>44</c:v>
                </c:pt>
                <c:pt idx="98">
                  <c:v>44</c:v>
                </c:pt>
                <c:pt idx="99">
                  <c:v>52</c:v>
                </c:pt>
                <c:pt idx="100">
                  <c:v>57</c:v>
                </c:pt>
                <c:pt idx="101">
                  <c:v>57</c:v>
                </c:pt>
                <c:pt idx="102">
                  <c:v>57</c:v>
                </c:pt>
                <c:pt idx="103">
                  <c:v>57</c:v>
                </c:pt>
                <c:pt idx="104">
                  <c:v>57</c:v>
                </c:pt>
                <c:pt idx="105">
                  <c:v>57</c:v>
                </c:pt>
                <c:pt idx="106">
                  <c:v>57</c:v>
                </c:pt>
                <c:pt idx="107">
                  <c:v>57</c:v>
                </c:pt>
                <c:pt idx="108">
                  <c:v>58</c:v>
                </c:pt>
                <c:pt idx="109">
                  <c:v>58</c:v>
                </c:pt>
                <c:pt idx="110">
                  <c:v>60</c:v>
                </c:pt>
                <c:pt idx="111">
                  <c:v>60</c:v>
                </c:pt>
                <c:pt idx="112">
                  <c:v>60</c:v>
                </c:pt>
                <c:pt idx="113">
                  <c:v>60</c:v>
                </c:pt>
                <c:pt idx="114">
                  <c:v>60</c:v>
                </c:pt>
                <c:pt idx="115">
                  <c:v>60</c:v>
                </c:pt>
                <c:pt idx="116">
                  <c:v>60</c:v>
                </c:pt>
                <c:pt idx="117">
                  <c:v>60</c:v>
                </c:pt>
                <c:pt idx="118">
                  <c:v>60</c:v>
                </c:pt>
                <c:pt idx="119">
                  <c:v>63</c:v>
                </c:pt>
                <c:pt idx="120">
                  <c:v>63</c:v>
                </c:pt>
                <c:pt idx="121">
                  <c:v>63</c:v>
                </c:pt>
                <c:pt idx="122">
                  <c:v>63</c:v>
                </c:pt>
                <c:pt idx="123">
                  <c:v>63</c:v>
                </c:pt>
                <c:pt idx="124">
                  <c:v>63</c:v>
                </c:pt>
                <c:pt idx="125">
                  <c:v>63</c:v>
                </c:pt>
                <c:pt idx="126">
                  <c:v>66</c:v>
                </c:pt>
                <c:pt idx="127">
                  <c:v>66</c:v>
                </c:pt>
                <c:pt idx="128">
                  <c:v>66</c:v>
                </c:pt>
                <c:pt idx="129">
                  <c:v>66</c:v>
                </c:pt>
                <c:pt idx="130">
                  <c:v>66</c:v>
                </c:pt>
                <c:pt idx="131">
                  <c:v>66</c:v>
                </c:pt>
                <c:pt idx="132">
                  <c:v>66</c:v>
                </c:pt>
                <c:pt idx="133">
                  <c:v>67</c:v>
                </c:pt>
                <c:pt idx="134">
                  <c:v>67</c:v>
                </c:pt>
                <c:pt idx="135">
                  <c:v>67</c:v>
                </c:pt>
                <c:pt idx="136">
                  <c:v>67</c:v>
                </c:pt>
                <c:pt idx="137">
                  <c:v>67</c:v>
                </c:pt>
                <c:pt idx="138">
                  <c:v>67</c:v>
                </c:pt>
                <c:pt idx="139">
                  <c:v>72</c:v>
                </c:pt>
                <c:pt idx="140">
                  <c:v>79</c:v>
                </c:pt>
                <c:pt idx="141">
                  <c:v>79</c:v>
                </c:pt>
                <c:pt idx="142">
                  <c:v>79</c:v>
                </c:pt>
                <c:pt idx="143">
                  <c:v>79</c:v>
                </c:pt>
                <c:pt idx="144">
                  <c:v>79</c:v>
                </c:pt>
                <c:pt idx="145">
                  <c:v>82</c:v>
                </c:pt>
                <c:pt idx="146">
                  <c:v>86</c:v>
                </c:pt>
                <c:pt idx="147">
                  <c:v>95</c:v>
                </c:pt>
                <c:pt idx="148">
                  <c:v>104</c:v>
                </c:pt>
                <c:pt idx="149">
                  <c:v>104</c:v>
                </c:pt>
                <c:pt idx="150">
                  <c:v>107</c:v>
                </c:pt>
                <c:pt idx="151">
                  <c:v>107</c:v>
                </c:pt>
                <c:pt idx="152">
                  <c:v>107</c:v>
                </c:pt>
                <c:pt idx="153">
                  <c:v>111</c:v>
                </c:pt>
                <c:pt idx="154">
                  <c:v>117</c:v>
                </c:pt>
                <c:pt idx="155">
                  <c:v>117</c:v>
                </c:pt>
                <c:pt idx="156">
                  <c:v>117</c:v>
                </c:pt>
                <c:pt idx="157">
                  <c:v>117</c:v>
                </c:pt>
                <c:pt idx="158">
                  <c:v>117</c:v>
                </c:pt>
                <c:pt idx="159">
                  <c:v>117</c:v>
                </c:pt>
                <c:pt idx="160">
                  <c:v>121</c:v>
                </c:pt>
                <c:pt idx="161">
                  <c:v>128</c:v>
                </c:pt>
                <c:pt idx="162">
                  <c:v>128</c:v>
                </c:pt>
                <c:pt idx="163">
                  <c:v>128</c:v>
                </c:pt>
                <c:pt idx="164">
                  <c:v>128</c:v>
                </c:pt>
                <c:pt idx="165">
                  <c:v>128</c:v>
                </c:pt>
                <c:pt idx="166">
                  <c:v>128</c:v>
                </c:pt>
                <c:pt idx="167">
                  <c:v>128</c:v>
                </c:pt>
                <c:pt idx="168">
                  <c:v>128</c:v>
                </c:pt>
                <c:pt idx="169">
                  <c:v>128</c:v>
                </c:pt>
                <c:pt idx="170">
                  <c:v>128</c:v>
                </c:pt>
                <c:pt idx="171">
                  <c:v>128</c:v>
                </c:pt>
                <c:pt idx="172">
                  <c:v>128</c:v>
                </c:pt>
                <c:pt idx="173">
                  <c:v>128</c:v>
                </c:pt>
                <c:pt idx="174">
                  <c:v>129</c:v>
                </c:pt>
                <c:pt idx="175">
                  <c:v>134</c:v>
                </c:pt>
                <c:pt idx="176">
                  <c:v>134</c:v>
                </c:pt>
                <c:pt idx="177">
                  <c:v>134</c:v>
                </c:pt>
                <c:pt idx="178">
                  <c:v>134</c:v>
                </c:pt>
                <c:pt idx="179">
                  <c:v>134</c:v>
                </c:pt>
                <c:pt idx="180">
                  <c:v>134</c:v>
                </c:pt>
                <c:pt idx="181">
                  <c:v>136</c:v>
                </c:pt>
                <c:pt idx="182">
                  <c:v>153</c:v>
                </c:pt>
                <c:pt idx="183">
                  <c:v>159</c:v>
                </c:pt>
                <c:pt idx="184">
                  <c:v>161</c:v>
                </c:pt>
                <c:pt idx="185">
                  <c:v>166</c:v>
                </c:pt>
                <c:pt idx="186">
                  <c:v>166</c:v>
                </c:pt>
                <c:pt idx="187">
                  <c:v>166</c:v>
                </c:pt>
                <c:pt idx="188">
                  <c:v>166</c:v>
                </c:pt>
                <c:pt idx="189">
                  <c:v>166</c:v>
                </c:pt>
                <c:pt idx="190">
                  <c:v>166</c:v>
                </c:pt>
                <c:pt idx="191">
                  <c:v>166</c:v>
                </c:pt>
                <c:pt idx="192">
                  <c:v>166</c:v>
                </c:pt>
                <c:pt idx="193">
                  <c:v>166</c:v>
                </c:pt>
                <c:pt idx="194">
                  <c:v>166</c:v>
                </c:pt>
                <c:pt idx="195">
                  <c:v>172</c:v>
                </c:pt>
                <c:pt idx="196">
                  <c:v>187</c:v>
                </c:pt>
                <c:pt idx="197">
                  <c:v>190</c:v>
                </c:pt>
                <c:pt idx="198">
                  <c:v>190</c:v>
                </c:pt>
                <c:pt idx="199">
                  <c:v>190</c:v>
                </c:pt>
                <c:pt idx="200">
                  <c:v>190</c:v>
                </c:pt>
                <c:pt idx="201">
                  <c:v>190</c:v>
                </c:pt>
                <c:pt idx="202">
                  <c:v>190</c:v>
                </c:pt>
                <c:pt idx="203">
                  <c:v>199</c:v>
                </c:pt>
                <c:pt idx="204">
                  <c:v>199</c:v>
                </c:pt>
                <c:pt idx="205">
                  <c:v>199</c:v>
                </c:pt>
                <c:pt idx="206">
                  <c:v>199</c:v>
                </c:pt>
                <c:pt idx="207">
                  <c:v>199</c:v>
                </c:pt>
                <c:pt idx="208">
                  <c:v>199</c:v>
                </c:pt>
                <c:pt idx="209">
                  <c:v>199</c:v>
                </c:pt>
                <c:pt idx="210">
                  <c:v>207</c:v>
                </c:pt>
                <c:pt idx="211">
                  <c:v>207</c:v>
                </c:pt>
                <c:pt idx="212">
                  <c:v>207</c:v>
                </c:pt>
                <c:pt idx="213">
                  <c:v>207</c:v>
                </c:pt>
                <c:pt idx="214">
                  <c:v>207</c:v>
                </c:pt>
                <c:pt idx="215">
                  <c:v>207</c:v>
                </c:pt>
                <c:pt idx="216">
                  <c:v>207</c:v>
                </c:pt>
                <c:pt idx="217">
                  <c:v>207</c:v>
                </c:pt>
                <c:pt idx="218">
                  <c:v>218</c:v>
                </c:pt>
                <c:pt idx="219">
                  <c:v>233</c:v>
                </c:pt>
                <c:pt idx="220">
                  <c:v>233</c:v>
                </c:pt>
                <c:pt idx="221">
                  <c:v>233</c:v>
                </c:pt>
                <c:pt idx="222">
                  <c:v>233</c:v>
                </c:pt>
                <c:pt idx="223">
                  <c:v>233</c:v>
                </c:pt>
                <c:pt idx="224">
                  <c:v>233</c:v>
                </c:pt>
                <c:pt idx="225">
                  <c:v>233</c:v>
                </c:pt>
                <c:pt idx="226">
                  <c:v>233</c:v>
                </c:pt>
                <c:pt idx="227">
                  <c:v>233</c:v>
                </c:pt>
                <c:pt idx="228">
                  <c:v>233</c:v>
                </c:pt>
                <c:pt idx="229">
                  <c:v>233</c:v>
                </c:pt>
                <c:pt idx="230">
                  <c:v>233</c:v>
                </c:pt>
                <c:pt idx="231">
                  <c:v>233</c:v>
                </c:pt>
                <c:pt idx="232">
                  <c:v>233</c:v>
                </c:pt>
                <c:pt idx="233">
                  <c:v>233</c:v>
                </c:pt>
                <c:pt idx="234">
                  <c:v>233</c:v>
                </c:pt>
                <c:pt idx="235">
                  <c:v>233</c:v>
                </c:pt>
                <c:pt idx="236">
                  <c:v>233</c:v>
                </c:pt>
                <c:pt idx="237">
                  <c:v>233</c:v>
                </c:pt>
                <c:pt idx="238">
                  <c:v>233</c:v>
                </c:pt>
                <c:pt idx="239">
                  <c:v>233</c:v>
                </c:pt>
                <c:pt idx="240">
                  <c:v>233</c:v>
                </c:pt>
                <c:pt idx="241">
                  <c:v>233</c:v>
                </c:pt>
                <c:pt idx="242">
                  <c:v>233</c:v>
                </c:pt>
                <c:pt idx="243">
                  <c:v>233</c:v>
                </c:pt>
                <c:pt idx="244">
                  <c:v>233</c:v>
                </c:pt>
                <c:pt idx="245">
                  <c:v>233</c:v>
                </c:pt>
                <c:pt idx="246">
                  <c:v>233</c:v>
                </c:pt>
                <c:pt idx="247">
                  <c:v>233</c:v>
                </c:pt>
                <c:pt idx="248">
                  <c:v>233</c:v>
                </c:pt>
                <c:pt idx="249">
                  <c:v>233</c:v>
                </c:pt>
                <c:pt idx="250">
                  <c:v>233</c:v>
                </c:pt>
                <c:pt idx="251">
                  <c:v>233</c:v>
                </c:pt>
                <c:pt idx="252">
                  <c:v>235</c:v>
                </c:pt>
                <c:pt idx="253">
                  <c:v>235</c:v>
                </c:pt>
                <c:pt idx="254">
                  <c:v>235</c:v>
                </c:pt>
                <c:pt idx="255">
                  <c:v>235</c:v>
                </c:pt>
                <c:pt idx="256">
                  <c:v>235</c:v>
                </c:pt>
                <c:pt idx="257">
                  <c:v>235</c:v>
                </c:pt>
                <c:pt idx="258">
                  <c:v>235</c:v>
                </c:pt>
                <c:pt idx="259">
                  <c:v>235</c:v>
                </c:pt>
                <c:pt idx="260">
                  <c:v>236</c:v>
                </c:pt>
                <c:pt idx="261">
                  <c:v>248</c:v>
                </c:pt>
                <c:pt idx="262">
                  <c:v>255</c:v>
                </c:pt>
                <c:pt idx="263">
                  <c:v>255</c:v>
                </c:pt>
                <c:pt idx="264">
                  <c:v>255</c:v>
                </c:pt>
                <c:pt idx="265">
                  <c:v>255</c:v>
                </c:pt>
                <c:pt idx="266">
                  <c:v>260</c:v>
                </c:pt>
                <c:pt idx="267">
                  <c:v>262</c:v>
                </c:pt>
                <c:pt idx="268">
                  <c:v>262</c:v>
                </c:pt>
                <c:pt idx="269">
                  <c:v>262</c:v>
                </c:pt>
                <c:pt idx="270">
                  <c:v>262</c:v>
                </c:pt>
                <c:pt idx="271">
                  <c:v>262</c:v>
                </c:pt>
                <c:pt idx="272">
                  <c:v>262</c:v>
                </c:pt>
                <c:pt idx="273">
                  <c:v>265</c:v>
                </c:pt>
                <c:pt idx="274">
                  <c:v>265</c:v>
                </c:pt>
                <c:pt idx="275">
                  <c:v>272</c:v>
                </c:pt>
                <c:pt idx="276">
                  <c:v>272</c:v>
                </c:pt>
                <c:pt idx="277">
                  <c:v>272</c:v>
                </c:pt>
                <c:pt idx="278">
                  <c:v>275</c:v>
                </c:pt>
                <c:pt idx="279">
                  <c:v>278</c:v>
                </c:pt>
                <c:pt idx="280">
                  <c:v>278</c:v>
                </c:pt>
                <c:pt idx="281">
                  <c:v>278</c:v>
                </c:pt>
                <c:pt idx="282">
                  <c:v>278</c:v>
                </c:pt>
                <c:pt idx="283">
                  <c:v>282</c:v>
                </c:pt>
                <c:pt idx="284">
                  <c:v>282</c:v>
                </c:pt>
                <c:pt idx="285">
                  <c:v>286</c:v>
                </c:pt>
                <c:pt idx="286">
                  <c:v>298</c:v>
                </c:pt>
                <c:pt idx="287">
                  <c:v>303</c:v>
                </c:pt>
                <c:pt idx="288">
                  <c:v>303</c:v>
                </c:pt>
                <c:pt idx="289">
                  <c:v>303</c:v>
                </c:pt>
                <c:pt idx="290">
                  <c:v>303</c:v>
                </c:pt>
                <c:pt idx="291">
                  <c:v>303</c:v>
                </c:pt>
                <c:pt idx="292">
                  <c:v>303</c:v>
                </c:pt>
                <c:pt idx="293">
                  <c:v>303</c:v>
                </c:pt>
                <c:pt idx="294">
                  <c:v>303</c:v>
                </c:pt>
                <c:pt idx="295">
                  <c:v>303</c:v>
                </c:pt>
                <c:pt idx="296">
                  <c:v>303</c:v>
                </c:pt>
                <c:pt idx="297">
                  <c:v>303</c:v>
                </c:pt>
                <c:pt idx="298">
                  <c:v>303</c:v>
                </c:pt>
                <c:pt idx="299">
                  <c:v>303</c:v>
                </c:pt>
                <c:pt idx="300">
                  <c:v>304</c:v>
                </c:pt>
                <c:pt idx="301">
                  <c:v>317</c:v>
                </c:pt>
                <c:pt idx="302">
                  <c:v>317</c:v>
                </c:pt>
                <c:pt idx="303">
                  <c:v>317</c:v>
                </c:pt>
                <c:pt idx="304">
                  <c:v>317</c:v>
                </c:pt>
                <c:pt idx="305">
                  <c:v>317</c:v>
                </c:pt>
                <c:pt idx="306">
                  <c:v>317</c:v>
                </c:pt>
                <c:pt idx="307">
                  <c:v>317</c:v>
                </c:pt>
                <c:pt idx="308">
                  <c:v>317</c:v>
                </c:pt>
                <c:pt idx="309">
                  <c:v>320</c:v>
                </c:pt>
                <c:pt idx="310">
                  <c:v>320</c:v>
                </c:pt>
                <c:pt idx="311">
                  <c:v>320</c:v>
                </c:pt>
                <c:pt idx="312">
                  <c:v>320</c:v>
                </c:pt>
                <c:pt idx="313">
                  <c:v>320</c:v>
                </c:pt>
                <c:pt idx="314">
                  <c:v>320</c:v>
                </c:pt>
                <c:pt idx="315">
                  <c:v>320</c:v>
                </c:pt>
                <c:pt idx="316">
                  <c:v>320</c:v>
                </c:pt>
                <c:pt idx="317">
                  <c:v>323</c:v>
                </c:pt>
                <c:pt idx="318">
                  <c:v>323</c:v>
                </c:pt>
                <c:pt idx="319">
                  <c:v>323</c:v>
                </c:pt>
                <c:pt idx="320">
                  <c:v>323</c:v>
                </c:pt>
                <c:pt idx="321">
                  <c:v>323</c:v>
                </c:pt>
                <c:pt idx="322">
                  <c:v>326</c:v>
                </c:pt>
                <c:pt idx="323">
                  <c:v>326</c:v>
                </c:pt>
                <c:pt idx="324">
                  <c:v>326</c:v>
                </c:pt>
                <c:pt idx="325">
                  <c:v>326</c:v>
                </c:pt>
                <c:pt idx="326">
                  <c:v>326</c:v>
                </c:pt>
                <c:pt idx="327">
                  <c:v>329</c:v>
                </c:pt>
                <c:pt idx="328">
                  <c:v>329</c:v>
                </c:pt>
                <c:pt idx="329">
                  <c:v>329</c:v>
                </c:pt>
                <c:pt idx="330">
                  <c:v>329</c:v>
                </c:pt>
                <c:pt idx="331">
                  <c:v>329</c:v>
                </c:pt>
                <c:pt idx="332">
                  <c:v>329</c:v>
                </c:pt>
                <c:pt idx="333">
                  <c:v>329</c:v>
                </c:pt>
                <c:pt idx="334">
                  <c:v>329</c:v>
                </c:pt>
                <c:pt idx="335">
                  <c:v>329</c:v>
                </c:pt>
                <c:pt idx="336">
                  <c:v>329</c:v>
                </c:pt>
                <c:pt idx="337">
                  <c:v>329</c:v>
                </c:pt>
                <c:pt idx="338">
                  <c:v>329</c:v>
                </c:pt>
                <c:pt idx="339">
                  <c:v>329</c:v>
                </c:pt>
                <c:pt idx="340">
                  <c:v>329</c:v>
                </c:pt>
                <c:pt idx="341">
                  <c:v>329</c:v>
                </c:pt>
                <c:pt idx="342">
                  <c:v>329</c:v>
                </c:pt>
                <c:pt idx="343">
                  <c:v>329</c:v>
                </c:pt>
                <c:pt idx="344">
                  <c:v>329</c:v>
                </c:pt>
                <c:pt idx="345">
                  <c:v>329</c:v>
                </c:pt>
                <c:pt idx="346">
                  <c:v>329</c:v>
                </c:pt>
                <c:pt idx="347">
                  <c:v>329</c:v>
                </c:pt>
                <c:pt idx="348">
                  <c:v>329</c:v>
                </c:pt>
                <c:pt idx="349">
                  <c:v>329</c:v>
                </c:pt>
                <c:pt idx="350">
                  <c:v>329</c:v>
                </c:pt>
                <c:pt idx="351">
                  <c:v>329</c:v>
                </c:pt>
                <c:pt idx="352">
                  <c:v>329</c:v>
                </c:pt>
                <c:pt idx="353">
                  <c:v>329</c:v>
                </c:pt>
                <c:pt idx="354">
                  <c:v>332</c:v>
                </c:pt>
                <c:pt idx="355">
                  <c:v>339</c:v>
                </c:pt>
                <c:pt idx="356">
                  <c:v>346</c:v>
                </c:pt>
                <c:pt idx="357">
                  <c:v>370</c:v>
                </c:pt>
                <c:pt idx="358">
                  <c:v>386</c:v>
                </c:pt>
                <c:pt idx="359">
                  <c:v>400</c:v>
                </c:pt>
                <c:pt idx="360">
                  <c:v>402</c:v>
                </c:pt>
                <c:pt idx="361">
                  <c:v>409</c:v>
                </c:pt>
                <c:pt idx="362">
                  <c:v>420</c:v>
                </c:pt>
                <c:pt idx="363">
                  <c:v>420</c:v>
                </c:pt>
                <c:pt idx="364">
                  <c:v>425</c:v>
                </c:pt>
                <c:pt idx="365">
                  <c:v>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90-4CA7-B505-54EE7CC1BFA6}"/>
            </c:ext>
          </c:extLst>
        </c:ser>
        <c:ser>
          <c:idx val="5"/>
          <c:order val="5"/>
          <c:tx>
            <c:v>2024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Fig3_CumNeg!$G$2:$G$367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22</c:v>
                </c:pt>
                <c:pt idx="24">
                  <c:v>22</c:v>
                </c:pt>
                <c:pt idx="25">
                  <c:v>22</c:v>
                </c:pt>
                <c:pt idx="26">
                  <c:v>22</c:v>
                </c:pt>
                <c:pt idx="27">
                  <c:v>22</c:v>
                </c:pt>
                <c:pt idx="28">
                  <c:v>22</c:v>
                </c:pt>
                <c:pt idx="29">
                  <c:v>22</c:v>
                </c:pt>
                <c:pt idx="30">
                  <c:v>22</c:v>
                </c:pt>
                <c:pt idx="31">
                  <c:v>22</c:v>
                </c:pt>
                <c:pt idx="32">
                  <c:v>22</c:v>
                </c:pt>
                <c:pt idx="33">
                  <c:v>22</c:v>
                </c:pt>
                <c:pt idx="34">
                  <c:v>28</c:v>
                </c:pt>
                <c:pt idx="35">
                  <c:v>33</c:v>
                </c:pt>
                <c:pt idx="36">
                  <c:v>33</c:v>
                </c:pt>
                <c:pt idx="37">
                  <c:v>33</c:v>
                </c:pt>
                <c:pt idx="38">
                  <c:v>33</c:v>
                </c:pt>
                <c:pt idx="39">
                  <c:v>33</c:v>
                </c:pt>
                <c:pt idx="40">
                  <c:v>33</c:v>
                </c:pt>
                <c:pt idx="41">
                  <c:v>33</c:v>
                </c:pt>
                <c:pt idx="42">
                  <c:v>33</c:v>
                </c:pt>
                <c:pt idx="43">
                  <c:v>33</c:v>
                </c:pt>
                <c:pt idx="44">
                  <c:v>33</c:v>
                </c:pt>
                <c:pt idx="45">
                  <c:v>33</c:v>
                </c:pt>
                <c:pt idx="46">
                  <c:v>33</c:v>
                </c:pt>
                <c:pt idx="47">
                  <c:v>33</c:v>
                </c:pt>
                <c:pt idx="48">
                  <c:v>33</c:v>
                </c:pt>
                <c:pt idx="49">
                  <c:v>33</c:v>
                </c:pt>
                <c:pt idx="50">
                  <c:v>33</c:v>
                </c:pt>
                <c:pt idx="51">
                  <c:v>33</c:v>
                </c:pt>
                <c:pt idx="52">
                  <c:v>33</c:v>
                </c:pt>
                <c:pt idx="53">
                  <c:v>36</c:v>
                </c:pt>
                <c:pt idx="54">
                  <c:v>36</c:v>
                </c:pt>
                <c:pt idx="55">
                  <c:v>36</c:v>
                </c:pt>
                <c:pt idx="56">
                  <c:v>36</c:v>
                </c:pt>
                <c:pt idx="57">
                  <c:v>36</c:v>
                </c:pt>
                <c:pt idx="58">
                  <c:v>36</c:v>
                </c:pt>
                <c:pt idx="59">
                  <c:v>36</c:v>
                </c:pt>
                <c:pt idx="60">
                  <c:v>36</c:v>
                </c:pt>
                <c:pt idx="61">
                  <c:v>36</c:v>
                </c:pt>
                <c:pt idx="62">
                  <c:v>36</c:v>
                </c:pt>
                <c:pt idx="63">
                  <c:v>36</c:v>
                </c:pt>
                <c:pt idx="64">
                  <c:v>36</c:v>
                </c:pt>
                <c:pt idx="65">
                  <c:v>36</c:v>
                </c:pt>
                <c:pt idx="66">
                  <c:v>36</c:v>
                </c:pt>
                <c:pt idx="67">
                  <c:v>36</c:v>
                </c:pt>
                <c:pt idx="68">
                  <c:v>40</c:v>
                </c:pt>
                <c:pt idx="69">
                  <c:v>44</c:v>
                </c:pt>
                <c:pt idx="70">
                  <c:v>44</c:v>
                </c:pt>
                <c:pt idx="71">
                  <c:v>44</c:v>
                </c:pt>
                <c:pt idx="72">
                  <c:v>44</c:v>
                </c:pt>
                <c:pt idx="73">
                  <c:v>44</c:v>
                </c:pt>
                <c:pt idx="74">
                  <c:v>44</c:v>
                </c:pt>
                <c:pt idx="75">
                  <c:v>44</c:v>
                </c:pt>
                <c:pt idx="76">
                  <c:v>44</c:v>
                </c:pt>
                <c:pt idx="77">
                  <c:v>44</c:v>
                </c:pt>
                <c:pt idx="78">
                  <c:v>44</c:v>
                </c:pt>
                <c:pt idx="79">
                  <c:v>44</c:v>
                </c:pt>
                <c:pt idx="80">
                  <c:v>44</c:v>
                </c:pt>
                <c:pt idx="81">
                  <c:v>44</c:v>
                </c:pt>
                <c:pt idx="82">
                  <c:v>51</c:v>
                </c:pt>
                <c:pt idx="83">
                  <c:v>59</c:v>
                </c:pt>
                <c:pt idx="84">
                  <c:v>59</c:v>
                </c:pt>
                <c:pt idx="85">
                  <c:v>59</c:v>
                </c:pt>
                <c:pt idx="86">
                  <c:v>59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65</c:v>
                </c:pt>
                <c:pt idx="92">
                  <c:v>72</c:v>
                </c:pt>
                <c:pt idx="93">
                  <c:v>72</c:v>
                </c:pt>
                <c:pt idx="94">
                  <c:v>72</c:v>
                </c:pt>
                <c:pt idx="95">
                  <c:v>75</c:v>
                </c:pt>
                <c:pt idx="96">
                  <c:v>82</c:v>
                </c:pt>
                <c:pt idx="97">
                  <c:v>97</c:v>
                </c:pt>
                <c:pt idx="98">
                  <c:v>97</c:v>
                </c:pt>
                <c:pt idx="99">
                  <c:v>97</c:v>
                </c:pt>
                <c:pt idx="100">
                  <c:v>97</c:v>
                </c:pt>
                <c:pt idx="101">
                  <c:v>100</c:v>
                </c:pt>
                <c:pt idx="102">
                  <c:v>105</c:v>
                </c:pt>
                <c:pt idx="103">
                  <c:v>115</c:v>
                </c:pt>
                <c:pt idx="104">
                  <c:v>124</c:v>
                </c:pt>
                <c:pt idx="105">
                  <c:v>125</c:v>
                </c:pt>
                <c:pt idx="106">
                  <c:v>127</c:v>
                </c:pt>
                <c:pt idx="107">
                  <c:v>127</c:v>
                </c:pt>
                <c:pt idx="108">
                  <c:v>127</c:v>
                </c:pt>
                <c:pt idx="109">
                  <c:v>127</c:v>
                </c:pt>
                <c:pt idx="110">
                  <c:v>127</c:v>
                </c:pt>
                <c:pt idx="111">
                  <c:v>130</c:v>
                </c:pt>
                <c:pt idx="112">
                  <c:v>130</c:v>
                </c:pt>
                <c:pt idx="113">
                  <c:v>130</c:v>
                </c:pt>
                <c:pt idx="114">
                  <c:v>130</c:v>
                </c:pt>
                <c:pt idx="115">
                  <c:v>130</c:v>
                </c:pt>
                <c:pt idx="116">
                  <c:v>130</c:v>
                </c:pt>
                <c:pt idx="117">
                  <c:v>134</c:v>
                </c:pt>
                <c:pt idx="118">
                  <c:v>145</c:v>
                </c:pt>
                <c:pt idx="119">
                  <c:v>145</c:v>
                </c:pt>
                <c:pt idx="120">
                  <c:v>145</c:v>
                </c:pt>
                <c:pt idx="121">
                  <c:v>154</c:v>
                </c:pt>
                <c:pt idx="122">
                  <c:v>159</c:v>
                </c:pt>
                <c:pt idx="123">
                  <c:v>159</c:v>
                </c:pt>
                <c:pt idx="124">
                  <c:v>159</c:v>
                </c:pt>
                <c:pt idx="125">
                  <c:v>165</c:v>
                </c:pt>
                <c:pt idx="126">
                  <c:v>165</c:v>
                </c:pt>
                <c:pt idx="127">
                  <c:v>165</c:v>
                </c:pt>
                <c:pt idx="128">
                  <c:v>165</c:v>
                </c:pt>
                <c:pt idx="129">
                  <c:v>171</c:v>
                </c:pt>
                <c:pt idx="130">
                  <c:v>174</c:v>
                </c:pt>
                <c:pt idx="131">
                  <c:v>181</c:v>
                </c:pt>
                <c:pt idx="132">
                  <c:v>190</c:v>
                </c:pt>
                <c:pt idx="133">
                  <c:v>196</c:v>
                </c:pt>
                <c:pt idx="134">
                  <c:v>204</c:v>
                </c:pt>
                <c:pt idx="135">
                  <c:v>209</c:v>
                </c:pt>
                <c:pt idx="136">
                  <c:v>214</c:v>
                </c:pt>
                <c:pt idx="137">
                  <c:v>214</c:v>
                </c:pt>
                <c:pt idx="138">
                  <c:v>220</c:v>
                </c:pt>
                <c:pt idx="139">
                  <c:v>228</c:v>
                </c:pt>
                <c:pt idx="140">
                  <c:v>232</c:v>
                </c:pt>
                <c:pt idx="141">
                  <c:v>232</c:v>
                </c:pt>
                <c:pt idx="142">
                  <c:v>232</c:v>
                </c:pt>
                <c:pt idx="143">
                  <c:v>232</c:v>
                </c:pt>
                <c:pt idx="144">
                  <c:v>232</c:v>
                </c:pt>
                <c:pt idx="145">
                  <c:v>235</c:v>
                </c:pt>
                <c:pt idx="146">
                  <c:v>243</c:v>
                </c:pt>
                <c:pt idx="147">
                  <c:v>243</c:v>
                </c:pt>
                <c:pt idx="148">
                  <c:v>243</c:v>
                </c:pt>
                <c:pt idx="149">
                  <c:v>243</c:v>
                </c:pt>
                <c:pt idx="150">
                  <c:v>243</c:v>
                </c:pt>
                <c:pt idx="151">
                  <c:v>243</c:v>
                </c:pt>
                <c:pt idx="152">
                  <c:v>243</c:v>
                </c:pt>
                <c:pt idx="153">
                  <c:v>252</c:v>
                </c:pt>
                <c:pt idx="154">
                  <c:v>252</c:v>
                </c:pt>
                <c:pt idx="155">
                  <c:v>252</c:v>
                </c:pt>
                <c:pt idx="156">
                  <c:v>252</c:v>
                </c:pt>
                <c:pt idx="157">
                  <c:v>252</c:v>
                </c:pt>
                <c:pt idx="158">
                  <c:v>252</c:v>
                </c:pt>
                <c:pt idx="159">
                  <c:v>260</c:v>
                </c:pt>
                <c:pt idx="160">
                  <c:v>270</c:v>
                </c:pt>
                <c:pt idx="161">
                  <c:v>270</c:v>
                </c:pt>
                <c:pt idx="162">
                  <c:v>273</c:v>
                </c:pt>
                <c:pt idx="163">
                  <c:v>273</c:v>
                </c:pt>
                <c:pt idx="164">
                  <c:v>273</c:v>
                </c:pt>
                <c:pt idx="165">
                  <c:v>273</c:v>
                </c:pt>
                <c:pt idx="166">
                  <c:v>285</c:v>
                </c:pt>
                <c:pt idx="167">
                  <c:v>296</c:v>
                </c:pt>
                <c:pt idx="168">
                  <c:v>296</c:v>
                </c:pt>
                <c:pt idx="169">
                  <c:v>296</c:v>
                </c:pt>
                <c:pt idx="170">
                  <c:v>296</c:v>
                </c:pt>
                <c:pt idx="171">
                  <c:v>296</c:v>
                </c:pt>
                <c:pt idx="172">
                  <c:v>296</c:v>
                </c:pt>
                <c:pt idx="173">
                  <c:v>299</c:v>
                </c:pt>
                <c:pt idx="174">
                  <c:v>306</c:v>
                </c:pt>
                <c:pt idx="175">
                  <c:v>306</c:v>
                </c:pt>
                <c:pt idx="176">
                  <c:v>309</c:v>
                </c:pt>
                <c:pt idx="177">
                  <c:v>309</c:v>
                </c:pt>
                <c:pt idx="178">
                  <c:v>309</c:v>
                </c:pt>
                <c:pt idx="179">
                  <c:v>314</c:v>
                </c:pt>
                <c:pt idx="180">
                  <c:v>318</c:v>
                </c:pt>
                <c:pt idx="181">
                  <c:v>326</c:v>
                </c:pt>
                <c:pt idx="182">
                  <c:v>326</c:v>
                </c:pt>
                <c:pt idx="183">
                  <c:v>326</c:v>
                </c:pt>
                <c:pt idx="184">
                  <c:v>326</c:v>
                </c:pt>
                <c:pt idx="185">
                  <c:v>333</c:v>
                </c:pt>
                <c:pt idx="186">
                  <c:v>338</c:v>
                </c:pt>
                <c:pt idx="187">
                  <c:v>350</c:v>
                </c:pt>
                <c:pt idx="188">
                  <c:v>366</c:v>
                </c:pt>
                <c:pt idx="189">
                  <c:v>366</c:v>
                </c:pt>
                <c:pt idx="190">
                  <c:v>366</c:v>
                </c:pt>
                <c:pt idx="191">
                  <c:v>366</c:v>
                </c:pt>
                <c:pt idx="192">
                  <c:v>366</c:v>
                </c:pt>
                <c:pt idx="193">
                  <c:v>366</c:v>
                </c:pt>
                <c:pt idx="194">
                  <c:v>373</c:v>
                </c:pt>
                <c:pt idx="195">
                  <c:v>383</c:v>
                </c:pt>
                <c:pt idx="196">
                  <c:v>386</c:v>
                </c:pt>
                <c:pt idx="197">
                  <c:v>392</c:v>
                </c:pt>
                <c:pt idx="198">
                  <c:v>392</c:v>
                </c:pt>
                <c:pt idx="199">
                  <c:v>392</c:v>
                </c:pt>
                <c:pt idx="200">
                  <c:v>392</c:v>
                </c:pt>
                <c:pt idx="201">
                  <c:v>397</c:v>
                </c:pt>
                <c:pt idx="202">
                  <c:v>404</c:v>
                </c:pt>
                <c:pt idx="203">
                  <c:v>404</c:v>
                </c:pt>
                <c:pt idx="204">
                  <c:v>404</c:v>
                </c:pt>
                <c:pt idx="205">
                  <c:v>407</c:v>
                </c:pt>
                <c:pt idx="206">
                  <c:v>407</c:v>
                </c:pt>
                <c:pt idx="207">
                  <c:v>407</c:v>
                </c:pt>
                <c:pt idx="208">
                  <c:v>407</c:v>
                </c:pt>
                <c:pt idx="209">
                  <c:v>415</c:v>
                </c:pt>
                <c:pt idx="210">
                  <c:v>420</c:v>
                </c:pt>
                <c:pt idx="211">
                  <c:v>422</c:v>
                </c:pt>
                <c:pt idx="212">
                  <c:v>422</c:v>
                </c:pt>
                <c:pt idx="213">
                  <c:v>422</c:v>
                </c:pt>
                <c:pt idx="214">
                  <c:v>422</c:v>
                </c:pt>
                <c:pt idx="215">
                  <c:v>422</c:v>
                </c:pt>
                <c:pt idx="216">
                  <c:v>426</c:v>
                </c:pt>
                <c:pt idx="217">
                  <c:v>426</c:v>
                </c:pt>
                <c:pt idx="218">
                  <c:v>426</c:v>
                </c:pt>
                <c:pt idx="219">
                  <c:v>426</c:v>
                </c:pt>
                <c:pt idx="220">
                  <c:v>426</c:v>
                </c:pt>
                <c:pt idx="221">
                  <c:v>432</c:v>
                </c:pt>
                <c:pt idx="222">
                  <c:v>441</c:v>
                </c:pt>
                <c:pt idx="223">
                  <c:v>449</c:v>
                </c:pt>
                <c:pt idx="224">
                  <c:v>449</c:v>
                </c:pt>
                <c:pt idx="225">
                  <c:v>449</c:v>
                </c:pt>
                <c:pt idx="226">
                  <c:v>449</c:v>
                </c:pt>
                <c:pt idx="227">
                  <c:v>451</c:v>
                </c:pt>
                <c:pt idx="228">
                  <c:v>451</c:v>
                </c:pt>
                <c:pt idx="229">
                  <c:v>451</c:v>
                </c:pt>
                <c:pt idx="230">
                  <c:v>451</c:v>
                </c:pt>
                <c:pt idx="231">
                  <c:v>451</c:v>
                </c:pt>
                <c:pt idx="232">
                  <c:v>451</c:v>
                </c:pt>
                <c:pt idx="233">
                  <c:v>458</c:v>
                </c:pt>
                <c:pt idx="234">
                  <c:v>464</c:v>
                </c:pt>
                <c:pt idx="235">
                  <c:v>472</c:v>
                </c:pt>
                <c:pt idx="236">
                  <c:v>482</c:v>
                </c:pt>
                <c:pt idx="237">
                  <c:v>497</c:v>
                </c:pt>
                <c:pt idx="238">
                  <c:v>497</c:v>
                </c:pt>
                <c:pt idx="239">
                  <c:v>497</c:v>
                </c:pt>
                <c:pt idx="240">
                  <c:v>497</c:v>
                </c:pt>
                <c:pt idx="241">
                  <c:v>497</c:v>
                </c:pt>
                <c:pt idx="242">
                  <c:v>497</c:v>
                </c:pt>
                <c:pt idx="243">
                  <c:v>500</c:v>
                </c:pt>
                <c:pt idx="244">
                  <c:v>505</c:v>
                </c:pt>
                <c:pt idx="245">
                  <c:v>505</c:v>
                </c:pt>
                <c:pt idx="246">
                  <c:v>505</c:v>
                </c:pt>
                <c:pt idx="247">
                  <c:v>505</c:v>
                </c:pt>
                <c:pt idx="248">
                  <c:v>511</c:v>
                </c:pt>
                <c:pt idx="249">
                  <c:v>511</c:v>
                </c:pt>
                <c:pt idx="250">
                  <c:v>512</c:v>
                </c:pt>
                <c:pt idx="251">
                  <c:v>515</c:v>
                </c:pt>
                <c:pt idx="252">
                  <c:v>515</c:v>
                </c:pt>
                <c:pt idx="253">
                  <c:v>520</c:v>
                </c:pt>
                <c:pt idx="254">
                  <c:v>520</c:v>
                </c:pt>
                <c:pt idx="255">
                  <c:v>520</c:v>
                </c:pt>
                <c:pt idx="256">
                  <c:v>520</c:v>
                </c:pt>
                <c:pt idx="257">
                  <c:v>524</c:v>
                </c:pt>
                <c:pt idx="258">
                  <c:v>529</c:v>
                </c:pt>
                <c:pt idx="259">
                  <c:v>529</c:v>
                </c:pt>
                <c:pt idx="260">
                  <c:v>529</c:v>
                </c:pt>
                <c:pt idx="261">
                  <c:v>531</c:v>
                </c:pt>
                <c:pt idx="262">
                  <c:v>533</c:v>
                </c:pt>
                <c:pt idx="263">
                  <c:v>535</c:v>
                </c:pt>
                <c:pt idx="264">
                  <c:v>538</c:v>
                </c:pt>
                <c:pt idx="265">
                  <c:v>540</c:v>
                </c:pt>
                <c:pt idx="266">
                  <c:v>540</c:v>
                </c:pt>
                <c:pt idx="267">
                  <c:v>540</c:v>
                </c:pt>
                <c:pt idx="268">
                  <c:v>540</c:v>
                </c:pt>
                <c:pt idx="269">
                  <c:v>542</c:v>
                </c:pt>
                <c:pt idx="270">
                  <c:v>554</c:v>
                </c:pt>
                <c:pt idx="271">
                  <c:v>558</c:v>
                </c:pt>
                <c:pt idx="272">
                  <c:v>563</c:v>
                </c:pt>
                <c:pt idx="273">
                  <c:v>564</c:v>
                </c:pt>
                <c:pt idx="274">
                  <c:v>567</c:v>
                </c:pt>
                <c:pt idx="275">
                  <c:v>567</c:v>
                </c:pt>
                <c:pt idx="276">
                  <c:v>567</c:v>
                </c:pt>
                <c:pt idx="277">
                  <c:v>567</c:v>
                </c:pt>
                <c:pt idx="278">
                  <c:v>567</c:v>
                </c:pt>
                <c:pt idx="279">
                  <c:v>570</c:v>
                </c:pt>
                <c:pt idx="280">
                  <c:v>570</c:v>
                </c:pt>
                <c:pt idx="281">
                  <c:v>570</c:v>
                </c:pt>
                <c:pt idx="282">
                  <c:v>570</c:v>
                </c:pt>
                <c:pt idx="283">
                  <c:v>570</c:v>
                </c:pt>
                <c:pt idx="284">
                  <c:v>570</c:v>
                </c:pt>
                <c:pt idx="285">
                  <c:v>572</c:v>
                </c:pt>
                <c:pt idx="286">
                  <c:v>588</c:v>
                </c:pt>
                <c:pt idx="287">
                  <c:v>588</c:v>
                </c:pt>
                <c:pt idx="288">
                  <c:v>588</c:v>
                </c:pt>
                <c:pt idx="289">
                  <c:v>588</c:v>
                </c:pt>
                <c:pt idx="290">
                  <c:v>588</c:v>
                </c:pt>
                <c:pt idx="291">
                  <c:v>588</c:v>
                </c:pt>
                <c:pt idx="292">
                  <c:v>588</c:v>
                </c:pt>
                <c:pt idx="293">
                  <c:v>595</c:v>
                </c:pt>
                <c:pt idx="294">
                  <c:v>598</c:v>
                </c:pt>
                <c:pt idx="295">
                  <c:v>598</c:v>
                </c:pt>
                <c:pt idx="296">
                  <c:v>598</c:v>
                </c:pt>
                <c:pt idx="297">
                  <c:v>598</c:v>
                </c:pt>
                <c:pt idx="298">
                  <c:v>598</c:v>
                </c:pt>
                <c:pt idx="299">
                  <c:v>598</c:v>
                </c:pt>
                <c:pt idx="300">
                  <c:v>598</c:v>
                </c:pt>
                <c:pt idx="301">
                  <c:v>598</c:v>
                </c:pt>
                <c:pt idx="302">
                  <c:v>598</c:v>
                </c:pt>
                <c:pt idx="303">
                  <c:v>598</c:v>
                </c:pt>
                <c:pt idx="304">
                  <c:v>598</c:v>
                </c:pt>
                <c:pt idx="305">
                  <c:v>598</c:v>
                </c:pt>
                <c:pt idx="306">
                  <c:v>598</c:v>
                </c:pt>
                <c:pt idx="307">
                  <c:v>598</c:v>
                </c:pt>
                <c:pt idx="308">
                  <c:v>598</c:v>
                </c:pt>
                <c:pt idx="309">
                  <c:v>598</c:v>
                </c:pt>
                <c:pt idx="310">
                  <c:v>598</c:v>
                </c:pt>
                <c:pt idx="311">
                  <c:v>598</c:v>
                </c:pt>
                <c:pt idx="312">
                  <c:v>598</c:v>
                </c:pt>
                <c:pt idx="313">
                  <c:v>598</c:v>
                </c:pt>
                <c:pt idx="314">
                  <c:v>598</c:v>
                </c:pt>
                <c:pt idx="315">
                  <c:v>598</c:v>
                </c:pt>
                <c:pt idx="316">
                  <c:v>598</c:v>
                </c:pt>
                <c:pt idx="317">
                  <c:v>598</c:v>
                </c:pt>
                <c:pt idx="318">
                  <c:v>598</c:v>
                </c:pt>
                <c:pt idx="319">
                  <c:v>598</c:v>
                </c:pt>
                <c:pt idx="320">
                  <c:v>598</c:v>
                </c:pt>
                <c:pt idx="321">
                  <c:v>598</c:v>
                </c:pt>
                <c:pt idx="322">
                  <c:v>598</c:v>
                </c:pt>
                <c:pt idx="323">
                  <c:v>598</c:v>
                </c:pt>
                <c:pt idx="324">
                  <c:v>598</c:v>
                </c:pt>
                <c:pt idx="325">
                  <c:v>598</c:v>
                </c:pt>
                <c:pt idx="326">
                  <c:v>598</c:v>
                </c:pt>
                <c:pt idx="327">
                  <c:v>598</c:v>
                </c:pt>
                <c:pt idx="328">
                  <c:v>607</c:v>
                </c:pt>
                <c:pt idx="329">
                  <c:v>613</c:v>
                </c:pt>
                <c:pt idx="330">
                  <c:v>613</c:v>
                </c:pt>
                <c:pt idx="331">
                  <c:v>613</c:v>
                </c:pt>
                <c:pt idx="332">
                  <c:v>613</c:v>
                </c:pt>
                <c:pt idx="333">
                  <c:v>613</c:v>
                </c:pt>
                <c:pt idx="334">
                  <c:v>613</c:v>
                </c:pt>
                <c:pt idx="335">
                  <c:v>613</c:v>
                </c:pt>
                <c:pt idx="336">
                  <c:v>613</c:v>
                </c:pt>
                <c:pt idx="337">
                  <c:v>613</c:v>
                </c:pt>
                <c:pt idx="338">
                  <c:v>613</c:v>
                </c:pt>
                <c:pt idx="339">
                  <c:v>613</c:v>
                </c:pt>
                <c:pt idx="340">
                  <c:v>613</c:v>
                </c:pt>
                <c:pt idx="341">
                  <c:v>613</c:v>
                </c:pt>
                <c:pt idx="342">
                  <c:v>613</c:v>
                </c:pt>
                <c:pt idx="343">
                  <c:v>613</c:v>
                </c:pt>
                <c:pt idx="344">
                  <c:v>613</c:v>
                </c:pt>
                <c:pt idx="345">
                  <c:v>613</c:v>
                </c:pt>
                <c:pt idx="346">
                  <c:v>613</c:v>
                </c:pt>
                <c:pt idx="347">
                  <c:v>613</c:v>
                </c:pt>
                <c:pt idx="348">
                  <c:v>613</c:v>
                </c:pt>
                <c:pt idx="349">
                  <c:v>614</c:v>
                </c:pt>
                <c:pt idx="350">
                  <c:v>618</c:v>
                </c:pt>
                <c:pt idx="351">
                  <c:v>618</c:v>
                </c:pt>
                <c:pt idx="352">
                  <c:v>618</c:v>
                </c:pt>
                <c:pt idx="353">
                  <c:v>619</c:v>
                </c:pt>
                <c:pt idx="354">
                  <c:v>619</c:v>
                </c:pt>
                <c:pt idx="355">
                  <c:v>620</c:v>
                </c:pt>
                <c:pt idx="356">
                  <c:v>627</c:v>
                </c:pt>
                <c:pt idx="357">
                  <c:v>627</c:v>
                </c:pt>
                <c:pt idx="358">
                  <c:v>627</c:v>
                </c:pt>
                <c:pt idx="359">
                  <c:v>627</c:v>
                </c:pt>
                <c:pt idx="360">
                  <c:v>627</c:v>
                </c:pt>
                <c:pt idx="361">
                  <c:v>627</c:v>
                </c:pt>
                <c:pt idx="362">
                  <c:v>627</c:v>
                </c:pt>
                <c:pt idx="363">
                  <c:v>627</c:v>
                </c:pt>
                <c:pt idx="364">
                  <c:v>627</c:v>
                </c:pt>
                <c:pt idx="365">
                  <c:v>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90-4CA7-B505-54EE7CC1BFA6}"/>
            </c:ext>
          </c:extLst>
        </c:ser>
        <c:ser>
          <c:idx val="6"/>
          <c:order val="6"/>
          <c:tx>
            <c:v>2025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Fig3_CumNeg!$H$2:$H$367</c:f>
              <c:numCache>
                <c:formatCode>General</c:formatCode>
                <c:ptCount val="366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17</c:v>
                </c:pt>
                <c:pt idx="24">
                  <c:v>17</c:v>
                </c:pt>
                <c:pt idx="25">
                  <c:v>17</c:v>
                </c:pt>
                <c:pt idx="26">
                  <c:v>17</c:v>
                </c:pt>
                <c:pt idx="27">
                  <c:v>17</c:v>
                </c:pt>
                <c:pt idx="28">
                  <c:v>17</c:v>
                </c:pt>
                <c:pt idx="29">
                  <c:v>17</c:v>
                </c:pt>
                <c:pt idx="30">
                  <c:v>17</c:v>
                </c:pt>
                <c:pt idx="31">
                  <c:v>17</c:v>
                </c:pt>
                <c:pt idx="32">
                  <c:v>17</c:v>
                </c:pt>
                <c:pt idx="33">
                  <c:v>17</c:v>
                </c:pt>
                <c:pt idx="34">
                  <c:v>17</c:v>
                </c:pt>
                <c:pt idx="35">
                  <c:v>17</c:v>
                </c:pt>
                <c:pt idx="36">
                  <c:v>17</c:v>
                </c:pt>
                <c:pt idx="37">
                  <c:v>17</c:v>
                </c:pt>
                <c:pt idx="38">
                  <c:v>17</c:v>
                </c:pt>
                <c:pt idx="39">
                  <c:v>17</c:v>
                </c:pt>
                <c:pt idx="40">
                  <c:v>17</c:v>
                </c:pt>
                <c:pt idx="41">
                  <c:v>17</c:v>
                </c:pt>
                <c:pt idx="42">
                  <c:v>17</c:v>
                </c:pt>
                <c:pt idx="43">
                  <c:v>17</c:v>
                </c:pt>
                <c:pt idx="44">
                  <c:v>17</c:v>
                </c:pt>
                <c:pt idx="45">
                  <c:v>17</c:v>
                </c:pt>
                <c:pt idx="46">
                  <c:v>17</c:v>
                </c:pt>
                <c:pt idx="47">
                  <c:v>17</c:v>
                </c:pt>
                <c:pt idx="48">
                  <c:v>17</c:v>
                </c:pt>
                <c:pt idx="49">
                  <c:v>17</c:v>
                </c:pt>
                <c:pt idx="50">
                  <c:v>17</c:v>
                </c:pt>
                <c:pt idx="51">
                  <c:v>17</c:v>
                </c:pt>
                <c:pt idx="52">
                  <c:v>17</c:v>
                </c:pt>
                <c:pt idx="53">
                  <c:v>17</c:v>
                </c:pt>
                <c:pt idx="54">
                  <c:v>17</c:v>
                </c:pt>
                <c:pt idx="55">
                  <c:v>17</c:v>
                </c:pt>
                <c:pt idx="56">
                  <c:v>17</c:v>
                </c:pt>
                <c:pt idx="57">
                  <c:v>17</c:v>
                </c:pt>
                <c:pt idx="58">
                  <c:v>17</c:v>
                </c:pt>
                <c:pt idx="59">
                  <c:v>17</c:v>
                </c:pt>
                <c:pt idx="60">
                  <c:v>17</c:v>
                </c:pt>
                <c:pt idx="61">
                  <c:v>19</c:v>
                </c:pt>
                <c:pt idx="62">
                  <c:v>19</c:v>
                </c:pt>
                <c:pt idx="63">
                  <c:v>24</c:v>
                </c:pt>
                <c:pt idx="64">
                  <c:v>26</c:v>
                </c:pt>
                <c:pt idx="65">
                  <c:v>26</c:v>
                </c:pt>
                <c:pt idx="66">
                  <c:v>29</c:v>
                </c:pt>
                <c:pt idx="67">
                  <c:v>33</c:v>
                </c:pt>
                <c:pt idx="68">
                  <c:v>33</c:v>
                </c:pt>
                <c:pt idx="69">
                  <c:v>33</c:v>
                </c:pt>
                <c:pt idx="70">
                  <c:v>33</c:v>
                </c:pt>
                <c:pt idx="71">
                  <c:v>33</c:v>
                </c:pt>
                <c:pt idx="72">
                  <c:v>33</c:v>
                </c:pt>
                <c:pt idx="73">
                  <c:v>33</c:v>
                </c:pt>
                <c:pt idx="74">
                  <c:v>34</c:v>
                </c:pt>
                <c:pt idx="75">
                  <c:v>34</c:v>
                </c:pt>
                <c:pt idx="76">
                  <c:v>37</c:v>
                </c:pt>
                <c:pt idx="77">
                  <c:v>41</c:v>
                </c:pt>
                <c:pt idx="78">
                  <c:v>43</c:v>
                </c:pt>
                <c:pt idx="79">
                  <c:v>45</c:v>
                </c:pt>
                <c:pt idx="80">
                  <c:v>52</c:v>
                </c:pt>
                <c:pt idx="81">
                  <c:v>52</c:v>
                </c:pt>
                <c:pt idx="82">
                  <c:v>52</c:v>
                </c:pt>
                <c:pt idx="83">
                  <c:v>52</c:v>
                </c:pt>
                <c:pt idx="84">
                  <c:v>52</c:v>
                </c:pt>
                <c:pt idx="85">
                  <c:v>52</c:v>
                </c:pt>
                <c:pt idx="86">
                  <c:v>54</c:v>
                </c:pt>
                <c:pt idx="87">
                  <c:v>54</c:v>
                </c:pt>
                <c:pt idx="88">
                  <c:v>67</c:v>
                </c:pt>
                <c:pt idx="89">
                  <c:v>67</c:v>
                </c:pt>
                <c:pt idx="90">
                  <c:v>67</c:v>
                </c:pt>
                <c:pt idx="91">
                  <c:v>73</c:v>
                </c:pt>
                <c:pt idx="92">
                  <c:v>78</c:v>
                </c:pt>
                <c:pt idx="93">
                  <c:v>82</c:v>
                </c:pt>
                <c:pt idx="94">
                  <c:v>90</c:v>
                </c:pt>
                <c:pt idx="95">
                  <c:v>98</c:v>
                </c:pt>
                <c:pt idx="96">
                  <c:v>98</c:v>
                </c:pt>
                <c:pt idx="97">
                  <c:v>98</c:v>
                </c:pt>
                <c:pt idx="98">
                  <c:v>98</c:v>
                </c:pt>
                <c:pt idx="99">
                  <c:v>99</c:v>
                </c:pt>
                <c:pt idx="100">
                  <c:v>105</c:v>
                </c:pt>
                <c:pt idx="101">
                  <c:v>111</c:v>
                </c:pt>
                <c:pt idx="102">
                  <c:v>118</c:v>
                </c:pt>
                <c:pt idx="103">
                  <c:v>118</c:v>
                </c:pt>
                <c:pt idx="104">
                  <c:v>121</c:v>
                </c:pt>
                <c:pt idx="105">
                  <c:v>121</c:v>
                </c:pt>
                <c:pt idx="106">
                  <c:v>121</c:v>
                </c:pt>
                <c:pt idx="107">
                  <c:v>121</c:v>
                </c:pt>
                <c:pt idx="108">
                  <c:v>126</c:v>
                </c:pt>
                <c:pt idx="109">
                  <c:v>133</c:v>
                </c:pt>
                <c:pt idx="110">
                  <c:v>133</c:v>
                </c:pt>
                <c:pt idx="111">
                  <c:v>133</c:v>
                </c:pt>
                <c:pt idx="112">
                  <c:v>133</c:v>
                </c:pt>
                <c:pt idx="113">
                  <c:v>133</c:v>
                </c:pt>
                <c:pt idx="114">
                  <c:v>133</c:v>
                </c:pt>
                <c:pt idx="115">
                  <c:v>139</c:v>
                </c:pt>
                <c:pt idx="116">
                  <c:v>147</c:v>
                </c:pt>
                <c:pt idx="117">
                  <c:v>152</c:v>
                </c:pt>
                <c:pt idx="118">
                  <c:v>157</c:v>
                </c:pt>
                <c:pt idx="119">
                  <c:v>162</c:v>
                </c:pt>
                <c:pt idx="120">
                  <c:v>170</c:v>
                </c:pt>
                <c:pt idx="121">
                  <c:v>177</c:v>
                </c:pt>
                <c:pt idx="122">
                  <c:v>184</c:v>
                </c:pt>
                <c:pt idx="123">
                  <c:v>192</c:v>
                </c:pt>
                <c:pt idx="124">
                  <c:v>192</c:v>
                </c:pt>
                <c:pt idx="125">
                  <c:v>192</c:v>
                </c:pt>
                <c:pt idx="126">
                  <c:v>192</c:v>
                </c:pt>
                <c:pt idx="127">
                  <c:v>192</c:v>
                </c:pt>
                <c:pt idx="128">
                  <c:v>197</c:v>
                </c:pt>
                <c:pt idx="129">
                  <c:v>204</c:v>
                </c:pt>
                <c:pt idx="130">
                  <c:v>213</c:v>
                </c:pt>
                <c:pt idx="131">
                  <c:v>220</c:v>
                </c:pt>
                <c:pt idx="132">
                  <c:v>226</c:v>
                </c:pt>
                <c:pt idx="133">
                  <c:v>233</c:v>
                </c:pt>
                <c:pt idx="134">
                  <c:v>239</c:v>
                </c:pt>
                <c:pt idx="135">
                  <c:v>244</c:v>
                </c:pt>
                <c:pt idx="136">
                  <c:v>252</c:v>
                </c:pt>
                <c:pt idx="137">
                  <c:v>259</c:v>
                </c:pt>
                <c:pt idx="138">
                  <c:v>259</c:v>
                </c:pt>
                <c:pt idx="139">
                  <c:v>262</c:v>
                </c:pt>
                <c:pt idx="140">
                  <c:v>267</c:v>
                </c:pt>
                <c:pt idx="141">
                  <c:v>274</c:v>
                </c:pt>
                <c:pt idx="142">
                  <c:v>277</c:v>
                </c:pt>
                <c:pt idx="143">
                  <c:v>284</c:v>
                </c:pt>
                <c:pt idx="144">
                  <c:v>294</c:v>
                </c:pt>
                <c:pt idx="145">
                  <c:v>300</c:v>
                </c:pt>
                <c:pt idx="146">
                  <c:v>303</c:v>
                </c:pt>
                <c:pt idx="147">
                  <c:v>303</c:v>
                </c:pt>
                <c:pt idx="148">
                  <c:v>308</c:v>
                </c:pt>
                <c:pt idx="149">
                  <c:v>314</c:v>
                </c:pt>
                <c:pt idx="150">
                  <c:v>321</c:v>
                </c:pt>
                <c:pt idx="151">
                  <c:v>330</c:v>
                </c:pt>
                <c:pt idx="152">
                  <c:v>330</c:v>
                </c:pt>
                <c:pt idx="153">
                  <c:v>336</c:v>
                </c:pt>
                <c:pt idx="154">
                  <c:v>336</c:v>
                </c:pt>
                <c:pt idx="155">
                  <c:v>336</c:v>
                </c:pt>
                <c:pt idx="156">
                  <c:v>344</c:v>
                </c:pt>
                <c:pt idx="157">
                  <c:v>348</c:v>
                </c:pt>
                <c:pt idx="158">
                  <c:v>359</c:v>
                </c:pt>
                <c:pt idx="159">
                  <c:v>368</c:v>
                </c:pt>
                <c:pt idx="160">
                  <c:v>374</c:v>
                </c:pt>
                <c:pt idx="161">
                  <c:v>379</c:v>
                </c:pt>
                <c:pt idx="162">
                  <c:v>386</c:v>
                </c:pt>
                <c:pt idx="163">
                  <c:v>392</c:v>
                </c:pt>
                <c:pt idx="164">
                  <c:v>400</c:v>
                </c:pt>
                <c:pt idx="165">
                  <c:v>407</c:v>
                </c:pt>
                <c:pt idx="166">
                  <c:v>410</c:v>
                </c:pt>
                <c:pt idx="167">
                  <c:v>415</c:v>
                </c:pt>
                <c:pt idx="168">
                  <c:v>420</c:v>
                </c:pt>
                <c:pt idx="169">
                  <c:v>428</c:v>
                </c:pt>
                <c:pt idx="170">
                  <c:v>432</c:v>
                </c:pt>
                <c:pt idx="171">
                  <c:v>439</c:v>
                </c:pt>
                <c:pt idx="172">
                  <c:v>449</c:v>
                </c:pt>
                <c:pt idx="173">
                  <c:v>458</c:v>
                </c:pt>
                <c:pt idx="174">
                  <c:v>466</c:v>
                </c:pt>
                <c:pt idx="175">
                  <c:v>471</c:v>
                </c:pt>
                <c:pt idx="176">
                  <c:v>471</c:v>
                </c:pt>
                <c:pt idx="177">
                  <c:v>471</c:v>
                </c:pt>
                <c:pt idx="178">
                  <c:v>478</c:v>
                </c:pt>
                <c:pt idx="179">
                  <c:v>486</c:v>
                </c:pt>
                <c:pt idx="180">
                  <c:v>486</c:v>
                </c:pt>
                <c:pt idx="181">
                  <c:v>486</c:v>
                </c:pt>
                <c:pt idx="182">
                  <c:v>486</c:v>
                </c:pt>
                <c:pt idx="183">
                  <c:v>486</c:v>
                </c:pt>
                <c:pt idx="184">
                  <c:v>490</c:v>
                </c:pt>
                <c:pt idx="185">
                  <c:v>498</c:v>
                </c:pt>
                <c:pt idx="186">
                  <c:v>498</c:v>
                </c:pt>
                <c:pt idx="187">
                  <c:v>498</c:v>
                </c:pt>
                <c:pt idx="188">
                  <c:v>498</c:v>
                </c:pt>
                <c:pt idx="189">
                  <c:v>498</c:v>
                </c:pt>
                <c:pt idx="190">
                  <c:v>498</c:v>
                </c:pt>
                <c:pt idx="191">
                  <c:v>498</c:v>
                </c:pt>
                <c:pt idx="192">
                  <c:v>502</c:v>
                </c:pt>
                <c:pt idx="193">
                  <c:v>507</c:v>
                </c:pt>
                <c:pt idx="194">
                  <c:v>507</c:v>
                </c:pt>
                <c:pt idx="195">
                  <c:v>507</c:v>
                </c:pt>
                <c:pt idx="196">
                  <c:v>507</c:v>
                </c:pt>
                <c:pt idx="197">
                  <c:v>507</c:v>
                </c:pt>
                <c:pt idx="198">
                  <c:v>507</c:v>
                </c:pt>
                <c:pt idx="199">
                  <c:v>511</c:v>
                </c:pt>
                <c:pt idx="200">
                  <c:v>514</c:v>
                </c:pt>
                <c:pt idx="201">
                  <c:v>514</c:v>
                </c:pt>
                <c:pt idx="202">
                  <c:v>515</c:v>
                </c:pt>
                <c:pt idx="203">
                  <c:v>515</c:v>
                </c:pt>
                <c:pt idx="204">
                  <c:v>515</c:v>
                </c:pt>
                <c:pt idx="205">
                  <c:v>515</c:v>
                </c:pt>
                <c:pt idx="206">
                  <c:v>515</c:v>
                </c:pt>
                <c:pt idx="207">
                  <c:v>515</c:v>
                </c:pt>
                <c:pt idx="208">
                  <c:v>515</c:v>
                </c:pt>
                <c:pt idx="209">
                  <c:v>515</c:v>
                </c:pt>
                <c:pt idx="210">
                  <c:v>515</c:v>
                </c:pt>
                <c:pt idx="211">
                  <c:v>515</c:v>
                </c:pt>
                <c:pt idx="212">
                  <c:v>515</c:v>
                </c:pt>
                <c:pt idx="213">
                  <c:v>518</c:v>
                </c:pt>
                <c:pt idx="214">
                  <c:v>526</c:v>
                </c:pt>
                <c:pt idx="215">
                  <c:v>528</c:v>
                </c:pt>
                <c:pt idx="216">
                  <c:v>536</c:v>
                </c:pt>
                <c:pt idx="217">
                  <c:v>543</c:v>
                </c:pt>
                <c:pt idx="218">
                  <c:v>548</c:v>
                </c:pt>
                <c:pt idx="219">
                  <c:v>552</c:v>
                </c:pt>
                <c:pt idx="220">
                  <c:v>559</c:v>
                </c:pt>
                <c:pt idx="221">
                  <c:v>567</c:v>
                </c:pt>
                <c:pt idx="222">
                  <c:v>570</c:v>
                </c:pt>
                <c:pt idx="223">
                  <c:v>570</c:v>
                </c:pt>
                <c:pt idx="224">
                  <c:v>570</c:v>
                </c:pt>
                <c:pt idx="225">
                  <c:v>570</c:v>
                </c:pt>
                <c:pt idx="226">
                  <c:v>573</c:v>
                </c:pt>
                <c:pt idx="227">
                  <c:v>578</c:v>
                </c:pt>
                <c:pt idx="228">
                  <c:v>583</c:v>
                </c:pt>
                <c:pt idx="229">
                  <c:v>583</c:v>
                </c:pt>
                <c:pt idx="230">
                  <c:v>583</c:v>
                </c:pt>
                <c:pt idx="231">
                  <c:v>583</c:v>
                </c:pt>
                <c:pt idx="232">
                  <c:v>583</c:v>
                </c:pt>
                <c:pt idx="233">
                  <c:v>584</c:v>
                </c:pt>
                <c:pt idx="234">
                  <c:v>586</c:v>
                </c:pt>
                <c:pt idx="235">
                  <c:v>593</c:v>
                </c:pt>
                <c:pt idx="236">
                  <c:v>593</c:v>
                </c:pt>
                <c:pt idx="237">
                  <c:v>593</c:v>
                </c:pt>
                <c:pt idx="238">
                  <c:v>593</c:v>
                </c:pt>
                <c:pt idx="239">
                  <c:v>593</c:v>
                </c:pt>
                <c:pt idx="240">
                  <c:v>593</c:v>
                </c:pt>
                <c:pt idx="241">
                  <c:v>597</c:v>
                </c:pt>
                <c:pt idx="242">
                  <c:v>603</c:v>
                </c:pt>
                <c:pt idx="243">
                  <c:v>603</c:v>
                </c:pt>
                <c:pt idx="244">
                  <c:v>603</c:v>
                </c:pt>
                <c:pt idx="245">
                  <c:v>608</c:v>
                </c:pt>
                <c:pt idx="246">
                  <c:v>608</c:v>
                </c:pt>
                <c:pt idx="247">
                  <c:v>608</c:v>
                </c:pt>
                <c:pt idx="248">
                  <c:v>613</c:v>
                </c:pt>
                <c:pt idx="249">
                  <c:v>622</c:v>
                </c:pt>
                <c:pt idx="250">
                  <c:v>622</c:v>
                </c:pt>
                <c:pt idx="251">
                  <c:v>622</c:v>
                </c:pt>
                <c:pt idx="252">
                  <c:v>622</c:v>
                </c:pt>
                <c:pt idx="253">
                  <c:v>626</c:v>
                </c:pt>
                <c:pt idx="254">
                  <c:v>632</c:v>
                </c:pt>
                <c:pt idx="255">
                  <c:v>636</c:v>
                </c:pt>
                <c:pt idx="256">
                  <c:v>639</c:v>
                </c:pt>
                <c:pt idx="257">
                  <c:v>654</c:v>
                </c:pt>
                <c:pt idx="258">
                  <c:v>667</c:v>
                </c:pt>
                <c:pt idx="259">
                  <c:v>667</c:v>
                </c:pt>
                <c:pt idx="260">
                  <c:v>671</c:v>
                </c:pt>
                <c:pt idx="261">
                  <c:v>674</c:v>
                </c:pt>
                <c:pt idx="262">
                  <c:v>679</c:v>
                </c:pt>
                <c:pt idx="263">
                  <c:v>685</c:v>
                </c:pt>
                <c:pt idx="264">
                  <c:v>685</c:v>
                </c:pt>
                <c:pt idx="265">
                  <c:v>685</c:v>
                </c:pt>
                <c:pt idx="266">
                  <c:v>685</c:v>
                </c:pt>
                <c:pt idx="267">
                  <c:v>685</c:v>
                </c:pt>
                <c:pt idx="268">
                  <c:v>685</c:v>
                </c:pt>
                <c:pt idx="269">
                  <c:v>685</c:v>
                </c:pt>
                <c:pt idx="270">
                  <c:v>685</c:v>
                </c:pt>
                <c:pt idx="271">
                  <c:v>685</c:v>
                </c:pt>
                <c:pt idx="272">
                  <c:v>685</c:v>
                </c:pt>
                <c:pt idx="273">
                  <c:v>685</c:v>
                </c:pt>
                <c:pt idx="274">
                  <c:v>685</c:v>
                </c:pt>
                <c:pt idx="275">
                  <c:v>687</c:v>
                </c:pt>
                <c:pt idx="276">
                  <c:v>709</c:v>
                </c:pt>
                <c:pt idx="277">
                  <c:v>725</c:v>
                </c:pt>
                <c:pt idx="278">
                  <c:v>725</c:v>
                </c:pt>
                <c:pt idx="279">
                  <c:v>725</c:v>
                </c:pt>
                <c:pt idx="280">
                  <c:v>725</c:v>
                </c:pt>
                <c:pt idx="281">
                  <c:v>725</c:v>
                </c:pt>
                <c:pt idx="282">
                  <c:v>725</c:v>
                </c:pt>
                <c:pt idx="283">
                  <c:v>725</c:v>
                </c:pt>
                <c:pt idx="284">
                  <c:v>725</c:v>
                </c:pt>
                <c:pt idx="285">
                  <c:v>725</c:v>
                </c:pt>
                <c:pt idx="286">
                  <c:v>725</c:v>
                </c:pt>
                <c:pt idx="287">
                  <c:v>725</c:v>
                </c:pt>
                <c:pt idx="288">
                  <c:v>725</c:v>
                </c:pt>
                <c:pt idx="289">
                  <c:v>725</c:v>
                </c:pt>
                <c:pt idx="290">
                  <c:v>725</c:v>
                </c:pt>
                <c:pt idx="291">
                  <c:v>725</c:v>
                </c:pt>
                <c:pt idx="292">
                  <c:v>725</c:v>
                </c:pt>
                <c:pt idx="293">
                  <c:v>725</c:v>
                </c:pt>
                <c:pt idx="294">
                  <c:v>725</c:v>
                </c:pt>
                <c:pt idx="295">
                  <c:v>725</c:v>
                </c:pt>
                <c:pt idx="296">
                  <c:v>727</c:v>
                </c:pt>
                <c:pt idx="297">
                  <c:v>733</c:v>
                </c:pt>
                <c:pt idx="298">
                  <c:v>746</c:v>
                </c:pt>
                <c:pt idx="299">
                  <c:v>747</c:v>
                </c:pt>
                <c:pt idx="300">
                  <c:v>747</c:v>
                </c:pt>
                <c:pt idx="301">
                  <c:v>747</c:v>
                </c:pt>
                <c:pt idx="302">
                  <c:v>749</c:v>
                </c:pt>
                <c:pt idx="303">
                  <c:v>749</c:v>
                </c:pt>
                <c:pt idx="304">
                  <c:v>749</c:v>
                </c:pt>
                <c:pt idx="305">
                  <c:v>749</c:v>
                </c:pt>
                <c:pt idx="306">
                  <c:v>749</c:v>
                </c:pt>
                <c:pt idx="307">
                  <c:v>749</c:v>
                </c:pt>
                <c:pt idx="308">
                  <c:v>749</c:v>
                </c:pt>
                <c:pt idx="309">
                  <c:v>749</c:v>
                </c:pt>
                <c:pt idx="310">
                  <c:v>749</c:v>
                </c:pt>
                <c:pt idx="311">
                  <c:v>749</c:v>
                </c:pt>
                <c:pt idx="312">
                  <c:v>749</c:v>
                </c:pt>
                <c:pt idx="313">
                  <c:v>749</c:v>
                </c:pt>
                <c:pt idx="314">
                  <c:v>749</c:v>
                </c:pt>
                <c:pt idx="315">
                  <c:v>749</c:v>
                </c:pt>
                <c:pt idx="316">
                  <c:v>749</c:v>
                </c:pt>
                <c:pt idx="317">
                  <c:v>749</c:v>
                </c:pt>
                <c:pt idx="318">
                  <c:v>749</c:v>
                </c:pt>
                <c:pt idx="319">
                  <c:v>749</c:v>
                </c:pt>
                <c:pt idx="320">
                  <c:v>749</c:v>
                </c:pt>
                <c:pt idx="321">
                  <c:v>749</c:v>
                </c:pt>
                <c:pt idx="322">
                  <c:v>749</c:v>
                </c:pt>
                <c:pt idx="323">
                  <c:v>749</c:v>
                </c:pt>
                <c:pt idx="324">
                  <c:v>749</c:v>
                </c:pt>
                <c:pt idx="325">
                  <c:v>749</c:v>
                </c:pt>
                <c:pt idx="326">
                  <c:v>749</c:v>
                </c:pt>
                <c:pt idx="327">
                  <c:v>749</c:v>
                </c:pt>
                <c:pt idx="328">
                  <c:v>749</c:v>
                </c:pt>
                <c:pt idx="329">
                  <c:v>749</c:v>
                </c:pt>
                <c:pt idx="330">
                  <c:v>749</c:v>
                </c:pt>
                <c:pt idx="331">
                  <c:v>749</c:v>
                </c:pt>
                <c:pt idx="332">
                  <c:v>749</c:v>
                </c:pt>
                <c:pt idx="333">
                  <c:v>749</c:v>
                </c:pt>
                <c:pt idx="334">
                  <c:v>749</c:v>
                </c:pt>
                <c:pt idx="335">
                  <c:v>749</c:v>
                </c:pt>
                <c:pt idx="336">
                  <c:v>749</c:v>
                </c:pt>
                <c:pt idx="337">
                  <c:v>749</c:v>
                </c:pt>
                <c:pt idx="338">
                  <c:v>749</c:v>
                </c:pt>
                <c:pt idx="339">
                  <c:v>749</c:v>
                </c:pt>
                <c:pt idx="340">
                  <c:v>749</c:v>
                </c:pt>
                <c:pt idx="341">
                  <c:v>749</c:v>
                </c:pt>
                <c:pt idx="342">
                  <c:v>749</c:v>
                </c:pt>
                <c:pt idx="343">
                  <c:v>749</c:v>
                </c:pt>
                <c:pt idx="344">
                  <c:v>749</c:v>
                </c:pt>
                <c:pt idx="345">
                  <c:v>749</c:v>
                </c:pt>
                <c:pt idx="346">
                  <c:v>749</c:v>
                </c:pt>
                <c:pt idx="347">
                  <c:v>749</c:v>
                </c:pt>
                <c:pt idx="348">
                  <c:v>749</c:v>
                </c:pt>
                <c:pt idx="349">
                  <c:v>749</c:v>
                </c:pt>
                <c:pt idx="350">
                  <c:v>749</c:v>
                </c:pt>
                <c:pt idx="351">
                  <c:v>749</c:v>
                </c:pt>
                <c:pt idx="352">
                  <c:v>749</c:v>
                </c:pt>
                <c:pt idx="353">
                  <c:v>749</c:v>
                </c:pt>
                <c:pt idx="354">
                  <c:v>749</c:v>
                </c:pt>
                <c:pt idx="355">
                  <c:v>749</c:v>
                </c:pt>
                <c:pt idx="356">
                  <c:v>749</c:v>
                </c:pt>
                <c:pt idx="357">
                  <c:v>749</c:v>
                </c:pt>
                <c:pt idx="358">
                  <c:v>749</c:v>
                </c:pt>
                <c:pt idx="359">
                  <c:v>749</c:v>
                </c:pt>
                <c:pt idx="360">
                  <c:v>749</c:v>
                </c:pt>
                <c:pt idx="361">
                  <c:v>749</c:v>
                </c:pt>
                <c:pt idx="362">
                  <c:v>749</c:v>
                </c:pt>
                <c:pt idx="363">
                  <c:v>749</c:v>
                </c:pt>
                <c:pt idx="364">
                  <c:v>749</c:v>
                </c:pt>
                <c:pt idx="365">
                  <c:v>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90-4CA7-B505-54EE7CC1BFA6}"/>
            </c:ext>
          </c:extLst>
        </c:ser>
        <c:ser>
          <c:idx val="7"/>
          <c:order val="7"/>
          <c:tx>
            <c:v>2026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Fig3_CumNeg!$I$2:$I$367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12</c:v>
                </c:pt>
                <c:pt idx="31">
                  <c:v>12</c:v>
                </c:pt>
                <c:pt idx="32">
                  <c:v>12</c:v>
                </c:pt>
                <c:pt idx="33">
                  <c:v>12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15</c:v>
                </c:pt>
                <c:pt idx="58">
                  <c:v>20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26</c:v>
                </c:pt>
                <c:pt idx="67">
                  <c:v>26</c:v>
                </c:pt>
                <c:pt idx="68">
                  <c:v>26</c:v>
                </c:pt>
                <c:pt idx="69">
                  <c:v>26</c:v>
                </c:pt>
                <c:pt idx="70">
                  <c:v>30</c:v>
                </c:pt>
                <c:pt idx="71">
                  <c:v>35</c:v>
                </c:pt>
                <c:pt idx="72">
                  <c:v>35</c:v>
                </c:pt>
                <c:pt idx="73">
                  <c:v>35</c:v>
                </c:pt>
                <c:pt idx="74">
                  <c:v>35</c:v>
                </c:pt>
                <c:pt idx="75">
                  <c:v>35</c:v>
                </c:pt>
                <c:pt idx="76">
                  <c:v>39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45</c:v>
                </c:pt>
                <c:pt idx="81">
                  <c:v>45</c:v>
                </c:pt>
                <c:pt idx="82">
                  <c:v>48</c:v>
                </c:pt>
                <c:pt idx="83">
                  <c:v>60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65</c:v>
                </c:pt>
                <c:pt idx="88">
                  <c:v>65</c:v>
                </c:pt>
                <c:pt idx="89">
                  <c:v>65</c:v>
                </c:pt>
                <c:pt idx="90">
                  <c:v>65</c:v>
                </c:pt>
                <c:pt idx="91">
                  <c:v>65</c:v>
                </c:pt>
                <c:pt idx="92">
                  <c:v>65</c:v>
                </c:pt>
                <c:pt idx="93">
                  <c:v>71</c:v>
                </c:pt>
                <c:pt idx="94">
                  <c:v>88</c:v>
                </c:pt>
                <c:pt idx="95">
                  <c:v>98</c:v>
                </c:pt>
                <c:pt idx="96">
                  <c:v>103</c:v>
                </c:pt>
                <c:pt idx="97">
                  <c:v>108</c:v>
                </c:pt>
                <c:pt idx="98">
                  <c:v>112</c:v>
                </c:pt>
                <c:pt idx="99">
                  <c:v>112</c:v>
                </c:pt>
                <c:pt idx="100">
                  <c:v>120</c:v>
                </c:pt>
                <c:pt idx="101">
                  <c:v>120</c:v>
                </c:pt>
                <c:pt idx="102">
                  <c:v>120</c:v>
                </c:pt>
                <c:pt idx="103">
                  <c:v>120</c:v>
                </c:pt>
                <c:pt idx="104">
                  <c:v>120</c:v>
                </c:pt>
                <c:pt idx="105">
                  <c:v>120</c:v>
                </c:pt>
                <c:pt idx="106">
                  <c:v>120</c:v>
                </c:pt>
                <c:pt idx="107">
                  <c:v>123</c:v>
                </c:pt>
                <c:pt idx="108">
                  <c:v>126</c:v>
                </c:pt>
                <c:pt idx="109">
                  <c:v>126</c:v>
                </c:pt>
                <c:pt idx="110">
                  <c:v>130</c:v>
                </c:pt>
                <c:pt idx="111">
                  <c:v>136</c:v>
                </c:pt>
                <c:pt idx="112">
                  <c:v>143</c:v>
                </c:pt>
                <c:pt idx="113">
                  <c:v>149</c:v>
                </c:pt>
                <c:pt idx="114">
                  <c:v>158</c:v>
                </c:pt>
                <c:pt idx="115">
                  <c:v>166</c:v>
                </c:pt>
                <c:pt idx="116">
                  <c:v>169</c:v>
                </c:pt>
                <c:pt idx="117">
                  <c:v>175</c:v>
                </c:pt>
                <c:pt idx="118">
                  <c:v>182</c:v>
                </c:pt>
                <c:pt idx="119">
                  <c:v>189</c:v>
                </c:pt>
                <c:pt idx="120">
                  <c:v>197</c:v>
                </c:pt>
                <c:pt idx="121">
                  <c:v>204</c:v>
                </c:pt>
                <c:pt idx="122">
                  <c:v>209</c:v>
                </c:pt>
                <c:pt idx="123">
                  <c:v>209</c:v>
                </c:pt>
                <c:pt idx="124">
                  <c:v>209</c:v>
                </c:pt>
                <c:pt idx="125">
                  <c:v>209</c:v>
                </c:pt>
                <c:pt idx="126">
                  <c:v>209</c:v>
                </c:pt>
                <c:pt idx="127">
                  <c:v>209</c:v>
                </c:pt>
                <c:pt idx="128">
                  <c:v>214</c:v>
                </c:pt>
                <c:pt idx="129">
                  <c:v>220</c:v>
                </c:pt>
                <c:pt idx="130">
                  <c:v>220</c:v>
                </c:pt>
                <c:pt idx="131">
                  <c:v>220</c:v>
                </c:pt>
                <c:pt idx="132">
                  <c:v>220</c:v>
                </c:pt>
                <c:pt idx="133">
                  <c:v>220</c:v>
                </c:pt>
                <c:pt idx="134">
                  <c:v>220</c:v>
                </c:pt>
                <c:pt idx="135">
                  <c:v>225</c:v>
                </c:pt>
                <c:pt idx="136">
                  <c:v>229</c:v>
                </c:pt>
                <c:pt idx="137">
                  <c:v>229</c:v>
                </c:pt>
                <c:pt idx="138">
                  <c:v>229</c:v>
                </c:pt>
                <c:pt idx="139">
                  <c:v>229</c:v>
                </c:pt>
                <c:pt idx="140">
                  <c:v>229</c:v>
                </c:pt>
                <c:pt idx="141">
                  <c:v>231</c:v>
                </c:pt>
                <c:pt idx="142">
                  <c:v>238</c:v>
                </c:pt>
                <c:pt idx="143">
                  <c:v>246</c:v>
                </c:pt>
                <c:pt idx="144">
                  <c:v>253</c:v>
                </c:pt>
                <c:pt idx="145">
                  <c:v>258</c:v>
                </c:pt>
                <c:pt idx="146">
                  <c:v>264</c:v>
                </c:pt>
                <c:pt idx="147">
                  <c:v>268</c:v>
                </c:pt>
                <c:pt idx="148">
                  <c:v>272</c:v>
                </c:pt>
                <c:pt idx="149">
                  <c:v>277</c:v>
                </c:pt>
                <c:pt idx="150">
                  <c:v>282</c:v>
                </c:pt>
                <c:pt idx="151">
                  <c:v>282</c:v>
                </c:pt>
                <c:pt idx="152">
                  <c:v>282</c:v>
                </c:pt>
                <c:pt idx="153">
                  <c:v>282</c:v>
                </c:pt>
                <c:pt idx="154">
                  <c:v>286</c:v>
                </c:pt>
                <c:pt idx="155">
                  <c:v>286</c:v>
                </c:pt>
                <c:pt idx="156">
                  <c:v>290</c:v>
                </c:pt>
                <c:pt idx="157">
                  <c:v>301</c:v>
                </c:pt>
                <c:pt idx="158">
                  <c:v>301</c:v>
                </c:pt>
                <c:pt idx="159">
                  <c:v>302</c:v>
                </c:pt>
                <c:pt idx="160">
                  <c:v>302</c:v>
                </c:pt>
                <c:pt idx="161">
                  <c:v>302</c:v>
                </c:pt>
                <c:pt idx="162">
                  <c:v>302</c:v>
                </c:pt>
                <c:pt idx="163">
                  <c:v>313</c:v>
                </c:pt>
                <c:pt idx="164">
                  <c:v>324</c:v>
                </c:pt>
                <c:pt idx="165">
                  <c:v>329</c:v>
                </c:pt>
                <c:pt idx="166">
                  <c:v>329</c:v>
                </c:pt>
                <c:pt idx="167">
                  <c:v>329</c:v>
                </c:pt>
                <c:pt idx="168">
                  <c:v>329</c:v>
                </c:pt>
                <c:pt idx="169">
                  <c:v>329</c:v>
                </c:pt>
                <c:pt idx="170">
                  <c:v>334</c:v>
                </c:pt>
                <c:pt idx="171">
                  <c:v>339</c:v>
                </c:pt>
                <c:pt idx="172">
                  <c:v>339</c:v>
                </c:pt>
                <c:pt idx="173">
                  <c:v>339</c:v>
                </c:pt>
                <c:pt idx="174">
                  <c:v>339</c:v>
                </c:pt>
                <c:pt idx="175">
                  <c:v>339</c:v>
                </c:pt>
                <c:pt idx="176">
                  <c:v>339</c:v>
                </c:pt>
                <c:pt idx="177">
                  <c:v>341</c:v>
                </c:pt>
                <c:pt idx="178">
                  <c:v>345</c:v>
                </c:pt>
                <c:pt idx="179">
                  <c:v>345</c:v>
                </c:pt>
                <c:pt idx="180">
                  <c:v>345</c:v>
                </c:pt>
                <c:pt idx="181">
                  <c:v>345</c:v>
                </c:pt>
                <c:pt idx="182">
                  <c:v>351</c:v>
                </c:pt>
                <c:pt idx="183">
                  <c:v>359</c:v>
                </c:pt>
                <c:pt idx="184">
                  <c:v>367</c:v>
                </c:pt>
                <c:pt idx="185">
                  <c:v>374</c:v>
                </c:pt>
                <c:pt idx="186">
                  <c:v>374</c:v>
                </c:pt>
                <c:pt idx="187">
                  <c:v>379</c:v>
                </c:pt>
                <c:pt idx="188">
                  <c:v>379</c:v>
                </c:pt>
                <c:pt idx="189">
                  <c:v>379</c:v>
                </c:pt>
                <c:pt idx="190">
                  <c:v>379</c:v>
                </c:pt>
                <c:pt idx="191">
                  <c:v>384</c:v>
                </c:pt>
                <c:pt idx="192">
                  <c:v>391</c:v>
                </c:pt>
                <c:pt idx="193">
                  <c:v>391</c:v>
                </c:pt>
                <c:pt idx="194">
                  <c:v>391</c:v>
                </c:pt>
                <c:pt idx="195">
                  <c:v>391</c:v>
                </c:pt>
                <c:pt idx="196">
                  <c:v>391</c:v>
                </c:pt>
                <c:pt idx="197">
                  <c:v>391</c:v>
                </c:pt>
                <c:pt idx="198">
                  <c:v>391</c:v>
                </c:pt>
                <c:pt idx="199">
                  <c:v>391</c:v>
                </c:pt>
                <c:pt idx="200">
                  <c:v>391</c:v>
                </c:pt>
                <c:pt idx="201">
                  <c:v>391</c:v>
                </c:pt>
                <c:pt idx="202">
                  <c:v>391</c:v>
                </c:pt>
                <c:pt idx="203">
                  <c:v>391</c:v>
                </c:pt>
                <c:pt idx="204">
                  <c:v>391</c:v>
                </c:pt>
                <c:pt idx="205">
                  <c:v>391</c:v>
                </c:pt>
                <c:pt idx="206">
                  <c:v>391</c:v>
                </c:pt>
                <c:pt idx="207">
                  <c:v>391</c:v>
                </c:pt>
                <c:pt idx="208">
                  <c:v>391</c:v>
                </c:pt>
                <c:pt idx="209">
                  <c:v>391</c:v>
                </c:pt>
                <c:pt idx="210">
                  <c:v>391</c:v>
                </c:pt>
                <c:pt idx="211">
                  <c:v>391</c:v>
                </c:pt>
                <c:pt idx="212">
                  <c:v>391</c:v>
                </c:pt>
                <c:pt idx="213">
                  <c:v>391</c:v>
                </c:pt>
                <c:pt idx="214">
                  <c:v>391</c:v>
                </c:pt>
                <c:pt idx="215">
                  <c:v>391</c:v>
                </c:pt>
                <c:pt idx="216">
                  <c:v>391</c:v>
                </c:pt>
                <c:pt idx="217">
                  <c:v>391</c:v>
                </c:pt>
                <c:pt idx="218">
                  <c:v>391</c:v>
                </c:pt>
                <c:pt idx="219">
                  <c:v>391</c:v>
                </c:pt>
                <c:pt idx="220">
                  <c:v>391</c:v>
                </c:pt>
                <c:pt idx="221">
                  <c:v>391</c:v>
                </c:pt>
                <c:pt idx="222">
                  <c:v>391</c:v>
                </c:pt>
                <c:pt idx="223">
                  <c:v>391</c:v>
                </c:pt>
                <c:pt idx="224">
                  <c:v>391</c:v>
                </c:pt>
                <c:pt idx="225">
                  <c:v>391</c:v>
                </c:pt>
                <c:pt idx="226">
                  <c:v>391</c:v>
                </c:pt>
                <c:pt idx="227">
                  <c:v>391</c:v>
                </c:pt>
                <c:pt idx="228">
                  <c:v>391</c:v>
                </c:pt>
                <c:pt idx="229">
                  <c:v>391</c:v>
                </c:pt>
                <c:pt idx="230">
                  <c:v>391</c:v>
                </c:pt>
                <c:pt idx="231">
                  <c:v>391</c:v>
                </c:pt>
                <c:pt idx="232">
                  <c:v>391</c:v>
                </c:pt>
                <c:pt idx="233">
                  <c:v>391</c:v>
                </c:pt>
                <c:pt idx="234">
                  <c:v>391</c:v>
                </c:pt>
                <c:pt idx="235">
                  <c:v>391</c:v>
                </c:pt>
                <c:pt idx="236">
                  <c:v>391</c:v>
                </c:pt>
                <c:pt idx="237">
                  <c:v>391</c:v>
                </c:pt>
                <c:pt idx="238">
                  <c:v>391</c:v>
                </c:pt>
                <c:pt idx="239">
                  <c:v>391</c:v>
                </c:pt>
                <c:pt idx="240">
                  <c:v>391</c:v>
                </c:pt>
                <c:pt idx="241">
                  <c:v>391</c:v>
                </c:pt>
                <c:pt idx="242">
                  <c:v>391</c:v>
                </c:pt>
                <c:pt idx="243">
                  <c:v>391</c:v>
                </c:pt>
                <c:pt idx="244">
                  <c:v>391</c:v>
                </c:pt>
                <c:pt idx="245">
                  <c:v>391</c:v>
                </c:pt>
                <c:pt idx="246">
                  <c:v>391</c:v>
                </c:pt>
                <c:pt idx="247">
                  <c:v>391</c:v>
                </c:pt>
                <c:pt idx="248">
                  <c:v>391</c:v>
                </c:pt>
                <c:pt idx="249">
                  <c:v>391</c:v>
                </c:pt>
                <c:pt idx="250">
                  <c:v>391</c:v>
                </c:pt>
                <c:pt idx="251">
                  <c:v>391</c:v>
                </c:pt>
                <c:pt idx="252">
                  <c:v>391</c:v>
                </c:pt>
                <c:pt idx="253">
                  <c:v>391</c:v>
                </c:pt>
                <c:pt idx="254">
                  <c:v>391</c:v>
                </c:pt>
                <c:pt idx="255">
                  <c:v>391</c:v>
                </c:pt>
                <c:pt idx="256">
                  <c:v>391</c:v>
                </c:pt>
                <c:pt idx="257">
                  <c:v>391</c:v>
                </c:pt>
                <c:pt idx="258">
                  <c:v>391</c:v>
                </c:pt>
                <c:pt idx="259">
                  <c:v>391</c:v>
                </c:pt>
                <c:pt idx="260">
                  <c:v>391</c:v>
                </c:pt>
                <c:pt idx="261">
                  <c:v>391</c:v>
                </c:pt>
                <c:pt idx="262">
                  <c:v>391</c:v>
                </c:pt>
                <c:pt idx="263">
                  <c:v>391</c:v>
                </c:pt>
                <c:pt idx="264">
                  <c:v>391</c:v>
                </c:pt>
                <c:pt idx="265">
                  <c:v>391</c:v>
                </c:pt>
                <c:pt idx="266">
                  <c:v>391</c:v>
                </c:pt>
                <c:pt idx="267">
                  <c:v>391</c:v>
                </c:pt>
                <c:pt idx="268">
                  <c:v>391</c:v>
                </c:pt>
                <c:pt idx="269">
                  <c:v>391</c:v>
                </c:pt>
                <c:pt idx="270">
                  <c:v>391</c:v>
                </c:pt>
                <c:pt idx="271">
                  <c:v>391</c:v>
                </c:pt>
                <c:pt idx="272">
                  <c:v>391</c:v>
                </c:pt>
                <c:pt idx="273">
                  <c:v>391</c:v>
                </c:pt>
                <c:pt idx="274">
                  <c:v>391</c:v>
                </c:pt>
                <c:pt idx="275">
                  <c:v>391</c:v>
                </c:pt>
                <c:pt idx="276">
                  <c:v>391</c:v>
                </c:pt>
                <c:pt idx="277">
                  <c:v>391</c:v>
                </c:pt>
                <c:pt idx="278">
                  <c:v>391</c:v>
                </c:pt>
                <c:pt idx="279">
                  <c:v>391</c:v>
                </c:pt>
                <c:pt idx="280">
                  <c:v>391</c:v>
                </c:pt>
                <c:pt idx="281">
                  <c:v>391</c:v>
                </c:pt>
                <c:pt idx="282">
                  <c:v>391</c:v>
                </c:pt>
                <c:pt idx="283">
                  <c:v>391</c:v>
                </c:pt>
                <c:pt idx="284">
                  <c:v>391</c:v>
                </c:pt>
                <c:pt idx="285">
                  <c:v>391</c:v>
                </c:pt>
                <c:pt idx="286">
                  <c:v>391</c:v>
                </c:pt>
                <c:pt idx="287">
                  <c:v>391</c:v>
                </c:pt>
                <c:pt idx="288">
                  <c:v>391</c:v>
                </c:pt>
                <c:pt idx="289">
                  <c:v>391</c:v>
                </c:pt>
                <c:pt idx="290">
                  <c:v>391</c:v>
                </c:pt>
                <c:pt idx="291">
                  <c:v>391</c:v>
                </c:pt>
                <c:pt idx="292">
                  <c:v>391</c:v>
                </c:pt>
                <c:pt idx="293">
                  <c:v>391</c:v>
                </c:pt>
                <c:pt idx="294">
                  <c:v>391</c:v>
                </c:pt>
                <c:pt idx="295">
                  <c:v>391</c:v>
                </c:pt>
                <c:pt idx="296">
                  <c:v>391</c:v>
                </c:pt>
                <c:pt idx="297">
                  <c:v>391</c:v>
                </c:pt>
                <c:pt idx="298">
                  <c:v>391</c:v>
                </c:pt>
                <c:pt idx="299">
                  <c:v>391</c:v>
                </c:pt>
                <c:pt idx="300">
                  <c:v>391</c:v>
                </c:pt>
                <c:pt idx="301">
                  <c:v>391</c:v>
                </c:pt>
                <c:pt idx="302">
                  <c:v>391</c:v>
                </c:pt>
                <c:pt idx="303">
                  <c:v>391</c:v>
                </c:pt>
                <c:pt idx="304">
                  <c:v>391</c:v>
                </c:pt>
                <c:pt idx="305">
                  <c:v>391</c:v>
                </c:pt>
                <c:pt idx="306">
                  <c:v>391</c:v>
                </c:pt>
                <c:pt idx="307">
                  <c:v>391</c:v>
                </c:pt>
                <c:pt idx="308">
                  <c:v>391</c:v>
                </c:pt>
                <c:pt idx="309">
                  <c:v>391</c:v>
                </c:pt>
                <c:pt idx="310">
                  <c:v>391</c:v>
                </c:pt>
                <c:pt idx="311">
                  <c:v>391</c:v>
                </c:pt>
                <c:pt idx="312">
                  <c:v>391</c:v>
                </c:pt>
                <c:pt idx="313">
                  <c:v>391</c:v>
                </c:pt>
                <c:pt idx="314">
                  <c:v>391</c:v>
                </c:pt>
                <c:pt idx="315">
                  <c:v>391</c:v>
                </c:pt>
                <c:pt idx="316">
                  <c:v>391</c:v>
                </c:pt>
                <c:pt idx="317">
                  <c:v>391</c:v>
                </c:pt>
                <c:pt idx="318">
                  <c:v>391</c:v>
                </c:pt>
                <c:pt idx="319">
                  <c:v>391</c:v>
                </c:pt>
                <c:pt idx="320">
                  <c:v>391</c:v>
                </c:pt>
                <c:pt idx="321">
                  <c:v>391</c:v>
                </c:pt>
                <c:pt idx="322">
                  <c:v>391</c:v>
                </c:pt>
                <c:pt idx="323">
                  <c:v>391</c:v>
                </c:pt>
                <c:pt idx="324">
                  <c:v>391</c:v>
                </c:pt>
                <c:pt idx="325">
                  <c:v>391</c:v>
                </c:pt>
                <c:pt idx="326">
                  <c:v>391</c:v>
                </c:pt>
                <c:pt idx="327">
                  <c:v>391</c:v>
                </c:pt>
                <c:pt idx="328">
                  <c:v>391</c:v>
                </c:pt>
                <c:pt idx="329">
                  <c:v>391</c:v>
                </c:pt>
                <c:pt idx="330">
                  <c:v>391</c:v>
                </c:pt>
                <c:pt idx="331">
                  <c:v>391</c:v>
                </c:pt>
                <c:pt idx="332">
                  <c:v>391</c:v>
                </c:pt>
                <c:pt idx="333">
                  <c:v>391</c:v>
                </c:pt>
                <c:pt idx="334">
                  <c:v>391</c:v>
                </c:pt>
                <c:pt idx="335">
                  <c:v>391</c:v>
                </c:pt>
                <c:pt idx="336">
                  <c:v>391</c:v>
                </c:pt>
                <c:pt idx="337">
                  <c:v>391</c:v>
                </c:pt>
                <c:pt idx="338">
                  <c:v>391</c:v>
                </c:pt>
                <c:pt idx="339">
                  <c:v>391</c:v>
                </c:pt>
                <c:pt idx="340">
                  <c:v>391</c:v>
                </c:pt>
                <c:pt idx="341">
                  <c:v>391</c:v>
                </c:pt>
                <c:pt idx="342">
                  <c:v>391</c:v>
                </c:pt>
                <c:pt idx="343">
                  <c:v>391</c:v>
                </c:pt>
                <c:pt idx="344">
                  <c:v>391</c:v>
                </c:pt>
                <c:pt idx="345">
                  <c:v>391</c:v>
                </c:pt>
                <c:pt idx="346">
                  <c:v>391</c:v>
                </c:pt>
                <c:pt idx="347">
                  <c:v>391</c:v>
                </c:pt>
                <c:pt idx="348">
                  <c:v>391</c:v>
                </c:pt>
                <c:pt idx="349">
                  <c:v>391</c:v>
                </c:pt>
                <c:pt idx="350">
                  <c:v>391</c:v>
                </c:pt>
                <c:pt idx="351">
                  <c:v>391</c:v>
                </c:pt>
                <c:pt idx="352">
                  <c:v>391</c:v>
                </c:pt>
                <c:pt idx="353">
                  <c:v>391</c:v>
                </c:pt>
                <c:pt idx="354">
                  <c:v>391</c:v>
                </c:pt>
                <c:pt idx="355">
                  <c:v>391</c:v>
                </c:pt>
                <c:pt idx="356">
                  <c:v>391</c:v>
                </c:pt>
                <c:pt idx="357">
                  <c:v>391</c:v>
                </c:pt>
                <c:pt idx="358">
                  <c:v>391</c:v>
                </c:pt>
                <c:pt idx="359">
                  <c:v>391</c:v>
                </c:pt>
                <c:pt idx="360">
                  <c:v>391</c:v>
                </c:pt>
                <c:pt idx="361">
                  <c:v>391</c:v>
                </c:pt>
                <c:pt idx="362">
                  <c:v>391</c:v>
                </c:pt>
                <c:pt idx="363">
                  <c:v>391</c:v>
                </c:pt>
                <c:pt idx="364">
                  <c:v>391</c:v>
                </c:pt>
                <c:pt idx="365">
                  <c:v>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90-4CA7-B505-54EE7CC1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# hours (cum)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DE 2024</c:v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2E3E80"/>
              </a:solidFill>
              <a:ln>
                <a:noFill/>
              </a:ln>
            </c:spPr>
          </c:marker>
          <c:xVal>
            <c:numRef>
              <c:f>Fig6_MinMax!$CN$2:$CN$367</c:f>
              <c:numCache>
                <c:formatCode>General</c:formatCode>
                <c:ptCount val="366"/>
                <c:pt idx="0">
                  <c:v>58</c:v>
                </c:pt>
                <c:pt idx="1">
                  <c:v>83.46</c:v>
                </c:pt>
                <c:pt idx="2">
                  <c:v>82.97</c:v>
                </c:pt>
                <c:pt idx="3">
                  <c:v>144.65</c:v>
                </c:pt>
                <c:pt idx="4">
                  <c:v>108.45</c:v>
                </c:pt>
                <c:pt idx="5">
                  <c:v>104.27</c:v>
                </c:pt>
                <c:pt idx="6">
                  <c:v>104.85</c:v>
                </c:pt>
                <c:pt idx="7">
                  <c:v>130.01</c:v>
                </c:pt>
                <c:pt idx="8">
                  <c:v>137.84</c:v>
                </c:pt>
                <c:pt idx="9">
                  <c:v>143.79</c:v>
                </c:pt>
                <c:pt idx="10">
                  <c:v>150.09</c:v>
                </c:pt>
                <c:pt idx="11">
                  <c:v>140.74</c:v>
                </c:pt>
                <c:pt idx="12">
                  <c:v>85.26</c:v>
                </c:pt>
                <c:pt idx="13">
                  <c:v>96.97</c:v>
                </c:pt>
                <c:pt idx="14">
                  <c:v>112.8</c:v>
                </c:pt>
                <c:pt idx="15">
                  <c:v>144.11000000000001</c:v>
                </c:pt>
                <c:pt idx="16">
                  <c:v>140.52000000000001</c:v>
                </c:pt>
                <c:pt idx="17">
                  <c:v>125.89</c:v>
                </c:pt>
                <c:pt idx="18">
                  <c:v>104.27</c:v>
                </c:pt>
                <c:pt idx="19">
                  <c:v>99.87</c:v>
                </c:pt>
                <c:pt idx="20">
                  <c:v>61.45</c:v>
                </c:pt>
                <c:pt idx="21">
                  <c:v>77.349999999999994</c:v>
                </c:pt>
                <c:pt idx="22">
                  <c:v>84.51</c:v>
                </c:pt>
                <c:pt idx="23">
                  <c:v>54.21</c:v>
                </c:pt>
                <c:pt idx="24">
                  <c:v>123.38</c:v>
                </c:pt>
                <c:pt idx="25">
                  <c:v>76.59</c:v>
                </c:pt>
                <c:pt idx="26">
                  <c:v>95.95</c:v>
                </c:pt>
                <c:pt idx="27">
                  <c:v>77.84</c:v>
                </c:pt>
                <c:pt idx="28">
                  <c:v>127.42</c:v>
                </c:pt>
                <c:pt idx="29">
                  <c:v>99.23</c:v>
                </c:pt>
                <c:pt idx="30">
                  <c:v>119.93</c:v>
                </c:pt>
                <c:pt idx="31">
                  <c:v>97.89</c:v>
                </c:pt>
                <c:pt idx="32">
                  <c:v>89.32</c:v>
                </c:pt>
                <c:pt idx="33">
                  <c:v>68.569999999999993</c:v>
                </c:pt>
                <c:pt idx="34">
                  <c:v>46.01</c:v>
                </c:pt>
                <c:pt idx="35">
                  <c:v>68.78</c:v>
                </c:pt>
                <c:pt idx="36">
                  <c:v>68.16</c:v>
                </c:pt>
                <c:pt idx="37">
                  <c:v>136.22</c:v>
                </c:pt>
                <c:pt idx="38">
                  <c:v>133.15</c:v>
                </c:pt>
                <c:pt idx="39">
                  <c:v>95.45</c:v>
                </c:pt>
                <c:pt idx="40">
                  <c:v>88.95</c:v>
                </c:pt>
                <c:pt idx="41">
                  <c:v>80.739999999999995</c:v>
                </c:pt>
                <c:pt idx="42">
                  <c:v>104</c:v>
                </c:pt>
                <c:pt idx="43">
                  <c:v>99.88</c:v>
                </c:pt>
                <c:pt idx="44">
                  <c:v>87.58</c:v>
                </c:pt>
                <c:pt idx="45">
                  <c:v>87</c:v>
                </c:pt>
                <c:pt idx="46">
                  <c:v>77.42</c:v>
                </c:pt>
                <c:pt idx="47">
                  <c:v>110.06</c:v>
                </c:pt>
                <c:pt idx="48">
                  <c:v>73.66</c:v>
                </c:pt>
                <c:pt idx="49">
                  <c:v>97.65</c:v>
                </c:pt>
                <c:pt idx="50">
                  <c:v>90.89</c:v>
                </c:pt>
                <c:pt idx="51">
                  <c:v>85.11</c:v>
                </c:pt>
                <c:pt idx="52">
                  <c:v>81.91</c:v>
                </c:pt>
                <c:pt idx="53">
                  <c:v>86.44</c:v>
                </c:pt>
                <c:pt idx="54">
                  <c:v>80</c:v>
                </c:pt>
                <c:pt idx="55">
                  <c:v>93.69</c:v>
                </c:pt>
                <c:pt idx="56">
                  <c:v>85.32</c:v>
                </c:pt>
                <c:pt idx="57">
                  <c:v>111.8</c:v>
                </c:pt>
                <c:pt idx="58">
                  <c:v>104.49</c:v>
                </c:pt>
                <c:pt idx="59">
                  <c:v>86.26</c:v>
                </c:pt>
                <c:pt idx="60">
                  <c:v>93.73</c:v>
                </c:pt>
                <c:pt idx="61">
                  <c:v>93.6</c:v>
                </c:pt>
                <c:pt idx="62">
                  <c:v>86.96</c:v>
                </c:pt>
                <c:pt idx="63">
                  <c:v>105.18</c:v>
                </c:pt>
                <c:pt idx="64">
                  <c:v>112.99</c:v>
                </c:pt>
                <c:pt idx="65">
                  <c:v>119.58</c:v>
                </c:pt>
                <c:pt idx="66">
                  <c:v>105.71</c:v>
                </c:pt>
                <c:pt idx="67">
                  <c:v>95.06</c:v>
                </c:pt>
                <c:pt idx="68">
                  <c:v>78.02</c:v>
                </c:pt>
                <c:pt idx="69">
                  <c:v>66.349999999999994</c:v>
                </c:pt>
                <c:pt idx="70">
                  <c:v>108.01</c:v>
                </c:pt>
                <c:pt idx="71">
                  <c:v>134.91999999999999</c:v>
                </c:pt>
                <c:pt idx="72">
                  <c:v>97.8</c:v>
                </c:pt>
                <c:pt idx="73">
                  <c:v>114.77</c:v>
                </c:pt>
                <c:pt idx="74">
                  <c:v>87.99</c:v>
                </c:pt>
                <c:pt idx="75">
                  <c:v>87.31</c:v>
                </c:pt>
                <c:pt idx="76">
                  <c:v>94.31</c:v>
                </c:pt>
                <c:pt idx="77">
                  <c:v>145.71</c:v>
                </c:pt>
                <c:pt idx="78">
                  <c:v>131.41999999999999</c:v>
                </c:pt>
                <c:pt idx="79">
                  <c:v>168.54</c:v>
                </c:pt>
                <c:pt idx="80">
                  <c:v>127.13</c:v>
                </c:pt>
                <c:pt idx="81">
                  <c:v>121.59</c:v>
                </c:pt>
                <c:pt idx="82">
                  <c:v>72.47</c:v>
                </c:pt>
                <c:pt idx="83">
                  <c:v>75</c:v>
                </c:pt>
                <c:pt idx="84">
                  <c:v>174.7</c:v>
                </c:pt>
                <c:pt idx="85">
                  <c:v>100.75</c:v>
                </c:pt>
                <c:pt idx="86">
                  <c:v>125.93</c:v>
                </c:pt>
                <c:pt idx="87">
                  <c:v>83.19</c:v>
                </c:pt>
                <c:pt idx="88">
                  <c:v>105.45</c:v>
                </c:pt>
                <c:pt idx="89">
                  <c:v>88.11</c:v>
                </c:pt>
                <c:pt idx="90">
                  <c:v>117.29</c:v>
                </c:pt>
                <c:pt idx="91">
                  <c:v>64.489999999999995</c:v>
                </c:pt>
                <c:pt idx="92">
                  <c:v>95.39</c:v>
                </c:pt>
                <c:pt idx="93">
                  <c:v>123.3</c:v>
                </c:pt>
                <c:pt idx="94">
                  <c:v>90.66</c:v>
                </c:pt>
                <c:pt idx="95">
                  <c:v>84.24</c:v>
                </c:pt>
                <c:pt idx="96">
                  <c:v>73.989999999999995</c:v>
                </c:pt>
                <c:pt idx="97">
                  <c:v>108.39</c:v>
                </c:pt>
                <c:pt idx="98">
                  <c:v>149.78</c:v>
                </c:pt>
                <c:pt idx="99">
                  <c:v>90.9</c:v>
                </c:pt>
                <c:pt idx="100">
                  <c:v>191.19</c:v>
                </c:pt>
                <c:pt idx="101">
                  <c:v>137.82</c:v>
                </c:pt>
                <c:pt idx="102">
                  <c:v>125.95</c:v>
                </c:pt>
                <c:pt idx="103">
                  <c:v>73.44</c:v>
                </c:pt>
                <c:pt idx="104">
                  <c:v>119.91</c:v>
                </c:pt>
                <c:pt idx="105">
                  <c:v>169.15</c:v>
                </c:pt>
                <c:pt idx="106">
                  <c:v>124.52</c:v>
                </c:pt>
                <c:pt idx="107">
                  <c:v>169.97</c:v>
                </c:pt>
                <c:pt idx="108">
                  <c:v>155.80000000000001</c:v>
                </c:pt>
                <c:pt idx="109">
                  <c:v>76</c:v>
                </c:pt>
                <c:pt idx="110">
                  <c:v>97.04</c:v>
                </c:pt>
                <c:pt idx="111">
                  <c:v>95.26</c:v>
                </c:pt>
                <c:pt idx="112">
                  <c:v>170.96</c:v>
                </c:pt>
                <c:pt idx="113">
                  <c:v>181.26</c:v>
                </c:pt>
                <c:pt idx="114">
                  <c:v>143.44</c:v>
                </c:pt>
                <c:pt idx="115">
                  <c:v>152.29</c:v>
                </c:pt>
                <c:pt idx="116">
                  <c:v>141.58000000000001</c:v>
                </c:pt>
                <c:pt idx="117">
                  <c:v>119.9</c:v>
                </c:pt>
                <c:pt idx="118">
                  <c:v>78.56</c:v>
                </c:pt>
                <c:pt idx="119">
                  <c:v>204.57</c:v>
                </c:pt>
                <c:pt idx="120">
                  <c:v>132.41</c:v>
                </c:pt>
                <c:pt idx="121">
                  <c:v>50.4</c:v>
                </c:pt>
                <c:pt idx="122">
                  <c:v>87.96</c:v>
                </c:pt>
                <c:pt idx="123">
                  <c:v>119.94</c:v>
                </c:pt>
                <c:pt idx="124">
                  <c:v>135.4</c:v>
                </c:pt>
                <c:pt idx="125">
                  <c:v>111.92</c:v>
                </c:pt>
                <c:pt idx="126">
                  <c:v>143.99</c:v>
                </c:pt>
                <c:pt idx="127">
                  <c:v>151.05000000000001</c:v>
                </c:pt>
                <c:pt idx="128">
                  <c:v>134.41999999999999</c:v>
                </c:pt>
                <c:pt idx="129">
                  <c:v>132.79</c:v>
                </c:pt>
                <c:pt idx="130">
                  <c:v>170.72</c:v>
                </c:pt>
                <c:pt idx="131">
                  <c:v>122.5</c:v>
                </c:pt>
                <c:pt idx="132">
                  <c:v>75.739999999999995</c:v>
                </c:pt>
                <c:pt idx="133">
                  <c:v>146.18</c:v>
                </c:pt>
                <c:pt idx="134">
                  <c:v>93.47</c:v>
                </c:pt>
                <c:pt idx="135">
                  <c:v>110.2</c:v>
                </c:pt>
                <c:pt idx="136">
                  <c:v>109.91</c:v>
                </c:pt>
                <c:pt idx="137">
                  <c:v>107.94</c:v>
                </c:pt>
                <c:pt idx="138">
                  <c:v>131.66</c:v>
                </c:pt>
                <c:pt idx="139">
                  <c:v>122.86</c:v>
                </c:pt>
                <c:pt idx="140">
                  <c:v>135.9</c:v>
                </c:pt>
                <c:pt idx="141">
                  <c:v>126.98</c:v>
                </c:pt>
                <c:pt idx="142">
                  <c:v>154.88</c:v>
                </c:pt>
                <c:pt idx="143">
                  <c:v>180.06</c:v>
                </c:pt>
                <c:pt idx="144">
                  <c:v>129.99</c:v>
                </c:pt>
                <c:pt idx="145">
                  <c:v>136.94999999999999</c:v>
                </c:pt>
                <c:pt idx="146">
                  <c:v>121.1</c:v>
                </c:pt>
                <c:pt idx="147">
                  <c:v>221.46</c:v>
                </c:pt>
                <c:pt idx="148">
                  <c:v>144.31</c:v>
                </c:pt>
                <c:pt idx="149">
                  <c:v>143.26</c:v>
                </c:pt>
                <c:pt idx="150">
                  <c:v>154.72999999999999</c:v>
                </c:pt>
                <c:pt idx="151">
                  <c:v>115</c:v>
                </c:pt>
                <c:pt idx="152">
                  <c:v>85.86</c:v>
                </c:pt>
                <c:pt idx="153">
                  <c:v>109.01</c:v>
                </c:pt>
                <c:pt idx="154">
                  <c:v>215.28</c:v>
                </c:pt>
                <c:pt idx="155">
                  <c:v>235.52</c:v>
                </c:pt>
                <c:pt idx="156">
                  <c:v>158.02000000000001</c:v>
                </c:pt>
                <c:pt idx="157">
                  <c:v>167.72</c:v>
                </c:pt>
                <c:pt idx="158">
                  <c:v>154.75</c:v>
                </c:pt>
                <c:pt idx="159">
                  <c:v>100</c:v>
                </c:pt>
                <c:pt idx="160">
                  <c:v>115.86</c:v>
                </c:pt>
                <c:pt idx="161">
                  <c:v>185.18</c:v>
                </c:pt>
                <c:pt idx="162">
                  <c:v>127.64</c:v>
                </c:pt>
                <c:pt idx="163">
                  <c:v>154.66</c:v>
                </c:pt>
                <c:pt idx="164">
                  <c:v>188.35</c:v>
                </c:pt>
                <c:pt idx="165">
                  <c:v>136</c:v>
                </c:pt>
                <c:pt idx="166">
                  <c:v>84.28</c:v>
                </c:pt>
                <c:pt idx="167">
                  <c:v>124.28</c:v>
                </c:pt>
                <c:pt idx="168">
                  <c:v>210.16</c:v>
                </c:pt>
                <c:pt idx="169">
                  <c:v>171.87</c:v>
                </c:pt>
                <c:pt idx="170">
                  <c:v>143.66</c:v>
                </c:pt>
                <c:pt idx="171">
                  <c:v>200.09</c:v>
                </c:pt>
                <c:pt idx="172">
                  <c:v>122.8</c:v>
                </c:pt>
                <c:pt idx="173">
                  <c:v>124.05</c:v>
                </c:pt>
                <c:pt idx="174">
                  <c:v>115.44</c:v>
                </c:pt>
                <c:pt idx="175">
                  <c:v>209.32</c:v>
                </c:pt>
                <c:pt idx="176">
                  <c:v>136.69</c:v>
                </c:pt>
                <c:pt idx="177">
                  <c:v>134.38999999999999</c:v>
                </c:pt>
                <c:pt idx="178">
                  <c:v>200.04</c:v>
                </c:pt>
                <c:pt idx="179">
                  <c:v>138.06</c:v>
                </c:pt>
                <c:pt idx="180">
                  <c:v>139.19999999999999</c:v>
                </c:pt>
                <c:pt idx="181">
                  <c:v>102.39</c:v>
                </c:pt>
                <c:pt idx="182">
                  <c:v>166.79</c:v>
                </c:pt>
                <c:pt idx="183">
                  <c:v>115</c:v>
                </c:pt>
                <c:pt idx="184">
                  <c:v>163.89</c:v>
                </c:pt>
                <c:pt idx="185">
                  <c:v>115.3</c:v>
                </c:pt>
                <c:pt idx="186">
                  <c:v>142.36000000000001</c:v>
                </c:pt>
                <c:pt idx="187">
                  <c:v>63.52</c:v>
                </c:pt>
                <c:pt idx="188">
                  <c:v>133.16999999999999</c:v>
                </c:pt>
                <c:pt idx="189">
                  <c:v>257.35000000000002</c:v>
                </c:pt>
                <c:pt idx="190">
                  <c:v>151.5</c:v>
                </c:pt>
                <c:pt idx="191">
                  <c:v>164.08</c:v>
                </c:pt>
                <c:pt idx="192">
                  <c:v>184.33</c:v>
                </c:pt>
                <c:pt idx="193">
                  <c:v>109.92</c:v>
                </c:pt>
                <c:pt idx="194">
                  <c:v>88.95</c:v>
                </c:pt>
                <c:pt idx="195">
                  <c:v>115.8</c:v>
                </c:pt>
                <c:pt idx="196">
                  <c:v>224.96</c:v>
                </c:pt>
                <c:pt idx="197">
                  <c:v>121.6</c:v>
                </c:pt>
                <c:pt idx="198">
                  <c:v>187.95</c:v>
                </c:pt>
                <c:pt idx="199">
                  <c:v>227.6</c:v>
                </c:pt>
                <c:pt idx="200">
                  <c:v>190.46</c:v>
                </c:pt>
                <c:pt idx="201">
                  <c:v>134.75</c:v>
                </c:pt>
                <c:pt idx="202">
                  <c:v>128.12</c:v>
                </c:pt>
                <c:pt idx="203">
                  <c:v>186.24</c:v>
                </c:pt>
                <c:pt idx="204">
                  <c:v>120.51</c:v>
                </c:pt>
                <c:pt idx="205">
                  <c:v>128.9</c:v>
                </c:pt>
                <c:pt idx="206">
                  <c:v>155.72</c:v>
                </c:pt>
                <c:pt idx="207">
                  <c:v>143.25</c:v>
                </c:pt>
                <c:pt idx="208">
                  <c:v>123.1</c:v>
                </c:pt>
                <c:pt idx="209">
                  <c:v>115.66</c:v>
                </c:pt>
                <c:pt idx="210">
                  <c:v>178.07</c:v>
                </c:pt>
                <c:pt idx="211">
                  <c:v>177.13</c:v>
                </c:pt>
                <c:pt idx="212">
                  <c:v>136.15</c:v>
                </c:pt>
                <c:pt idx="213">
                  <c:v>138.07</c:v>
                </c:pt>
                <c:pt idx="214">
                  <c:v>146.19</c:v>
                </c:pt>
                <c:pt idx="215">
                  <c:v>136.63999999999999</c:v>
                </c:pt>
                <c:pt idx="216">
                  <c:v>124.99</c:v>
                </c:pt>
                <c:pt idx="217">
                  <c:v>250.01</c:v>
                </c:pt>
                <c:pt idx="218">
                  <c:v>230.85</c:v>
                </c:pt>
                <c:pt idx="219">
                  <c:v>149.28</c:v>
                </c:pt>
                <c:pt idx="220">
                  <c:v>197.31</c:v>
                </c:pt>
                <c:pt idx="221">
                  <c:v>124.97</c:v>
                </c:pt>
                <c:pt idx="222">
                  <c:v>133</c:v>
                </c:pt>
                <c:pt idx="223">
                  <c:v>137.18</c:v>
                </c:pt>
                <c:pt idx="224">
                  <c:v>224.84</c:v>
                </c:pt>
                <c:pt idx="225">
                  <c:v>205.35</c:v>
                </c:pt>
                <c:pt idx="226">
                  <c:v>218.92</c:v>
                </c:pt>
                <c:pt idx="227">
                  <c:v>160.30000000000001</c:v>
                </c:pt>
                <c:pt idx="228">
                  <c:v>243.12</c:v>
                </c:pt>
                <c:pt idx="229">
                  <c:v>149.18</c:v>
                </c:pt>
                <c:pt idx="230">
                  <c:v>115.68</c:v>
                </c:pt>
                <c:pt idx="231">
                  <c:v>203.83</c:v>
                </c:pt>
                <c:pt idx="232">
                  <c:v>158.81</c:v>
                </c:pt>
                <c:pt idx="233">
                  <c:v>140.35</c:v>
                </c:pt>
                <c:pt idx="234">
                  <c:v>129.46</c:v>
                </c:pt>
                <c:pt idx="235">
                  <c:v>123.15</c:v>
                </c:pt>
                <c:pt idx="236">
                  <c:v>105.4</c:v>
                </c:pt>
                <c:pt idx="237">
                  <c:v>119.45</c:v>
                </c:pt>
                <c:pt idx="238">
                  <c:v>231.06</c:v>
                </c:pt>
                <c:pt idx="239">
                  <c:v>232.25</c:v>
                </c:pt>
                <c:pt idx="240">
                  <c:v>204.03</c:v>
                </c:pt>
                <c:pt idx="241">
                  <c:v>289.27</c:v>
                </c:pt>
                <c:pt idx="242">
                  <c:v>156.11000000000001</c:v>
                </c:pt>
                <c:pt idx="243">
                  <c:v>148.29</c:v>
                </c:pt>
                <c:pt idx="244">
                  <c:v>131.6</c:v>
                </c:pt>
                <c:pt idx="245">
                  <c:v>255.4</c:v>
                </c:pt>
                <c:pt idx="246">
                  <c:v>656.37</c:v>
                </c:pt>
                <c:pt idx="247">
                  <c:v>320.07</c:v>
                </c:pt>
                <c:pt idx="248">
                  <c:v>119.04</c:v>
                </c:pt>
                <c:pt idx="249">
                  <c:v>136.49</c:v>
                </c:pt>
                <c:pt idx="250">
                  <c:v>150.4</c:v>
                </c:pt>
                <c:pt idx="251">
                  <c:v>128.12</c:v>
                </c:pt>
                <c:pt idx="252">
                  <c:v>159.57</c:v>
                </c:pt>
                <c:pt idx="253">
                  <c:v>129.9</c:v>
                </c:pt>
                <c:pt idx="254">
                  <c:v>142.86000000000001</c:v>
                </c:pt>
                <c:pt idx="255">
                  <c:v>300.01</c:v>
                </c:pt>
                <c:pt idx="256">
                  <c:v>132.24</c:v>
                </c:pt>
                <c:pt idx="257">
                  <c:v>126.58</c:v>
                </c:pt>
                <c:pt idx="258">
                  <c:v>133.16</c:v>
                </c:pt>
                <c:pt idx="259">
                  <c:v>146.06</c:v>
                </c:pt>
                <c:pt idx="260">
                  <c:v>137.52000000000001</c:v>
                </c:pt>
                <c:pt idx="261">
                  <c:v>141.91999999999999</c:v>
                </c:pt>
                <c:pt idx="262">
                  <c:v>143.24</c:v>
                </c:pt>
                <c:pt idx="263">
                  <c:v>145.72</c:v>
                </c:pt>
                <c:pt idx="264">
                  <c:v>141.99</c:v>
                </c:pt>
                <c:pt idx="265">
                  <c:v>157.18</c:v>
                </c:pt>
                <c:pt idx="266">
                  <c:v>328.39</c:v>
                </c:pt>
                <c:pt idx="267">
                  <c:v>141.96</c:v>
                </c:pt>
                <c:pt idx="268">
                  <c:v>195.42</c:v>
                </c:pt>
                <c:pt idx="269">
                  <c:v>89</c:v>
                </c:pt>
                <c:pt idx="270">
                  <c:v>62.55</c:v>
                </c:pt>
                <c:pt idx="271">
                  <c:v>100.08</c:v>
                </c:pt>
                <c:pt idx="272">
                  <c:v>167.32</c:v>
                </c:pt>
                <c:pt idx="273">
                  <c:v>93.55</c:v>
                </c:pt>
                <c:pt idx="274">
                  <c:v>136.51</c:v>
                </c:pt>
                <c:pt idx="275">
                  <c:v>135.69999999999999</c:v>
                </c:pt>
                <c:pt idx="276">
                  <c:v>115.32</c:v>
                </c:pt>
                <c:pt idx="277">
                  <c:v>149.02000000000001</c:v>
                </c:pt>
                <c:pt idx="278">
                  <c:v>148.65</c:v>
                </c:pt>
                <c:pt idx="279">
                  <c:v>106.3</c:v>
                </c:pt>
                <c:pt idx="280">
                  <c:v>237.65</c:v>
                </c:pt>
                <c:pt idx="281">
                  <c:v>168.2</c:v>
                </c:pt>
                <c:pt idx="282">
                  <c:v>127.12</c:v>
                </c:pt>
                <c:pt idx="283">
                  <c:v>119.32</c:v>
                </c:pt>
                <c:pt idx="284">
                  <c:v>174.24</c:v>
                </c:pt>
                <c:pt idx="285">
                  <c:v>80.86</c:v>
                </c:pt>
                <c:pt idx="286">
                  <c:v>54.05</c:v>
                </c:pt>
                <c:pt idx="287">
                  <c:v>269.74</c:v>
                </c:pt>
                <c:pt idx="288">
                  <c:v>185.39</c:v>
                </c:pt>
                <c:pt idx="289">
                  <c:v>88.38</c:v>
                </c:pt>
                <c:pt idx="290">
                  <c:v>186.21</c:v>
                </c:pt>
                <c:pt idx="291">
                  <c:v>181.28</c:v>
                </c:pt>
                <c:pt idx="292">
                  <c:v>135.82</c:v>
                </c:pt>
                <c:pt idx="293">
                  <c:v>75.319999999999993</c:v>
                </c:pt>
                <c:pt idx="294">
                  <c:v>222.11</c:v>
                </c:pt>
                <c:pt idx="295">
                  <c:v>170.12</c:v>
                </c:pt>
                <c:pt idx="296">
                  <c:v>218.18</c:v>
                </c:pt>
                <c:pt idx="297">
                  <c:v>171.27</c:v>
                </c:pt>
                <c:pt idx="298">
                  <c:v>227.32</c:v>
                </c:pt>
                <c:pt idx="299">
                  <c:v>150.9</c:v>
                </c:pt>
                <c:pt idx="300">
                  <c:v>148.30000000000001</c:v>
                </c:pt>
                <c:pt idx="301">
                  <c:v>148.80000000000001</c:v>
                </c:pt>
                <c:pt idx="302">
                  <c:v>285.8</c:v>
                </c:pt>
                <c:pt idx="303">
                  <c:v>193.88</c:v>
                </c:pt>
                <c:pt idx="304">
                  <c:v>135.53</c:v>
                </c:pt>
                <c:pt idx="305">
                  <c:v>119.87</c:v>
                </c:pt>
                <c:pt idx="306">
                  <c:v>158.56</c:v>
                </c:pt>
                <c:pt idx="307">
                  <c:v>127.91</c:v>
                </c:pt>
                <c:pt idx="308">
                  <c:v>290.20999999999998</c:v>
                </c:pt>
                <c:pt idx="309">
                  <c:v>505.31</c:v>
                </c:pt>
                <c:pt idx="310">
                  <c:v>820.11</c:v>
                </c:pt>
                <c:pt idx="311">
                  <c:v>408.26</c:v>
                </c:pt>
                <c:pt idx="312">
                  <c:v>132.91</c:v>
                </c:pt>
                <c:pt idx="313">
                  <c:v>147.80000000000001</c:v>
                </c:pt>
                <c:pt idx="314">
                  <c:v>148.72</c:v>
                </c:pt>
                <c:pt idx="315">
                  <c:v>153.18</c:v>
                </c:pt>
                <c:pt idx="316">
                  <c:v>317.89</c:v>
                </c:pt>
                <c:pt idx="317">
                  <c:v>227.43</c:v>
                </c:pt>
                <c:pt idx="318">
                  <c:v>155.91</c:v>
                </c:pt>
                <c:pt idx="319">
                  <c:v>157.77000000000001</c:v>
                </c:pt>
                <c:pt idx="320">
                  <c:v>118.93</c:v>
                </c:pt>
                <c:pt idx="321">
                  <c:v>102.84</c:v>
                </c:pt>
                <c:pt idx="322">
                  <c:v>161.82</c:v>
                </c:pt>
                <c:pt idx="323">
                  <c:v>157.57</c:v>
                </c:pt>
                <c:pt idx="324">
                  <c:v>142.87</c:v>
                </c:pt>
                <c:pt idx="325">
                  <c:v>182.26</c:v>
                </c:pt>
                <c:pt idx="326">
                  <c:v>144.08000000000001</c:v>
                </c:pt>
                <c:pt idx="327">
                  <c:v>104.55</c:v>
                </c:pt>
                <c:pt idx="328">
                  <c:v>16.18</c:v>
                </c:pt>
                <c:pt idx="329">
                  <c:v>128</c:v>
                </c:pt>
                <c:pt idx="330">
                  <c:v>160.91</c:v>
                </c:pt>
                <c:pt idx="331">
                  <c:v>184.84</c:v>
                </c:pt>
                <c:pt idx="332">
                  <c:v>158.22999999999999</c:v>
                </c:pt>
                <c:pt idx="333">
                  <c:v>181.35</c:v>
                </c:pt>
                <c:pt idx="334">
                  <c:v>136.94</c:v>
                </c:pt>
                <c:pt idx="335">
                  <c:v>121.53</c:v>
                </c:pt>
                <c:pt idx="336">
                  <c:v>147.9</c:v>
                </c:pt>
                <c:pt idx="337">
                  <c:v>210</c:v>
                </c:pt>
                <c:pt idx="338">
                  <c:v>287.76</c:v>
                </c:pt>
                <c:pt idx="339">
                  <c:v>143.54</c:v>
                </c:pt>
                <c:pt idx="340">
                  <c:v>151.07</c:v>
                </c:pt>
                <c:pt idx="341">
                  <c:v>96.45</c:v>
                </c:pt>
                <c:pt idx="342">
                  <c:v>121.38</c:v>
                </c:pt>
                <c:pt idx="343">
                  <c:v>129.81</c:v>
                </c:pt>
                <c:pt idx="344">
                  <c:v>202.38</c:v>
                </c:pt>
                <c:pt idx="345">
                  <c:v>445.08</c:v>
                </c:pt>
                <c:pt idx="346">
                  <c:v>936.28</c:v>
                </c:pt>
                <c:pt idx="347">
                  <c:v>284.20999999999998</c:v>
                </c:pt>
                <c:pt idx="348">
                  <c:v>124.98</c:v>
                </c:pt>
                <c:pt idx="349">
                  <c:v>70.650000000000006</c:v>
                </c:pt>
                <c:pt idx="350">
                  <c:v>85.22</c:v>
                </c:pt>
                <c:pt idx="351">
                  <c:v>127.33</c:v>
                </c:pt>
                <c:pt idx="352">
                  <c:v>77.58</c:v>
                </c:pt>
                <c:pt idx="353">
                  <c:v>92.58</c:v>
                </c:pt>
                <c:pt idx="354">
                  <c:v>109.89</c:v>
                </c:pt>
                <c:pt idx="355">
                  <c:v>31.43</c:v>
                </c:pt>
                <c:pt idx="356">
                  <c:v>65.47</c:v>
                </c:pt>
                <c:pt idx="357">
                  <c:v>108.29</c:v>
                </c:pt>
                <c:pt idx="358">
                  <c:v>120.95</c:v>
                </c:pt>
                <c:pt idx="359">
                  <c:v>120.53</c:v>
                </c:pt>
                <c:pt idx="360">
                  <c:v>138.05000000000001</c:v>
                </c:pt>
                <c:pt idx="361">
                  <c:v>158.4</c:v>
                </c:pt>
                <c:pt idx="362">
                  <c:v>152</c:v>
                </c:pt>
                <c:pt idx="363">
                  <c:v>126.11</c:v>
                </c:pt>
                <c:pt idx="364">
                  <c:v>109.97</c:v>
                </c:pt>
                <c:pt idx="365">
                  <c:v>83.67</c:v>
                </c:pt>
              </c:numCache>
            </c:numRef>
          </c:xVal>
          <c:yVal>
            <c:numRef>
              <c:f>Fig6_MinMax!$G$2:$G$367</c:f>
              <c:numCache>
                <c:formatCode>General</c:formatCode>
                <c:ptCount val="366"/>
                <c:pt idx="0">
                  <c:v>-0.05</c:v>
                </c:pt>
                <c:pt idx="1">
                  <c:v>-0.08</c:v>
                </c:pt>
                <c:pt idx="2">
                  <c:v>-1.38</c:v>
                </c:pt>
                <c:pt idx="3">
                  <c:v>25.48</c:v>
                </c:pt>
                <c:pt idx="4">
                  <c:v>73.209999999999994</c:v>
                </c:pt>
                <c:pt idx="5">
                  <c:v>73.010000000000005</c:v>
                </c:pt>
                <c:pt idx="6">
                  <c:v>71.86</c:v>
                </c:pt>
                <c:pt idx="7">
                  <c:v>78.48</c:v>
                </c:pt>
                <c:pt idx="8">
                  <c:v>84.14</c:v>
                </c:pt>
                <c:pt idx="9">
                  <c:v>86.09</c:v>
                </c:pt>
                <c:pt idx="10">
                  <c:v>81.95</c:v>
                </c:pt>
                <c:pt idx="11">
                  <c:v>84.34</c:v>
                </c:pt>
                <c:pt idx="12">
                  <c:v>63.16</c:v>
                </c:pt>
                <c:pt idx="13">
                  <c:v>62.11</c:v>
                </c:pt>
                <c:pt idx="14">
                  <c:v>62.04</c:v>
                </c:pt>
                <c:pt idx="15">
                  <c:v>71.61</c:v>
                </c:pt>
                <c:pt idx="16">
                  <c:v>69.47</c:v>
                </c:pt>
                <c:pt idx="17">
                  <c:v>70.58</c:v>
                </c:pt>
                <c:pt idx="18">
                  <c:v>62.76</c:v>
                </c:pt>
                <c:pt idx="19">
                  <c:v>61.75</c:v>
                </c:pt>
                <c:pt idx="20">
                  <c:v>36.659999999999997</c:v>
                </c:pt>
                <c:pt idx="21">
                  <c:v>5.04</c:v>
                </c:pt>
                <c:pt idx="22">
                  <c:v>3.05</c:v>
                </c:pt>
                <c:pt idx="23">
                  <c:v>-4.84</c:v>
                </c:pt>
                <c:pt idx="24">
                  <c:v>43.34</c:v>
                </c:pt>
                <c:pt idx="25">
                  <c:v>46.47</c:v>
                </c:pt>
                <c:pt idx="26">
                  <c:v>53.88</c:v>
                </c:pt>
                <c:pt idx="27">
                  <c:v>40.090000000000003</c:v>
                </c:pt>
                <c:pt idx="28">
                  <c:v>47.26</c:v>
                </c:pt>
                <c:pt idx="29">
                  <c:v>67.180000000000007</c:v>
                </c:pt>
                <c:pt idx="30">
                  <c:v>39.729999999999997</c:v>
                </c:pt>
                <c:pt idx="31">
                  <c:v>41.12</c:v>
                </c:pt>
                <c:pt idx="32">
                  <c:v>24.74</c:v>
                </c:pt>
                <c:pt idx="33">
                  <c:v>6.73</c:v>
                </c:pt>
                <c:pt idx="34">
                  <c:v>0</c:v>
                </c:pt>
                <c:pt idx="35">
                  <c:v>-0.13</c:v>
                </c:pt>
                <c:pt idx="36">
                  <c:v>1.94</c:v>
                </c:pt>
                <c:pt idx="37">
                  <c:v>34.15</c:v>
                </c:pt>
                <c:pt idx="38">
                  <c:v>60.43</c:v>
                </c:pt>
                <c:pt idx="39">
                  <c:v>49.96</c:v>
                </c:pt>
                <c:pt idx="40">
                  <c:v>55.48</c:v>
                </c:pt>
                <c:pt idx="41">
                  <c:v>43.64</c:v>
                </c:pt>
                <c:pt idx="42">
                  <c:v>59.21</c:v>
                </c:pt>
                <c:pt idx="43">
                  <c:v>60.06</c:v>
                </c:pt>
                <c:pt idx="44">
                  <c:v>54.79</c:v>
                </c:pt>
                <c:pt idx="45">
                  <c:v>51.76</c:v>
                </c:pt>
                <c:pt idx="46">
                  <c:v>48.81</c:v>
                </c:pt>
                <c:pt idx="47">
                  <c:v>54.62</c:v>
                </c:pt>
                <c:pt idx="48">
                  <c:v>39.880000000000003</c:v>
                </c:pt>
                <c:pt idx="49">
                  <c:v>43.04</c:v>
                </c:pt>
                <c:pt idx="50">
                  <c:v>50.65</c:v>
                </c:pt>
                <c:pt idx="51">
                  <c:v>30.47</c:v>
                </c:pt>
                <c:pt idx="52">
                  <c:v>1.91</c:v>
                </c:pt>
                <c:pt idx="53">
                  <c:v>0.02</c:v>
                </c:pt>
                <c:pt idx="54">
                  <c:v>32.22</c:v>
                </c:pt>
                <c:pt idx="55">
                  <c:v>46.03</c:v>
                </c:pt>
                <c:pt idx="56">
                  <c:v>51.8</c:v>
                </c:pt>
                <c:pt idx="57">
                  <c:v>56.87</c:v>
                </c:pt>
                <c:pt idx="58">
                  <c:v>55.11</c:v>
                </c:pt>
                <c:pt idx="59">
                  <c:v>47.03</c:v>
                </c:pt>
                <c:pt idx="60">
                  <c:v>57.83</c:v>
                </c:pt>
                <c:pt idx="61">
                  <c:v>54.5</c:v>
                </c:pt>
                <c:pt idx="62">
                  <c:v>42.51</c:v>
                </c:pt>
                <c:pt idx="63">
                  <c:v>61.1</c:v>
                </c:pt>
                <c:pt idx="64">
                  <c:v>59.86</c:v>
                </c:pt>
                <c:pt idx="65">
                  <c:v>69.290000000000006</c:v>
                </c:pt>
                <c:pt idx="66">
                  <c:v>60.26</c:v>
                </c:pt>
                <c:pt idx="67">
                  <c:v>4.26</c:v>
                </c:pt>
                <c:pt idx="68">
                  <c:v>-5.0199999999999996</c:v>
                </c:pt>
                <c:pt idx="69">
                  <c:v>-9.98</c:v>
                </c:pt>
                <c:pt idx="70">
                  <c:v>49.28</c:v>
                </c:pt>
                <c:pt idx="71">
                  <c:v>63.93</c:v>
                </c:pt>
                <c:pt idx="72">
                  <c:v>61.37</c:v>
                </c:pt>
                <c:pt idx="73">
                  <c:v>48.39</c:v>
                </c:pt>
                <c:pt idx="74">
                  <c:v>36.869999999999997</c:v>
                </c:pt>
                <c:pt idx="75">
                  <c:v>10.99</c:v>
                </c:pt>
                <c:pt idx="76">
                  <c:v>40.15</c:v>
                </c:pt>
                <c:pt idx="77">
                  <c:v>57.14</c:v>
                </c:pt>
                <c:pt idx="78">
                  <c:v>54.47</c:v>
                </c:pt>
                <c:pt idx="79">
                  <c:v>61.43</c:v>
                </c:pt>
                <c:pt idx="80">
                  <c:v>56.34</c:v>
                </c:pt>
                <c:pt idx="81">
                  <c:v>49.69</c:v>
                </c:pt>
                <c:pt idx="82">
                  <c:v>-8.4499999999999993</c:v>
                </c:pt>
                <c:pt idx="83">
                  <c:v>0</c:v>
                </c:pt>
                <c:pt idx="84">
                  <c:v>61.85</c:v>
                </c:pt>
                <c:pt idx="85">
                  <c:v>11.49</c:v>
                </c:pt>
                <c:pt idx="86">
                  <c:v>57.09</c:v>
                </c:pt>
                <c:pt idx="87">
                  <c:v>0.04</c:v>
                </c:pt>
                <c:pt idx="88">
                  <c:v>9.86</c:v>
                </c:pt>
                <c:pt idx="89">
                  <c:v>6.85</c:v>
                </c:pt>
                <c:pt idx="90">
                  <c:v>1.03</c:v>
                </c:pt>
                <c:pt idx="91">
                  <c:v>-0.01</c:v>
                </c:pt>
                <c:pt idx="92">
                  <c:v>-1.0900000000000001</c:v>
                </c:pt>
                <c:pt idx="93">
                  <c:v>52.01</c:v>
                </c:pt>
                <c:pt idx="94">
                  <c:v>50.17</c:v>
                </c:pt>
                <c:pt idx="95">
                  <c:v>-0.1</c:v>
                </c:pt>
                <c:pt idx="96">
                  <c:v>-59.92</c:v>
                </c:pt>
                <c:pt idx="97">
                  <c:v>-26.79</c:v>
                </c:pt>
                <c:pt idx="98">
                  <c:v>57.89</c:v>
                </c:pt>
                <c:pt idx="99">
                  <c:v>5.95</c:v>
                </c:pt>
                <c:pt idx="100">
                  <c:v>6.19</c:v>
                </c:pt>
                <c:pt idx="101">
                  <c:v>0.56999999999999995</c:v>
                </c:pt>
                <c:pt idx="102">
                  <c:v>-7.0000000000000007E-2</c:v>
                </c:pt>
                <c:pt idx="103">
                  <c:v>-55.01</c:v>
                </c:pt>
                <c:pt idx="104">
                  <c:v>-60.07</c:v>
                </c:pt>
                <c:pt idx="105">
                  <c:v>0.04</c:v>
                </c:pt>
                <c:pt idx="106">
                  <c:v>0.14000000000000001</c:v>
                </c:pt>
                <c:pt idx="107">
                  <c:v>77.03</c:v>
                </c:pt>
                <c:pt idx="108">
                  <c:v>60.83</c:v>
                </c:pt>
                <c:pt idx="109">
                  <c:v>44.56</c:v>
                </c:pt>
                <c:pt idx="110">
                  <c:v>10.55</c:v>
                </c:pt>
                <c:pt idx="111">
                  <c:v>-0.9</c:v>
                </c:pt>
                <c:pt idx="112">
                  <c:v>73.67</c:v>
                </c:pt>
                <c:pt idx="113">
                  <c:v>77.260000000000005</c:v>
                </c:pt>
                <c:pt idx="114">
                  <c:v>74.86</c:v>
                </c:pt>
                <c:pt idx="115">
                  <c:v>66.41</c:v>
                </c:pt>
                <c:pt idx="116">
                  <c:v>65.37</c:v>
                </c:pt>
                <c:pt idx="117">
                  <c:v>-0.06</c:v>
                </c:pt>
                <c:pt idx="118">
                  <c:v>-65.06</c:v>
                </c:pt>
                <c:pt idx="119">
                  <c:v>33.630000000000003</c:v>
                </c:pt>
                <c:pt idx="120">
                  <c:v>10</c:v>
                </c:pt>
                <c:pt idx="121">
                  <c:v>-120.07</c:v>
                </c:pt>
                <c:pt idx="122">
                  <c:v>-4.1900000000000004</c:v>
                </c:pt>
                <c:pt idx="123">
                  <c:v>57.95</c:v>
                </c:pt>
                <c:pt idx="124">
                  <c:v>13.34</c:v>
                </c:pt>
                <c:pt idx="125">
                  <c:v>-0.97</c:v>
                </c:pt>
                <c:pt idx="126">
                  <c:v>74.709999999999994</c:v>
                </c:pt>
                <c:pt idx="127">
                  <c:v>65.53</c:v>
                </c:pt>
                <c:pt idx="128">
                  <c:v>66.58</c:v>
                </c:pt>
                <c:pt idx="129">
                  <c:v>-2.0299999999999998</c:v>
                </c:pt>
                <c:pt idx="130">
                  <c:v>0.02</c:v>
                </c:pt>
                <c:pt idx="131">
                  <c:v>-24.23</c:v>
                </c:pt>
                <c:pt idx="132">
                  <c:v>-135.44999999999999</c:v>
                </c:pt>
                <c:pt idx="133">
                  <c:v>-2.69</c:v>
                </c:pt>
                <c:pt idx="134">
                  <c:v>-42.95</c:v>
                </c:pt>
                <c:pt idx="135">
                  <c:v>-11.18</c:v>
                </c:pt>
                <c:pt idx="136">
                  <c:v>-0.71</c:v>
                </c:pt>
                <c:pt idx="137">
                  <c:v>28.24</c:v>
                </c:pt>
                <c:pt idx="138">
                  <c:v>-2.79</c:v>
                </c:pt>
                <c:pt idx="139">
                  <c:v>-15.13</c:v>
                </c:pt>
                <c:pt idx="140">
                  <c:v>-0.33</c:v>
                </c:pt>
                <c:pt idx="141">
                  <c:v>28.47</c:v>
                </c:pt>
                <c:pt idx="142">
                  <c:v>54.12</c:v>
                </c:pt>
                <c:pt idx="143">
                  <c:v>45.31</c:v>
                </c:pt>
                <c:pt idx="144">
                  <c:v>84.27</c:v>
                </c:pt>
                <c:pt idx="145">
                  <c:v>0</c:v>
                </c:pt>
                <c:pt idx="146">
                  <c:v>-23.88</c:v>
                </c:pt>
                <c:pt idx="147">
                  <c:v>72.959999999999994</c:v>
                </c:pt>
                <c:pt idx="148">
                  <c:v>55.25</c:v>
                </c:pt>
                <c:pt idx="149">
                  <c:v>45.91</c:v>
                </c:pt>
                <c:pt idx="150">
                  <c:v>62.97</c:v>
                </c:pt>
                <c:pt idx="151">
                  <c:v>65.3</c:v>
                </c:pt>
                <c:pt idx="152">
                  <c:v>2.92</c:v>
                </c:pt>
                <c:pt idx="153">
                  <c:v>-19.579999999999998</c:v>
                </c:pt>
                <c:pt idx="154">
                  <c:v>67.3</c:v>
                </c:pt>
                <c:pt idx="155">
                  <c:v>43.86</c:v>
                </c:pt>
                <c:pt idx="156">
                  <c:v>26.3</c:v>
                </c:pt>
                <c:pt idx="157">
                  <c:v>19.5</c:v>
                </c:pt>
                <c:pt idx="158">
                  <c:v>13.08</c:v>
                </c:pt>
                <c:pt idx="159">
                  <c:v>-30.03</c:v>
                </c:pt>
                <c:pt idx="160">
                  <c:v>-37.14</c:v>
                </c:pt>
                <c:pt idx="161">
                  <c:v>56.96</c:v>
                </c:pt>
                <c:pt idx="162">
                  <c:v>0</c:v>
                </c:pt>
                <c:pt idx="163">
                  <c:v>39.68</c:v>
                </c:pt>
                <c:pt idx="164">
                  <c:v>43.35</c:v>
                </c:pt>
                <c:pt idx="165">
                  <c:v>40.74</c:v>
                </c:pt>
                <c:pt idx="166">
                  <c:v>-80.010000000000005</c:v>
                </c:pt>
                <c:pt idx="167">
                  <c:v>-35.67</c:v>
                </c:pt>
                <c:pt idx="168">
                  <c:v>39.450000000000003</c:v>
                </c:pt>
                <c:pt idx="169">
                  <c:v>51.03</c:v>
                </c:pt>
                <c:pt idx="170">
                  <c:v>22.41</c:v>
                </c:pt>
                <c:pt idx="171">
                  <c:v>53.81</c:v>
                </c:pt>
                <c:pt idx="172">
                  <c:v>70.25</c:v>
                </c:pt>
                <c:pt idx="173">
                  <c:v>-7.0000000000000007E-2</c:v>
                </c:pt>
                <c:pt idx="174">
                  <c:v>-2.21</c:v>
                </c:pt>
                <c:pt idx="175">
                  <c:v>29.96</c:v>
                </c:pt>
                <c:pt idx="176">
                  <c:v>-0.05</c:v>
                </c:pt>
                <c:pt idx="177">
                  <c:v>76.540000000000006</c:v>
                </c:pt>
                <c:pt idx="178">
                  <c:v>44.56</c:v>
                </c:pt>
                <c:pt idx="179">
                  <c:v>-9.9499999999999993</c:v>
                </c:pt>
                <c:pt idx="180">
                  <c:v>-0.23</c:v>
                </c:pt>
                <c:pt idx="181">
                  <c:v>-1.51</c:v>
                </c:pt>
                <c:pt idx="182">
                  <c:v>34.61</c:v>
                </c:pt>
                <c:pt idx="183">
                  <c:v>60.93</c:v>
                </c:pt>
                <c:pt idx="184">
                  <c:v>51.94</c:v>
                </c:pt>
                <c:pt idx="185">
                  <c:v>-19.09</c:v>
                </c:pt>
                <c:pt idx="186">
                  <c:v>-0.78</c:v>
                </c:pt>
                <c:pt idx="187">
                  <c:v>-48.07</c:v>
                </c:pt>
                <c:pt idx="188">
                  <c:v>-22.37</c:v>
                </c:pt>
                <c:pt idx="189">
                  <c:v>29.45</c:v>
                </c:pt>
                <c:pt idx="190">
                  <c:v>2.71</c:v>
                </c:pt>
                <c:pt idx="191">
                  <c:v>44.58</c:v>
                </c:pt>
                <c:pt idx="192">
                  <c:v>44.48</c:v>
                </c:pt>
                <c:pt idx="193">
                  <c:v>50.52</c:v>
                </c:pt>
                <c:pt idx="194">
                  <c:v>-14.9</c:v>
                </c:pt>
                <c:pt idx="195">
                  <c:v>-73.959999999999994</c:v>
                </c:pt>
                <c:pt idx="196">
                  <c:v>-7.0000000000000007E-2</c:v>
                </c:pt>
                <c:pt idx="197">
                  <c:v>-11.48</c:v>
                </c:pt>
                <c:pt idx="198">
                  <c:v>10.8</c:v>
                </c:pt>
                <c:pt idx="199">
                  <c:v>33.96</c:v>
                </c:pt>
                <c:pt idx="200">
                  <c:v>36.200000000000003</c:v>
                </c:pt>
                <c:pt idx="201">
                  <c:v>-4.6500000000000004</c:v>
                </c:pt>
                <c:pt idx="202">
                  <c:v>-0.21</c:v>
                </c:pt>
                <c:pt idx="203">
                  <c:v>19.41</c:v>
                </c:pt>
                <c:pt idx="204">
                  <c:v>36.01</c:v>
                </c:pt>
                <c:pt idx="205">
                  <c:v>-2.06</c:v>
                </c:pt>
                <c:pt idx="206">
                  <c:v>13.27</c:v>
                </c:pt>
                <c:pt idx="207">
                  <c:v>60.19</c:v>
                </c:pt>
                <c:pt idx="208">
                  <c:v>17.8</c:v>
                </c:pt>
                <c:pt idx="209">
                  <c:v>-48.69</c:v>
                </c:pt>
                <c:pt idx="210">
                  <c:v>-1.7</c:v>
                </c:pt>
                <c:pt idx="211">
                  <c:v>-0.06</c:v>
                </c:pt>
                <c:pt idx="212">
                  <c:v>11.36</c:v>
                </c:pt>
                <c:pt idx="213">
                  <c:v>60.38</c:v>
                </c:pt>
                <c:pt idx="214">
                  <c:v>50.58</c:v>
                </c:pt>
                <c:pt idx="215">
                  <c:v>4.0999999999999996</c:v>
                </c:pt>
                <c:pt idx="216">
                  <c:v>-2.16</c:v>
                </c:pt>
                <c:pt idx="217">
                  <c:v>36.35</c:v>
                </c:pt>
                <c:pt idx="218">
                  <c:v>2.95</c:v>
                </c:pt>
                <c:pt idx="219">
                  <c:v>35.049999999999997</c:v>
                </c:pt>
                <c:pt idx="220">
                  <c:v>32.18</c:v>
                </c:pt>
                <c:pt idx="221">
                  <c:v>-0.8</c:v>
                </c:pt>
                <c:pt idx="222">
                  <c:v>-40.770000000000003</c:v>
                </c:pt>
                <c:pt idx="223">
                  <c:v>-59.96</c:v>
                </c:pt>
                <c:pt idx="224">
                  <c:v>6.98</c:v>
                </c:pt>
                <c:pt idx="225">
                  <c:v>40.369999999999997</c:v>
                </c:pt>
                <c:pt idx="226">
                  <c:v>72.849999999999994</c:v>
                </c:pt>
                <c:pt idx="227">
                  <c:v>-0.04</c:v>
                </c:pt>
                <c:pt idx="228">
                  <c:v>47.57</c:v>
                </c:pt>
                <c:pt idx="229">
                  <c:v>39.43</c:v>
                </c:pt>
                <c:pt idx="230">
                  <c:v>17.72</c:v>
                </c:pt>
                <c:pt idx="231">
                  <c:v>78.87</c:v>
                </c:pt>
                <c:pt idx="232">
                  <c:v>18.22</c:v>
                </c:pt>
                <c:pt idx="233">
                  <c:v>-21.28</c:v>
                </c:pt>
                <c:pt idx="234">
                  <c:v>-4.3499999999999996</c:v>
                </c:pt>
                <c:pt idx="235">
                  <c:v>-16.55</c:v>
                </c:pt>
                <c:pt idx="236">
                  <c:v>-44.18</c:v>
                </c:pt>
                <c:pt idx="237">
                  <c:v>-20.010000000000002</c:v>
                </c:pt>
                <c:pt idx="238">
                  <c:v>17.55</c:v>
                </c:pt>
                <c:pt idx="239">
                  <c:v>1.18</c:v>
                </c:pt>
                <c:pt idx="240">
                  <c:v>8.17</c:v>
                </c:pt>
                <c:pt idx="241">
                  <c:v>45.25</c:v>
                </c:pt>
                <c:pt idx="242">
                  <c:v>79.08</c:v>
                </c:pt>
                <c:pt idx="243">
                  <c:v>-0.8</c:v>
                </c:pt>
                <c:pt idx="244">
                  <c:v>-24</c:v>
                </c:pt>
                <c:pt idx="245">
                  <c:v>81.19</c:v>
                </c:pt>
                <c:pt idx="246">
                  <c:v>82.69</c:v>
                </c:pt>
                <c:pt idx="247">
                  <c:v>89.2</c:v>
                </c:pt>
                <c:pt idx="248">
                  <c:v>-19.68</c:v>
                </c:pt>
                <c:pt idx="249">
                  <c:v>12.48</c:v>
                </c:pt>
                <c:pt idx="250">
                  <c:v>0.44</c:v>
                </c:pt>
                <c:pt idx="251">
                  <c:v>0.01</c:v>
                </c:pt>
                <c:pt idx="252">
                  <c:v>59.79</c:v>
                </c:pt>
                <c:pt idx="253">
                  <c:v>-0.16</c:v>
                </c:pt>
                <c:pt idx="254">
                  <c:v>32.99</c:v>
                </c:pt>
                <c:pt idx="255">
                  <c:v>78.23</c:v>
                </c:pt>
                <c:pt idx="256">
                  <c:v>50.01</c:v>
                </c:pt>
                <c:pt idx="257">
                  <c:v>-0.46</c:v>
                </c:pt>
                <c:pt idx="258">
                  <c:v>-0.41</c:v>
                </c:pt>
                <c:pt idx="259">
                  <c:v>75.37</c:v>
                </c:pt>
                <c:pt idx="260">
                  <c:v>25.64</c:v>
                </c:pt>
                <c:pt idx="261">
                  <c:v>-0.09</c:v>
                </c:pt>
                <c:pt idx="262">
                  <c:v>-0.09</c:v>
                </c:pt>
                <c:pt idx="263">
                  <c:v>-0.01</c:v>
                </c:pt>
                <c:pt idx="264">
                  <c:v>-3.95</c:v>
                </c:pt>
                <c:pt idx="265">
                  <c:v>-0.08</c:v>
                </c:pt>
                <c:pt idx="266">
                  <c:v>76.55</c:v>
                </c:pt>
                <c:pt idx="267">
                  <c:v>42.18</c:v>
                </c:pt>
                <c:pt idx="268">
                  <c:v>18.78</c:v>
                </c:pt>
                <c:pt idx="269">
                  <c:v>-0.06</c:v>
                </c:pt>
                <c:pt idx="270">
                  <c:v>-6.32</c:v>
                </c:pt>
                <c:pt idx="271">
                  <c:v>0</c:v>
                </c:pt>
                <c:pt idx="272">
                  <c:v>-0.5</c:v>
                </c:pt>
                <c:pt idx="273">
                  <c:v>7.0000000000000007E-2</c:v>
                </c:pt>
                <c:pt idx="274">
                  <c:v>0.02</c:v>
                </c:pt>
                <c:pt idx="275">
                  <c:v>65.86</c:v>
                </c:pt>
                <c:pt idx="276">
                  <c:v>33.979999999999997</c:v>
                </c:pt>
                <c:pt idx="277">
                  <c:v>72</c:v>
                </c:pt>
                <c:pt idx="278">
                  <c:v>38.880000000000003</c:v>
                </c:pt>
                <c:pt idx="279">
                  <c:v>-0.01</c:v>
                </c:pt>
                <c:pt idx="280">
                  <c:v>30.15</c:v>
                </c:pt>
                <c:pt idx="281">
                  <c:v>59.67</c:v>
                </c:pt>
                <c:pt idx="282">
                  <c:v>46.89</c:v>
                </c:pt>
                <c:pt idx="283">
                  <c:v>15.94</c:v>
                </c:pt>
                <c:pt idx="284">
                  <c:v>57.17</c:v>
                </c:pt>
                <c:pt idx="285">
                  <c:v>-0.01</c:v>
                </c:pt>
                <c:pt idx="286">
                  <c:v>-15.69</c:v>
                </c:pt>
                <c:pt idx="287">
                  <c:v>34.36</c:v>
                </c:pt>
                <c:pt idx="288">
                  <c:v>12.8</c:v>
                </c:pt>
                <c:pt idx="289">
                  <c:v>2.04</c:v>
                </c:pt>
                <c:pt idx="290">
                  <c:v>5.61</c:v>
                </c:pt>
                <c:pt idx="291">
                  <c:v>78.84</c:v>
                </c:pt>
                <c:pt idx="292">
                  <c:v>54.9</c:v>
                </c:pt>
                <c:pt idx="293">
                  <c:v>-2.0099999999999998</c:v>
                </c:pt>
                <c:pt idx="294">
                  <c:v>-0.14000000000000001</c:v>
                </c:pt>
                <c:pt idx="295">
                  <c:v>70.88</c:v>
                </c:pt>
                <c:pt idx="296">
                  <c:v>78.97</c:v>
                </c:pt>
                <c:pt idx="297">
                  <c:v>79.150000000000006</c:v>
                </c:pt>
                <c:pt idx="298">
                  <c:v>78.180000000000007</c:v>
                </c:pt>
                <c:pt idx="299">
                  <c:v>63.3</c:v>
                </c:pt>
                <c:pt idx="300">
                  <c:v>39.99</c:v>
                </c:pt>
                <c:pt idx="301">
                  <c:v>84.09</c:v>
                </c:pt>
                <c:pt idx="302">
                  <c:v>98.17</c:v>
                </c:pt>
                <c:pt idx="303">
                  <c:v>98.05</c:v>
                </c:pt>
                <c:pt idx="304">
                  <c:v>63.34</c:v>
                </c:pt>
                <c:pt idx="305">
                  <c:v>29.49</c:v>
                </c:pt>
                <c:pt idx="306">
                  <c:v>86</c:v>
                </c:pt>
                <c:pt idx="307">
                  <c:v>52.63</c:v>
                </c:pt>
                <c:pt idx="308">
                  <c:v>89.86</c:v>
                </c:pt>
                <c:pt idx="309">
                  <c:v>91.2</c:v>
                </c:pt>
                <c:pt idx="310">
                  <c:v>95.47</c:v>
                </c:pt>
                <c:pt idx="311">
                  <c:v>99.57</c:v>
                </c:pt>
                <c:pt idx="312">
                  <c:v>97.45</c:v>
                </c:pt>
                <c:pt idx="313">
                  <c:v>96.68</c:v>
                </c:pt>
                <c:pt idx="314">
                  <c:v>100.32</c:v>
                </c:pt>
                <c:pt idx="315">
                  <c:v>97.5</c:v>
                </c:pt>
                <c:pt idx="316">
                  <c:v>102.69</c:v>
                </c:pt>
                <c:pt idx="317">
                  <c:v>101.7</c:v>
                </c:pt>
                <c:pt idx="318">
                  <c:v>91.41</c:v>
                </c:pt>
                <c:pt idx="319">
                  <c:v>98.1</c:v>
                </c:pt>
                <c:pt idx="320">
                  <c:v>65.67</c:v>
                </c:pt>
                <c:pt idx="321">
                  <c:v>34.81</c:v>
                </c:pt>
                <c:pt idx="322">
                  <c:v>42.39</c:v>
                </c:pt>
                <c:pt idx="323">
                  <c:v>89.84</c:v>
                </c:pt>
                <c:pt idx="324">
                  <c:v>81.52</c:v>
                </c:pt>
                <c:pt idx="325">
                  <c:v>84.15</c:v>
                </c:pt>
                <c:pt idx="326">
                  <c:v>77</c:v>
                </c:pt>
                <c:pt idx="327">
                  <c:v>1.01</c:v>
                </c:pt>
                <c:pt idx="328">
                  <c:v>-1.25</c:v>
                </c:pt>
                <c:pt idx="329">
                  <c:v>-1.86</c:v>
                </c:pt>
                <c:pt idx="330">
                  <c:v>70.55</c:v>
                </c:pt>
                <c:pt idx="331">
                  <c:v>48.78</c:v>
                </c:pt>
                <c:pt idx="332">
                  <c:v>31.69</c:v>
                </c:pt>
                <c:pt idx="333">
                  <c:v>98.83</c:v>
                </c:pt>
                <c:pt idx="334">
                  <c:v>85.2</c:v>
                </c:pt>
                <c:pt idx="335">
                  <c:v>74.77</c:v>
                </c:pt>
                <c:pt idx="336">
                  <c:v>46.44</c:v>
                </c:pt>
                <c:pt idx="337">
                  <c:v>93.22</c:v>
                </c:pt>
                <c:pt idx="338">
                  <c:v>110.19</c:v>
                </c:pt>
                <c:pt idx="339">
                  <c:v>10.64</c:v>
                </c:pt>
                <c:pt idx="340">
                  <c:v>2.31</c:v>
                </c:pt>
                <c:pt idx="341">
                  <c:v>39.46</c:v>
                </c:pt>
                <c:pt idx="342">
                  <c:v>71.36</c:v>
                </c:pt>
                <c:pt idx="343">
                  <c:v>34.4</c:v>
                </c:pt>
                <c:pt idx="344">
                  <c:v>83.7</c:v>
                </c:pt>
                <c:pt idx="345">
                  <c:v>106.17</c:v>
                </c:pt>
                <c:pt idx="346">
                  <c:v>107.35</c:v>
                </c:pt>
                <c:pt idx="347">
                  <c:v>114.95</c:v>
                </c:pt>
                <c:pt idx="348">
                  <c:v>73.58</c:v>
                </c:pt>
                <c:pt idx="349">
                  <c:v>0.09</c:v>
                </c:pt>
                <c:pt idx="350">
                  <c:v>-0.01</c:v>
                </c:pt>
                <c:pt idx="351">
                  <c:v>20.94</c:v>
                </c:pt>
                <c:pt idx="352">
                  <c:v>11.28</c:v>
                </c:pt>
                <c:pt idx="353">
                  <c:v>0.31</c:v>
                </c:pt>
                <c:pt idx="354">
                  <c:v>16.309999999999999</c:v>
                </c:pt>
                <c:pt idx="355">
                  <c:v>0</c:v>
                </c:pt>
                <c:pt idx="356">
                  <c:v>-2.06</c:v>
                </c:pt>
                <c:pt idx="357">
                  <c:v>9.1199999999999992</c:v>
                </c:pt>
                <c:pt idx="358">
                  <c:v>78</c:v>
                </c:pt>
                <c:pt idx="359">
                  <c:v>75.989999999999995</c:v>
                </c:pt>
                <c:pt idx="360">
                  <c:v>89.64</c:v>
                </c:pt>
                <c:pt idx="361">
                  <c:v>99.58</c:v>
                </c:pt>
                <c:pt idx="362">
                  <c:v>102.93</c:v>
                </c:pt>
                <c:pt idx="363">
                  <c:v>71.63</c:v>
                </c:pt>
                <c:pt idx="364">
                  <c:v>35.659999999999997</c:v>
                </c:pt>
                <c:pt idx="365">
                  <c:v>0.52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C4E-4C43-A534-E0DF086E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max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min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2019</c:v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Fig2_Intraday!$B$2:$B$25</c:f>
              <c:numCache>
                <c:formatCode>General</c:formatCode>
                <c:ptCount val="24"/>
                <c:pt idx="0">
                  <c:v>0.77210000000000001</c:v>
                </c:pt>
                <c:pt idx="1">
                  <c:v>0.74609999999999999</c:v>
                </c:pt>
                <c:pt idx="2">
                  <c:v>0.73870000000000002</c:v>
                </c:pt>
                <c:pt idx="3">
                  <c:v>0.77380000000000004</c:v>
                </c:pt>
                <c:pt idx="4">
                  <c:v>0.90549999999999997</c:v>
                </c:pt>
                <c:pt idx="5">
                  <c:v>1.0721000000000001</c:v>
                </c:pt>
                <c:pt idx="6">
                  <c:v>1.1762999999999999</c:v>
                </c:pt>
                <c:pt idx="7">
                  <c:v>1.1558999999999999</c:v>
                </c:pt>
                <c:pt idx="8">
                  <c:v>1.0920000000000001</c:v>
                </c:pt>
                <c:pt idx="9">
                  <c:v>1.0407999999999999</c:v>
                </c:pt>
                <c:pt idx="10">
                  <c:v>0.99129999999999996</c:v>
                </c:pt>
                <c:pt idx="11">
                  <c:v>0.93520000000000003</c:v>
                </c:pt>
                <c:pt idx="12">
                  <c:v>0.90510000000000002</c:v>
                </c:pt>
                <c:pt idx="13">
                  <c:v>0.92490000000000006</c:v>
                </c:pt>
                <c:pt idx="14">
                  <c:v>0.97340000000000004</c:v>
                </c:pt>
                <c:pt idx="15">
                  <c:v>1.0838000000000001</c:v>
                </c:pt>
                <c:pt idx="16">
                  <c:v>1.2255</c:v>
                </c:pt>
                <c:pt idx="17">
                  <c:v>1.3173999999999999</c:v>
                </c:pt>
                <c:pt idx="18">
                  <c:v>1.2799</c:v>
                </c:pt>
                <c:pt idx="19">
                  <c:v>1.1608000000000001</c:v>
                </c:pt>
                <c:pt idx="20">
                  <c:v>1.0661</c:v>
                </c:pt>
                <c:pt idx="21">
                  <c:v>0.97640000000000005</c:v>
                </c:pt>
                <c:pt idx="22">
                  <c:v>0.874</c:v>
                </c:pt>
                <c:pt idx="23">
                  <c:v>0.81299999999999994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2020</c:v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Fig2_Intraday!$C$2:$C$25</c:f>
              <c:numCache>
                <c:formatCode>General</c:formatCode>
                <c:ptCount val="24"/>
                <c:pt idx="0">
                  <c:v>0.75739999999999996</c:v>
                </c:pt>
                <c:pt idx="1">
                  <c:v>0.71870000000000001</c:v>
                </c:pt>
                <c:pt idx="2">
                  <c:v>0.70289999999999997</c:v>
                </c:pt>
                <c:pt idx="3">
                  <c:v>0.74580000000000002</c:v>
                </c:pt>
                <c:pt idx="4">
                  <c:v>0.89049999999999996</c:v>
                </c:pt>
                <c:pt idx="5">
                  <c:v>1.0666</c:v>
                </c:pt>
                <c:pt idx="6">
                  <c:v>1.1929000000000001</c:v>
                </c:pt>
                <c:pt idx="7">
                  <c:v>1.1740999999999999</c:v>
                </c:pt>
                <c:pt idx="8">
                  <c:v>1.087</c:v>
                </c:pt>
                <c:pt idx="9">
                  <c:v>1.0181</c:v>
                </c:pt>
                <c:pt idx="10">
                  <c:v>0.96030000000000004</c:v>
                </c:pt>
                <c:pt idx="11">
                  <c:v>0.87790000000000001</c:v>
                </c:pt>
                <c:pt idx="12">
                  <c:v>0.82650000000000001</c:v>
                </c:pt>
                <c:pt idx="13">
                  <c:v>0.86260000000000003</c:v>
                </c:pt>
                <c:pt idx="14">
                  <c:v>0.94920000000000004</c:v>
                </c:pt>
                <c:pt idx="15">
                  <c:v>1.1067</c:v>
                </c:pt>
                <c:pt idx="16">
                  <c:v>1.3112999999999999</c:v>
                </c:pt>
                <c:pt idx="17">
                  <c:v>1.4440999999999999</c:v>
                </c:pt>
                <c:pt idx="18">
                  <c:v>1.3654999999999999</c:v>
                </c:pt>
                <c:pt idx="19">
                  <c:v>1.1901999999999999</c:v>
                </c:pt>
                <c:pt idx="20">
                  <c:v>1.0817000000000001</c:v>
                </c:pt>
                <c:pt idx="21">
                  <c:v>0.98340000000000005</c:v>
                </c:pt>
                <c:pt idx="22">
                  <c:v>0.879</c:v>
                </c:pt>
                <c:pt idx="23">
                  <c:v>0.8075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v>2021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Fig2_Intraday!$D$2:$D$25</c:f>
              <c:numCache>
                <c:formatCode>General</c:formatCode>
                <c:ptCount val="24"/>
                <c:pt idx="0">
                  <c:v>0.77059999999999995</c:v>
                </c:pt>
                <c:pt idx="1">
                  <c:v>0.74560000000000004</c:v>
                </c:pt>
                <c:pt idx="2">
                  <c:v>0.74129999999999996</c:v>
                </c:pt>
                <c:pt idx="3">
                  <c:v>0.77990000000000004</c:v>
                </c:pt>
                <c:pt idx="4">
                  <c:v>0.91300000000000003</c:v>
                </c:pt>
                <c:pt idx="5">
                  <c:v>1.0694999999999999</c:v>
                </c:pt>
                <c:pt idx="6">
                  <c:v>1.1878</c:v>
                </c:pt>
                <c:pt idx="7">
                  <c:v>1.1647000000000001</c:v>
                </c:pt>
                <c:pt idx="8">
                  <c:v>1.0992</c:v>
                </c:pt>
                <c:pt idx="9">
                  <c:v>1.0419</c:v>
                </c:pt>
                <c:pt idx="10">
                  <c:v>0.99739999999999995</c:v>
                </c:pt>
                <c:pt idx="11">
                  <c:v>0.93440000000000001</c:v>
                </c:pt>
                <c:pt idx="12">
                  <c:v>0.89600000000000002</c:v>
                </c:pt>
                <c:pt idx="13">
                  <c:v>0.92369999999999997</c:v>
                </c:pt>
                <c:pt idx="14">
                  <c:v>0.9899</c:v>
                </c:pt>
                <c:pt idx="15">
                  <c:v>1.1177999999999999</c:v>
                </c:pt>
                <c:pt idx="16">
                  <c:v>1.2770999999999999</c:v>
                </c:pt>
                <c:pt idx="17">
                  <c:v>1.3402000000000001</c:v>
                </c:pt>
                <c:pt idx="18">
                  <c:v>1.2612000000000001</c:v>
                </c:pt>
                <c:pt idx="19">
                  <c:v>1.1296999999999999</c:v>
                </c:pt>
                <c:pt idx="20">
                  <c:v>1.0279</c:v>
                </c:pt>
                <c:pt idx="21">
                  <c:v>0.93569999999999998</c:v>
                </c:pt>
                <c:pt idx="22">
                  <c:v>0.84419999999999995</c:v>
                </c:pt>
                <c:pt idx="23">
                  <c:v>0.81110000000000004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v>2022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Fig2_Intraday!$E$2:$E$25</c:f>
              <c:numCache>
                <c:formatCode>General</c:formatCode>
                <c:ptCount val="24"/>
                <c:pt idx="0">
                  <c:v>0.83720000000000006</c:v>
                </c:pt>
                <c:pt idx="1">
                  <c:v>0.81430000000000002</c:v>
                </c:pt>
                <c:pt idx="2">
                  <c:v>0.81</c:v>
                </c:pt>
                <c:pt idx="3">
                  <c:v>0.85640000000000005</c:v>
                </c:pt>
                <c:pt idx="4">
                  <c:v>0.98750000000000004</c:v>
                </c:pt>
                <c:pt idx="5">
                  <c:v>1.1113999999999999</c:v>
                </c:pt>
                <c:pt idx="6">
                  <c:v>1.1791</c:v>
                </c:pt>
                <c:pt idx="7">
                  <c:v>1.1165</c:v>
                </c:pt>
                <c:pt idx="8">
                  <c:v>1.0175000000000001</c:v>
                </c:pt>
                <c:pt idx="9">
                  <c:v>0.93489999999999995</c:v>
                </c:pt>
                <c:pt idx="10">
                  <c:v>0.87409999999999999</c:v>
                </c:pt>
                <c:pt idx="11">
                  <c:v>0.81710000000000005</c:v>
                </c:pt>
                <c:pt idx="12">
                  <c:v>0.79400000000000004</c:v>
                </c:pt>
                <c:pt idx="13">
                  <c:v>0.83909999999999996</c:v>
                </c:pt>
                <c:pt idx="14">
                  <c:v>0.91930000000000001</c:v>
                </c:pt>
                <c:pt idx="15">
                  <c:v>1.0710999999999999</c:v>
                </c:pt>
                <c:pt idx="16">
                  <c:v>1.2462</c:v>
                </c:pt>
                <c:pt idx="17">
                  <c:v>1.3545</c:v>
                </c:pt>
                <c:pt idx="18">
                  <c:v>1.3122</c:v>
                </c:pt>
                <c:pt idx="19">
                  <c:v>1.1944999999999999</c:v>
                </c:pt>
                <c:pt idx="20">
                  <c:v>1.1062000000000001</c:v>
                </c:pt>
                <c:pt idx="21">
                  <c:v>1.0077</c:v>
                </c:pt>
                <c:pt idx="22">
                  <c:v>0.92710000000000004</c:v>
                </c:pt>
                <c:pt idx="23">
                  <c:v>0.87209999999999999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v>2023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Fig2_Intraday!$F$2:$F$25</c:f>
              <c:numCache>
                <c:formatCode>General</c:formatCode>
                <c:ptCount val="24"/>
                <c:pt idx="0">
                  <c:v>0.84019999999999995</c:v>
                </c:pt>
                <c:pt idx="1">
                  <c:v>0.81620000000000004</c:v>
                </c:pt>
                <c:pt idx="2">
                  <c:v>0.80940000000000001</c:v>
                </c:pt>
                <c:pt idx="3">
                  <c:v>0.84889999999999999</c:v>
                </c:pt>
                <c:pt idx="4">
                  <c:v>0.98629999999999995</c:v>
                </c:pt>
                <c:pt idx="5">
                  <c:v>1.1422000000000001</c:v>
                </c:pt>
                <c:pt idx="6">
                  <c:v>1.1819999999999999</c:v>
                </c:pt>
                <c:pt idx="7">
                  <c:v>1.1215999999999999</c:v>
                </c:pt>
                <c:pt idx="8">
                  <c:v>0.99480000000000002</c:v>
                </c:pt>
                <c:pt idx="9">
                  <c:v>0.89400000000000002</c:v>
                </c:pt>
                <c:pt idx="10">
                  <c:v>0.81469999999999998</c:v>
                </c:pt>
                <c:pt idx="11">
                  <c:v>0.74070000000000003</c:v>
                </c:pt>
                <c:pt idx="12">
                  <c:v>0.71260000000000001</c:v>
                </c:pt>
                <c:pt idx="13">
                  <c:v>0.77569999999999995</c:v>
                </c:pt>
                <c:pt idx="14">
                  <c:v>0.89390000000000003</c:v>
                </c:pt>
                <c:pt idx="15">
                  <c:v>1.0617000000000001</c:v>
                </c:pt>
                <c:pt idx="16">
                  <c:v>1.2757000000000001</c:v>
                </c:pt>
                <c:pt idx="17">
                  <c:v>1.4524999999999999</c:v>
                </c:pt>
                <c:pt idx="18">
                  <c:v>1.3937999999999999</c:v>
                </c:pt>
                <c:pt idx="19">
                  <c:v>1.2454000000000001</c:v>
                </c:pt>
                <c:pt idx="20">
                  <c:v>1.1294</c:v>
                </c:pt>
                <c:pt idx="21">
                  <c:v>1.034</c:v>
                </c:pt>
                <c:pt idx="22">
                  <c:v>0.95099999999999996</c:v>
                </c:pt>
                <c:pt idx="23">
                  <c:v>0.8831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v>2024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Fig2_Intraday!$G$2:$G$25</c:f>
              <c:numCache>
                <c:formatCode>General</c:formatCode>
                <c:ptCount val="24"/>
                <c:pt idx="0">
                  <c:v>0.85129999999999995</c:v>
                </c:pt>
                <c:pt idx="1">
                  <c:v>0.82989999999999997</c:v>
                </c:pt>
                <c:pt idx="2">
                  <c:v>0.82440000000000002</c:v>
                </c:pt>
                <c:pt idx="3">
                  <c:v>0.87050000000000005</c:v>
                </c:pt>
                <c:pt idx="4">
                  <c:v>1.0207999999999999</c:v>
                </c:pt>
                <c:pt idx="5">
                  <c:v>1.1649</c:v>
                </c:pt>
                <c:pt idx="6">
                  <c:v>1.19</c:v>
                </c:pt>
                <c:pt idx="7">
                  <c:v>1.0694999999999999</c:v>
                </c:pt>
                <c:pt idx="8">
                  <c:v>0.90749999999999997</c:v>
                </c:pt>
                <c:pt idx="9">
                  <c:v>0.77290000000000003</c:v>
                </c:pt>
                <c:pt idx="10">
                  <c:v>0.67749999999999999</c:v>
                </c:pt>
                <c:pt idx="11">
                  <c:v>0.60429999999999995</c:v>
                </c:pt>
                <c:pt idx="12">
                  <c:v>0.59809999999999997</c:v>
                </c:pt>
                <c:pt idx="13">
                  <c:v>0.68389999999999995</c:v>
                </c:pt>
                <c:pt idx="14">
                  <c:v>0.86109999999999998</c:v>
                </c:pt>
                <c:pt idx="15">
                  <c:v>1.1056999999999999</c:v>
                </c:pt>
                <c:pt idx="16">
                  <c:v>1.4067000000000001</c:v>
                </c:pt>
                <c:pt idx="17">
                  <c:v>1.6145</c:v>
                </c:pt>
                <c:pt idx="18">
                  <c:v>1.5878000000000001</c:v>
                </c:pt>
                <c:pt idx="19">
                  <c:v>1.3190999999999999</c:v>
                </c:pt>
                <c:pt idx="20">
                  <c:v>1.1483000000000001</c:v>
                </c:pt>
                <c:pt idx="21">
                  <c:v>1.0355000000000001</c:v>
                </c:pt>
                <c:pt idx="22">
                  <c:v>0.95630000000000004</c:v>
                </c:pt>
                <c:pt idx="23">
                  <c:v>0.89939999999999998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v>2025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Fig2_Intraday!$H$2:$H$25</c:f>
              <c:numCache>
                <c:formatCode>General</c:formatCode>
                <c:ptCount val="24"/>
                <c:pt idx="0">
                  <c:v>0.91720000000000002</c:v>
                </c:pt>
                <c:pt idx="1">
                  <c:v>0.89670000000000005</c:v>
                </c:pt>
                <c:pt idx="2">
                  <c:v>0.90080000000000005</c:v>
                </c:pt>
                <c:pt idx="3">
                  <c:v>0.94769999999999999</c:v>
                </c:pt>
                <c:pt idx="4">
                  <c:v>1.0628</c:v>
                </c:pt>
                <c:pt idx="5">
                  <c:v>1.1869000000000001</c:v>
                </c:pt>
                <c:pt idx="6">
                  <c:v>1.2039</c:v>
                </c:pt>
                <c:pt idx="7">
                  <c:v>1.0825</c:v>
                </c:pt>
                <c:pt idx="8">
                  <c:v>0.871</c:v>
                </c:pt>
                <c:pt idx="9">
                  <c:v>0.70650000000000002</c:v>
                </c:pt>
                <c:pt idx="10">
                  <c:v>0.58530000000000004</c:v>
                </c:pt>
                <c:pt idx="11">
                  <c:v>0.51449999999999996</c:v>
                </c:pt>
                <c:pt idx="12">
                  <c:v>0.52259999999999995</c:v>
                </c:pt>
                <c:pt idx="13">
                  <c:v>0.63029999999999997</c:v>
                </c:pt>
                <c:pt idx="14">
                  <c:v>0.80810000000000004</c:v>
                </c:pt>
                <c:pt idx="15">
                  <c:v>1.0731999999999999</c:v>
                </c:pt>
                <c:pt idx="16">
                  <c:v>1.3794</c:v>
                </c:pt>
                <c:pt idx="17">
                  <c:v>1.5787</c:v>
                </c:pt>
                <c:pt idx="18">
                  <c:v>1.5373000000000001</c:v>
                </c:pt>
                <c:pt idx="19">
                  <c:v>1.3474999999999999</c:v>
                </c:pt>
                <c:pt idx="20">
                  <c:v>1.1920999999999999</c:v>
                </c:pt>
                <c:pt idx="21">
                  <c:v>1.087</c:v>
                </c:pt>
                <c:pt idx="22">
                  <c:v>1.0086999999999999</c:v>
                </c:pt>
                <c:pt idx="23">
                  <c:v>0.95920000000000005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v>2026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Fig2_Intraday!$I$2:$I$25</c:f>
              <c:numCache>
                <c:formatCode>General</c:formatCode>
                <c:ptCount val="24"/>
                <c:pt idx="0">
                  <c:v>1.0233000000000001</c:v>
                </c:pt>
                <c:pt idx="1">
                  <c:v>1.0035000000000001</c:v>
                </c:pt>
                <c:pt idx="2">
                  <c:v>1.0044999999999999</c:v>
                </c:pt>
                <c:pt idx="3">
                  <c:v>1.0322</c:v>
                </c:pt>
                <c:pt idx="4">
                  <c:v>1.1164000000000001</c:v>
                </c:pt>
                <c:pt idx="5">
                  <c:v>1.1666000000000001</c:v>
                </c:pt>
                <c:pt idx="6">
                  <c:v>1.1353</c:v>
                </c:pt>
                <c:pt idx="7">
                  <c:v>0.98089999999999999</c:v>
                </c:pt>
                <c:pt idx="8">
                  <c:v>0.78769999999999996</c:v>
                </c:pt>
                <c:pt idx="9">
                  <c:v>0.627</c:v>
                </c:pt>
                <c:pt idx="10">
                  <c:v>0.48930000000000001</c:v>
                </c:pt>
                <c:pt idx="11">
                  <c:v>0.38529999999999998</c:v>
                </c:pt>
                <c:pt idx="12">
                  <c:v>0.38719999999999999</c:v>
                </c:pt>
                <c:pt idx="13">
                  <c:v>0.51259999999999994</c:v>
                </c:pt>
                <c:pt idx="14">
                  <c:v>0.71279999999999999</c:v>
                </c:pt>
                <c:pt idx="15">
                  <c:v>0.98419999999999996</c:v>
                </c:pt>
                <c:pt idx="16">
                  <c:v>1.2833000000000001</c:v>
                </c:pt>
                <c:pt idx="17">
                  <c:v>1.5411999999999999</c:v>
                </c:pt>
                <c:pt idx="18">
                  <c:v>1.6484000000000001</c:v>
                </c:pt>
                <c:pt idx="19">
                  <c:v>1.5017</c:v>
                </c:pt>
                <c:pt idx="20">
                  <c:v>1.3230999999999999</c:v>
                </c:pt>
                <c:pt idx="21">
                  <c:v>1.1916</c:v>
                </c:pt>
                <c:pt idx="22">
                  <c:v>1.1087</c:v>
                </c:pt>
                <c:pt idx="23">
                  <c:v>1.0595000000000001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indexed (1=base)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2019</c:v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Fig4_Duration!$AJ$2:$AJ$102</c:f>
              <c:numCache>
                <c:formatCode>General</c:formatCode>
                <c:ptCount val="101"/>
                <c:pt idx="0">
                  <c:v>74.739999999999995</c:v>
                </c:pt>
                <c:pt idx="1">
                  <c:v>69.81</c:v>
                </c:pt>
                <c:pt idx="2">
                  <c:v>68.400000000000006</c:v>
                </c:pt>
                <c:pt idx="3">
                  <c:v>67.66</c:v>
                </c:pt>
                <c:pt idx="4">
                  <c:v>66.5</c:v>
                </c:pt>
                <c:pt idx="5">
                  <c:v>65</c:v>
                </c:pt>
                <c:pt idx="6">
                  <c:v>63.64</c:v>
                </c:pt>
                <c:pt idx="7">
                  <c:v>62.01</c:v>
                </c:pt>
                <c:pt idx="8">
                  <c:v>60.8</c:v>
                </c:pt>
                <c:pt idx="9">
                  <c:v>59.97</c:v>
                </c:pt>
                <c:pt idx="10">
                  <c:v>59.38</c:v>
                </c:pt>
                <c:pt idx="11">
                  <c:v>58.9</c:v>
                </c:pt>
                <c:pt idx="12">
                  <c:v>58.58</c:v>
                </c:pt>
                <c:pt idx="13">
                  <c:v>58.09</c:v>
                </c:pt>
                <c:pt idx="14">
                  <c:v>57.75</c:v>
                </c:pt>
                <c:pt idx="15">
                  <c:v>57.32</c:v>
                </c:pt>
                <c:pt idx="16">
                  <c:v>56.94</c:v>
                </c:pt>
                <c:pt idx="17">
                  <c:v>56.56</c:v>
                </c:pt>
                <c:pt idx="18">
                  <c:v>56.26</c:v>
                </c:pt>
                <c:pt idx="19">
                  <c:v>56.02</c:v>
                </c:pt>
                <c:pt idx="20">
                  <c:v>55.78</c:v>
                </c:pt>
                <c:pt idx="21">
                  <c:v>55.51</c:v>
                </c:pt>
                <c:pt idx="22">
                  <c:v>55.26</c:v>
                </c:pt>
                <c:pt idx="23">
                  <c:v>55.04</c:v>
                </c:pt>
                <c:pt idx="24">
                  <c:v>54.94</c:v>
                </c:pt>
                <c:pt idx="25">
                  <c:v>54.66</c:v>
                </c:pt>
                <c:pt idx="26">
                  <c:v>54.47</c:v>
                </c:pt>
                <c:pt idx="27">
                  <c:v>54.1</c:v>
                </c:pt>
                <c:pt idx="28">
                  <c:v>53.96</c:v>
                </c:pt>
                <c:pt idx="29">
                  <c:v>53.6</c:v>
                </c:pt>
                <c:pt idx="30">
                  <c:v>53.29</c:v>
                </c:pt>
                <c:pt idx="31">
                  <c:v>53.03</c:v>
                </c:pt>
                <c:pt idx="32">
                  <c:v>52.84</c:v>
                </c:pt>
                <c:pt idx="33">
                  <c:v>52.54</c:v>
                </c:pt>
                <c:pt idx="34">
                  <c:v>52.27</c:v>
                </c:pt>
                <c:pt idx="35">
                  <c:v>52</c:v>
                </c:pt>
                <c:pt idx="36">
                  <c:v>51.8</c:v>
                </c:pt>
                <c:pt idx="37">
                  <c:v>51.59</c:v>
                </c:pt>
                <c:pt idx="38">
                  <c:v>51.38</c:v>
                </c:pt>
                <c:pt idx="39">
                  <c:v>51.19</c:v>
                </c:pt>
                <c:pt idx="40">
                  <c:v>51</c:v>
                </c:pt>
                <c:pt idx="41">
                  <c:v>50.87</c:v>
                </c:pt>
                <c:pt idx="42">
                  <c:v>50.55</c:v>
                </c:pt>
                <c:pt idx="43">
                  <c:v>50.45</c:v>
                </c:pt>
                <c:pt idx="44">
                  <c:v>50.24</c:v>
                </c:pt>
                <c:pt idx="45">
                  <c:v>50.1</c:v>
                </c:pt>
                <c:pt idx="46">
                  <c:v>50</c:v>
                </c:pt>
                <c:pt idx="47">
                  <c:v>49.87</c:v>
                </c:pt>
                <c:pt idx="48">
                  <c:v>49.53</c:v>
                </c:pt>
                <c:pt idx="49">
                  <c:v>49.2</c:v>
                </c:pt>
                <c:pt idx="50">
                  <c:v>49</c:v>
                </c:pt>
                <c:pt idx="51">
                  <c:v>48.87</c:v>
                </c:pt>
                <c:pt idx="52">
                  <c:v>48.56</c:v>
                </c:pt>
                <c:pt idx="53">
                  <c:v>48.34</c:v>
                </c:pt>
                <c:pt idx="54">
                  <c:v>48.03</c:v>
                </c:pt>
                <c:pt idx="55">
                  <c:v>47.8</c:v>
                </c:pt>
                <c:pt idx="56">
                  <c:v>47.5</c:v>
                </c:pt>
                <c:pt idx="57">
                  <c:v>47.25</c:v>
                </c:pt>
                <c:pt idx="58">
                  <c:v>47.01</c:v>
                </c:pt>
                <c:pt idx="59">
                  <c:v>46.85</c:v>
                </c:pt>
                <c:pt idx="60">
                  <c:v>46.5</c:v>
                </c:pt>
                <c:pt idx="61">
                  <c:v>46.18</c:v>
                </c:pt>
                <c:pt idx="62">
                  <c:v>46</c:v>
                </c:pt>
                <c:pt idx="63">
                  <c:v>45.77</c:v>
                </c:pt>
                <c:pt idx="64">
                  <c:v>45.5</c:v>
                </c:pt>
                <c:pt idx="65">
                  <c:v>45.17</c:v>
                </c:pt>
                <c:pt idx="66">
                  <c:v>45</c:v>
                </c:pt>
                <c:pt idx="67">
                  <c:v>44.71</c:v>
                </c:pt>
                <c:pt idx="68">
                  <c:v>44.4</c:v>
                </c:pt>
                <c:pt idx="69">
                  <c:v>44.07</c:v>
                </c:pt>
                <c:pt idx="70">
                  <c:v>43.81</c:v>
                </c:pt>
                <c:pt idx="71">
                  <c:v>43.5</c:v>
                </c:pt>
                <c:pt idx="72">
                  <c:v>43.1</c:v>
                </c:pt>
                <c:pt idx="73">
                  <c:v>42.85</c:v>
                </c:pt>
                <c:pt idx="74">
                  <c:v>42.51</c:v>
                </c:pt>
                <c:pt idx="75">
                  <c:v>42.21</c:v>
                </c:pt>
                <c:pt idx="76">
                  <c:v>41.95</c:v>
                </c:pt>
                <c:pt idx="77">
                  <c:v>41.54</c:v>
                </c:pt>
                <c:pt idx="78">
                  <c:v>41.1</c:v>
                </c:pt>
                <c:pt idx="79">
                  <c:v>40.85</c:v>
                </c:pt>
                <c:pt idx="80">
                  <c:v>40.46</c:v>
                </c:pt>
                <c:pt idx="81">
                  <c:v>40</c:v>
                </c:pt>
                <c:pt idx="82">
                  <c:v>39.68</c:v>
                </c:pt>
                <c:pt idx="83">
                  <c:v>39.200000000000003</c:v>
                </c:pt>
                <c:pt idx="84">
                  <c:v>38.880000000000003</c:v>
                </c:pt>
                <c:pt idx="85">
                  <c:v>38.229999999999997</c:v>
                </c:pt>
                <c:pt idx="86">
                  <c:v>37.799999999999997</c:v>
                </c:pt>
                <c:pt idx="87">
                  <c:v>37</c:v>
                </c:pt>
                <c:pt idx="88">
                  <c:v>36.29</c:v>
                </c:pt>
                <c:pt idx="89">
                  <c:v>35.82</c:v>
                </c:pt>
                <c:pt idx="90">
                  <c:v>35.26</c:v>
                </c:pt>
                <c:pt idx="91">
                  <c:v>34.659999999999997</c:v>
                </c:pt>
                <c:pt idx="92">
                  <c:v>33.68</c:v>
                </c:pt>
                <c:pt idx="93">
                  <c:v>32.51</c:v>
                </c:pt>
                <c:pt idx="94">
                  <c:v>31.5</c:v>
                </c:pt>
                <c:pt idx="95">
                  <c:v>30.01</c:v>
                </c:pt>
                <c:pt idx="96">
                  <c:v>29</c:v>
                </c:pt>
                <c:pt idx="97">
                  <c:v>26.51</c:v>
                </c:pt>
                <c:pt idx="98">
                  <c:v>20.62</c:v>
                </c:pt>
                <c:pt idx="99">
                  <c:v>6.46</c:v>
                </c:pt>
                <c:pt idx="100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7-4067-8BA1-7B866091DED8}"/>
            </c:ext>
          </c:extLst>
        </c:ser>
        <c:ser>
          <c:idx val="1"/>
          <c:order val="1"/>
          <c:tx>
            <c:v>2020</c:v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Fig4_Duration!$AK$2:$AK$102</c:f>
              <c:numCache>
                <c:formatCode>General</c:formatCode>
                <c:ptCount val="101"/>
                <c:pt idx="0">
                  <c:v>68.900000000000006</c:v>
                </c:pt>
                <c:pt idx="1">
                  <c:v>56.62</c:v>
                </c:pt>
                <c:pt idx="2">
                  <c:v>54.56</c:v>
                </c:pt>
                <c:pt idx="3">
                  <c:v>53.28</c:v>
                </c:pt>
                <c:pt idx="4">
                  <c:v>52.53</c:v>
                </c:pt>
                <c:pt idx="5">
                  <c:v>51.73</c:v>
                </c:pt>
                <c:pt idx="6">
                  <c:v>50.92</c:v>
                </c:pt>
                <c:pt idx="7">
                  <c:v>50.27</c:v>
                </c:pt>
                <c:pt idx="8">
                  <c:v>49.87</c:v>
                </c:pt>
                <c:pt idx="9">
                  <c:v>49.16</c:v>
                </c:pt>
                <c:pt idx="10">
                  <c:v>48.42</c:v>
                </c:pt>
                <c:pt idx="11">
                  <c:v>47.86</c:v>
                </c:pt>
                <c:pt idx="12">
                  <c:v>47.08</c:v>
                </c:pt>
                <c:pt idx="13">
                  <c:v>46.53</c:v>
                </c:pt>
                <c:pt idx="14">
                  <c:v>46.07</c:v>
                </c:pt>
                <c:pt idx="15">
                  <c:v>45.56</c:v>
                </c:pt>
                <c:pt idx="16">
                  <c:v>45.07</c:v>
                </c:pt>
                <c:pt idx="17">
                  <c:v>44.86</c:v>
                </c:pt>
                <c:pt idx="18">
                  <c:v>44.45</c:v>
                </c:pt>
                <c:pt idx="19">
                  <c:v>44.01</c:v>
                </c:pt>
                <c:pt idx="20">
                  <c:v>43.66</c:v>
                </c:pt>
                <c:pt idx="21">
                  <c:v>43.21</c:v>
                </c:pt>
                <c:pt idx="22">
                  <c:v>42.93</c:v>
                </c:pt>
                <c:pt idx="23">
                  <c:v>42.61</c:v>
                </c:pt>
                <c:pt idx="24">
                  <c:v>42.22</c:v>
                </c:pt>
                <c:pt idx="25">
                  <c:v>41.94</c:v>
                </c:pt>
                <c:pt idx="26">
                  <c:v>41.63</c:v>
                </c:pt>
                <c:pt idx="27">
                  <c:v>41.36</c:v>
                </c:pt>
                <c:pt idx="28">
                  <c:v>41.06</c:v>
                </c:pt>
                <c:pt idx="29">
                  <c:v>40.700000000000003</c:v>
                </c:pt>
                <c:pt idx="30">
                  <c:v>40.369999999999997</c:v>
                </c:pt>
                <c:pt idx="31">
                  <c:v>40.1</c:v>
                </c:pt>
                <c:pt idx="32">
                  <c:v>40</c:v>
                </c:pt>
                <c:pt idx="33">
                  <c:v>39.79</c:v>
                </c:pt>
                <c:pt idx="34">
                  <c:v>39.53</c:v>
                </c:pt>
                <c:pt idx="35">
                  <c:v>39.19</c:v>
                </c:pt>
                <c:pt idx="36">
                  <c:v>38.99</c:v>
                </c:pt>
                <c:pt idx="37">
                  <c:v>38.61</c:v>
                </c:pt>
                <c:pt idx="38">
                  <c:v>38.299999999999997</c:v>
                </c:pt>
                <c:pt idx="39">
                  <c:v>38.049999999999997</c:v>
                </c:pt>
                <c:pt idx="40">
                  <c:v>37.82</c:v>
                </c:pt>
                <c:pt idx="41">
                  <c:v>37.549999999999997</c:v>
                </c:pt>
                <c:pt idx="42">
                  <c:v>37.21</c:v>
                </c:pt>
                <c:pt idx="43">
                  <c:v>37</c:v>
                </c:pt>
                <c:pt idx="44">
                  <c:v>36.700000000000003</c:v>
                </c:pt>
                <c:pt idx="45">
                  <c:v>36.29</c:v>
                </c:pt>
                <c:pt idx="46">
                  <c:v>36.06</c:v>
                </c:pt>
                <c:pt idx="47">
                  <c:v>35.659999999999997</c:v>
                </c:pt>
                <c:pt idx="48">
                  <c:v>35.21</c:v>
                </c:pt>
                <c:pt idx="49">
                  <c:v>35</c:v>
                </c:pt>
                <c:pt idx="50">
                  <c:v>34.64</c:v>
                </c:pt>
                <c:pt idx="51">
                  <c:v>34.270000000000003</c:v>
                </c:pt>
                <c:pt idx="52">
                  <c:v>34.01</c:v>
                </c:pt>
                <c:pt idx="53">
                  <c:v>33.64</c:v>
                </c:pt>
                <c:pt idx="54">
                  <c:v>33.32</c:v>
                </c:pt>
                <c:pt idx="55">
                  <c:v>33.01</c:v>
                </c:pt>
                <c:pt idx="56">
                  <c:v>32.700000000000003</c:v>
                </c:pt>
                <c:pt idx="57">
                  <c:v>32.32</c:v>
                </c:pt>
                <c:pt idx="58">
                  <c:v>32.049999999999997</c:v>
                </c:pt>
                <c:pt idx="59">
                  <c:v>31.66</c:v>
                </c:pt>
                <c:pt idx="60">
                  <c:v>31.26</c:v>
                </c:pt>
                <c:pt idx="61">
                  <c:v>30.96</c:v>
                </c:pt>
                <c:pt idx="62">
                  <c:v>30.58</c:v>
                </c:pt>
                <c:pt idx="63">
                  <c:v>30.29</c:v>
                </c:pt>
                <c:pt idx="64">
                  <c:v>30.02</c:v>
                </c:pt>
                <c:pt idx="65">
                  <c:v>29.9</c:v>
                </c:pt>
                <c:pt idx="66">
                  <c:v>29.51</c:v>
                </c:pt>
                <c:pt idx="67">
                  <c:v>29.1</c:v>
                </c:pt>
                <c:pt idx="68">
                  <c:v>28.88</c:v>
                </c:pt>
                <c:pt idx="69">
                  <c:v>28.5</c:v>
                </c:pt>
                <c:pt idx="70">
                  <c:v>28.1</c:v>
                </c:pt>
                <c:pt idx="71">
                  <c:v>27.92</c:v>
                </c:pt>
                <c:pt idx="72">
                  <c:v>27.52</c:v>
                </c:pt>
                <c:pt idx="73">
                  <c:v>27.2</c:v>
                </c:pt>
                <c:pt idx="74">
                  <c:v>27</c:v>
                </c:pt>
                <c:pt idx="75">
                  <c:v>26.51</c:v>
                </c:pt>
                <c:pt idx="76">
                  <c:v>26.2</c:v>
                </c:pt>
                <c:pt idx="77">
                  <c:v>26</c:v>
                </c:pt>
                <c:pt idx="78">
                  <c:v>25.51</c:v>
                </c:pt>
                <c:pt idx="79">
                  <c:v>25.09</c:v>
                </c:pt>
                <c:pt idx="80">
                  <c:v>24.82</c:v>
                </c:pt>
                <c:pt idx="81">
                  <c:v>24.3</c:v>
                </c:pt>
                <c:pt idx="82">
                  <c:v>24</c:v>
                </c:pt>
                <c:pt idx="83">
                  <c:v>23.19</c:v>
                </c:pt>
                <c:pt idx="84">
                  <c:v>22.67</c:v>
                </c:pt>
                <c:pt idx="85">
                  <c:v>22</c:v>
                </c:pt>
                <c:pt idx="86">
                  <c:v>21.25</c:v>
                </c:pt>
                <c:pt idx="87">
                  <c:v>20.64</c:v>
                </c:pt>
                <c:pt idx="88">
                  <c:v>20.010000000000002</c:v>
                </c:pt>
                <c:pt idx="89">
                  <c:v>19.510000000000002</c:v>
                </c:pt>
                <c:pt idx="90">
                  <c:v>18.829999999999998</c:v>
                </c:pt>
                <c:pt idx="91">
                  <c:v>18.02</c:v>
                </c:pt>
                <c:pt idx="92">
                  <c:v>17.010000000000002</c:v>
                </c:pt>
                <c:pt idx="93">
                  <c:v>16.010000000000002</c:v>
                </c:pt>
                <c:pt idx="94">
                  <c:v>15</c:v>
                </c:pt>
                <c:pt idx="95">
                  <c:v>14.01</c:v>
                </c:pt>
                <c:pt idx="96">
                  <c:v>12.66</c:v>
                </c:pt>
                <c:pt idx="97">
                  <c:v>11.34</c:v>
                </c:pt>
                <c:pt idx="98">
                  <c:v>9.83</c:v>
                </c:pt>
                <c:pt idx="99">
                  <c:v>5.93</c:v>
                </c:pt>
                <c:pt idx="100">
                  <c:v>1.02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47-4067-8BA1-7B866091DED8}"/>
            </c:ext>
          </c:extLst>
        </c:ser>
        <c:ser>
          <c:idx val="2"/>
          <c:order val="2"/>
          <c:tx>
            <c:v>2021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Fig4_Duration!$AL$2:$AL$102</c:f>
              <c:numCache>
                <c:formatCode>General</c:formatCode>
                <c:ptCount val="101"/>
                <c:pt idx="0">
                  <c:v>409</c:v>
                </c:pt>
                <c:pt idx="1">
                  <c:v>334.55</c:v>
                </c:pt>
                <c:pt idx="2">
                  <c:v>307.92</c:v>
                </c:pt>
                <c:pt idx="3">
                  <c:v>285.23</c:v>
                </c:pt>
                <c:pt idx="4">
                  <c:v>265.35000000000002</c:v>
                </c:pt>
                <c:pt idx="5">
                  <c:v>254.76</c:v>
                </c:pt>
                <c:pt idx="6">
                  <c:v>248.02</c:v>
                </c:pt>
                <c:pt idx="7">
                  <c:v>240.45</c:v>
                </c:pt>
                <c:pt idx="8">
                  <c:v>234.04</c:v>
                </c:pt>
                <c:pt idx="9">
                  <c:v>228.86</c:v>
                </c:pt>
                <c:pt idx="10">
                  <c:v>223</c:v>
                </c:pt>
                <c:pt idx="11">
                  <c:v>218.3</c:v>
                </c:pt>
                <c:pt idx="12">
                  <c:v>214.48</c:v>
                </c:pt>
                <c:pt idx="13">
                  <c:v>207.76</c:v>
                </c:pt>
                <c:pt idx="14">
                  <c:v>202</c:v>
                </c:pt>
                <c:pt idx="15">
                  <c:v>198.41</c:v>
                </c:pt>
                <c:pt idx="16">
                  <c:v>194.06</c:v>
                </c:pt>
                <c:pt idx="17">
                  <c:v>190.83</c:v>
                </c:pt>
                <c:pt idx="18">
                  <c:v>187.82</c:v>
                </c:pt>
                <c:pt idx="19">
                  <c:v>184.58</c:v>
                </c:pt>
                <c:pt idx="20">
                  <c:v>180.3</c:v>
                </c:pt>
                <c:pt idx="21">
                  <c:v>177</c:v>
                </c:pt>
                <c:pt idx="22">
                  <c:v>173.89</c:v>
                </c:pt>
                <c:pt idx="23">
                  <c:v>168.84</c:v>
                </c:pt>
                <c:pt idx="24">
                  <c:v>162.82</c:v>
                </c:pt>
                <c:pt idx="25">
                  <c:v>157.69999999999999</c:v>
                </c:pt>
                <c:pt idx="26">
                  <c:v>152.54</c:v>
                </c:pt>
                <c:pt idx="27">
                  <c:v>147.35</c:v>
                </c:pt>
                <c:pt idx="28">
                  <c:v>141.41999999999999</c:v>
                </c:pt>
                <c:pt idx="29">
                  <c:v>137.78</c:v>
                </c:pt>
                <c:pt idx="30">
                  <c:v>132.5</c:v>
                </c:pt>
                <c:pt idx="31">
                  <c:v>127.38</c:v>
                </c:pt>
                <c:pt idx="32">
                  <c:v>122.81</c:v>
                </c:pt>
                <c:pt idx="33">
                  <c:v>119.97</c:v>
                </c:pt>
                <c:pt idx="34">
                  <c:v>116.73</c:v>
                </c:pt>
                <c:pt idx="35">
                  <c:v>113.05</c:v>
                </c:pt>
                <c:pt idx="36">
                  <c:v>110</c:v>
                </c:pt>
                <c:pt idx="37">
                  <c:v>107.49</c:v>
                </c:pt>
                <c:pt idx="38">
                  <c:v>105.12</c:v>
                </c:pt>
                <c:pt idx="39">
                  <c:v>103.55</c:v>
                </c:pt>
                <c:pt idx="40">
                  <c:v>101.47</c:v>
                </c:pt>
                <c:pt idx="41">
                  <c:v>100.03</c:v>
                </c:pt>
                <c:pt idx="42">
                  <c:v>99.19</c:v>
                </c:pt>
                <c:pt idx="43">
                  <c:v>97.91</c:v>
                </c:pt>
                <c:pt idx="44">
                  <c:v>96.08</c:v>
                </c:pt>
                <c:pt idx="45">
                  <c:v>95</c:v>
                </c:pt>
                <c:pt idx="46">
                  <c:v>93.51</c:v>
                </c:pt>
                <c:pt idx="47">
                  <c:v>92.54</c:v>
                </c:pt>
                <c:pt idx="48">
                  <c:v>91.45</c:v>
                </c:pt>
                <c:pt idx="49">
                  <c:v>90.07</c:v>
                </c:pt>
                <c:pt idx="50">
                  <c:v>89.5</c:v>
                </c:pt>
                <c:pt idx="51">
                  <c:v>88.61</c:v>
                </c:pt>
                <c:pt idx="52">
                  <c:v>87.34</c:v>
                </c:pt>
                <c:pt idx="53">
                  <c:v>86.6</c:v>
                </c:pt>
                <c:pt idx="54">
                  <c:v>85.08</c:v>
                </c:pt>
                <c:pt idx="55">
                  <c:v>84.27</c:v>
                </c:pt>
                <c:pt idx="56">
                  <c:v>83.35</c:v>
                </c:pt>
                <c:pt idx="57">
                  <c:v>82.54</c:v>
                </c:pt>
                <c:pt idx="58">
                  <c:v>81.069999999999993</c:v>
                </c:pt>
                <c:pt idx="59">
                  <c:v>80</c:v>
                </c:pt>
                <c:pt idx="60">
                  <c:v>79.19</c:v>
                </c:pt>
                <c:pt idx="61">
                  <c:v>78.02</c:v>
                </c:pt>
                <c:pt idx="62">
                  <c:v>76.72</c:v>
                </c:pt>
                <c:pt idx="63">
                  <c:v>75.569999999999993</c:v>
                </c:pt>
                <c:pt idx="64">
                  <c:v>74.53</c:v>
                </c:pt>
                <c:pt idx="65">
                  <c:v>73.349999999999994</c:v>
                </c:pt>
                <c:pt idx="66">
                  <c:v>72.02</c:v>
                </c:pt>
                <c:pt idx="67">
                  <c:v>70.680000000000007</c:v>
                </c:pt>
                <c:pt idx="68">
                  <c:v>69.61</c:v>
                </c:pt>
                <c:pt idx="69">
                  <c:v>68.260000000000005</c:v>
                </c:pt>
                <c:pt idx="70">
                  <c:v>66.84</c:v>
                </c:pt>
                <c:pt idx="71">
                  <c:v>65.709999999999994</c:v>
                </c:pt>
                <c:pt idx="72">
                  <c:v>64.69</c:v>
                </c:pt>
                <c:pt idx="73">
                  <c:v>63.15</c:v>
                </c:pt>
                <c:pt idx="74">
                  <c:v>62.01</c:v>
                </c:pt>
                <c:pt idx="75">
                  <c:v>61.02</c:v>
                </c:pt>
                <c:pt idx="76">
                  <c:v>60</c:v>
                </c:pt>
                <c:pt idx="77">
                  <c:v>58.96</c:v>
                </c:pt>
                <c:pt idx="78">
                  <c:v>57.46</c:v>
                </c:pt>
                <c:pt idx="79">
                  <c:v>56.05</c:v>
                </c:pt>
                <c:pt idx="80">
                  <c:v>54.99</c:v>
                </c:pt>
                <c:pt idx="81">
                  <c:v>53.58</c:v>
                </c:pt>
                <c:pt idx="82">
                  <c:v>52.01</c:v>
                </c:pt>
                <c:pt idx="83">
                  <c:v>50.4</c:v>
                </c:pt>
                <c:pt idx="84">
                  <c:v>48.67</c:v>
                </c:pt>
                <c:pt idx="85">
                  <c:v>46.83</c:v>
                </c:pt>
                <c:pt idx="86">
                  <c:v>44.7</c:v>
                </c:pt>
                <c:pt idx="87">
                  <c:v>43.05</c:v>
                </c:pt>
                <c:pt idx="88">
                  <c:v>40.520000000000003</c:v>
                </c:pt>
                <c:pt idx="89">
                  <c:v>38.5</c:v>
                </c:pt>
                <c:pt idx="90">
                  <c:v>36.46</c:v>
                </c:pt>
                <c:pt idx="91">
                  <c:v>33.619999999999997</c:v>
                </c:pt>
                <c:pt idx="92">
                  <c:v>29.8</c:v>
                </c:pt>
                <c:pt idx="93">
                  <c:v>26.41</c:v>
                </c:pt>
                <c:pt idx="94">
                  <c:v>22.74</c:v>
                </c:pt>
                <c:pt idx="95">
                  <c:v>18.399999999999999</c:v>
                </c:pt>
                <c:pt idx="96">
                  <c:v>14</c:v>
                </c:pt>
                <c:pt idx="97">
                  <c:v>9.4</c:v>
                </c:pt>
                <c:pt idx="98">
                  <c:v>3.5</c:v>
                </c:pt>
                <c:pt idx="99">
                  <c:v>1.95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47-4067-8BA1-7B866091DED8}"/>
            </c:ext>
          </c:extLst>
        </c:ser>
        <c:ser>
          <c:idx val="3"/>
          <c:order val="3"/>
          <c:tx>
            <c:v>2022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Fig4_Duration!$AM$2:$AM$102</c:f>
              <c:numCache>
                <c:formatCode>General</c:formatCode>
                <c:ptCount val="101"/>
                <c:pt idx="0">
                  <c:v>651</c:v>
                </c:pt>
                <c:pt idx="1">
                  <c:v>395.65</c:v>
                </c:pt>
                <c:pt idx="2">
                  <c:v>330.07</c:v>
                </c:pt>
                <c:pt idx="3">
                  <c:v>291.01</c:v>
                </c:pt>
                <c:pt idx="4">
                  <c:v>278</c:v>
                </c:pt>
                <c:pt idx="5">
                  <c:v>268.04000000000002</c:v>
                </c:pt>
                <c:pt idx="6">
                  <c:v>260.79000000000002</c:v>
                </c:pt>
                <c:pt idx="7">
                  <c:v>255</c:v>
                </c:pt>
                <c:pt idx="8">
                  <c:v>250</c:v>
                </c:pt>
                <c:pt idx="9">
                  <c:v>247.37</c:v>
                </c:pt>
                <c:pt idx="10">
                  <c:v>243.47</c:v>
                </c:pt>
                <c:pt idx="11">
                  <c:v>240</c:v>
                </c:pt>
                <c:pt idx="12">
                  <c:v>237.2</c:v>
                </c:pt>
                <c:pt idx="13">
                  <c:v>233.96</c:v>
                </c:pt>
                <c:pt idx="14">
                  <c:v>230.04</c:v>
                </c:pt>
                <c:pt idx="15">
                  <c:v>227.98</c:v>
                </c:pt>
                <c:pt idx="16">
                  <c:v>225.01</c:v>
                </c:pt>
                <c:pt idx="17">
                  <c:v>222.78</c:v>
                </c:pt>
                <c:pt idx="18">
                  <c:v>220.26</c:v>
                </c:pt>
                <c:pt idx="19">
                  <c:v>218.5</c:v>
                </c:pt>
                <c:pt idx="20">
                  <c:v>216.01</c:v>
                </c:pt>
                <c:pt idx="21">
                  <c:v>214.9</c:v>
                </c:pt>
                <c:pt idx="22">
                  <c:v>212.6</c:v>
                </c:pt>
                <c:pt idx="23">
                  <c:v>210.25</c:v>
                </c:pt>
                <c:pt idx="24">
                  <c:v>208.97</c:v>
                </c:pt>
                <c:pt idx="25">
                  <c:v>206.4</c:v>
                </c:pt>
                <c:pt idx="26">
                  <c:v>204.86</c:v>
                </c:pt>
                <c:pt idx="27">
                  <c:v>202.6</c:v>
                </c:pt>
                <c:pt idx="28">
                  <c:v>200.49</c:v>
                </c:pt>
                <c:pt idx="29">
                  <c:v>199.84</c:v>
                </c:pt>
                <c:pt idx="30">
                  <c:v>197.65</c:v>
                </c:pt>
                <c:pt idx="31">
                  <c:v>195.98</c:v>
                </c:pt>
                <c:pt idx="32">
                  <c:v>194.6</c:v>
                </c:pt>
                <c:pt idx="33">
                  <c:v>192.42</c:v>
                </c:pt>
                <c:pt idx="34">
                  <c:v>190.2</c:v>
                </c:pt>
                <c:pt idx="35">
                  <c:v>189</c:v>
                </c:pt>
                <c:pt idx="36">
                  <c:v>186.43</c:v>
                </c:pt>
                <c:pt idx="37">
                  <c:v>184.94</c:v>
                </c:pt>
                <c:pt idx="38">
                  <c:v>182.49</c:v>
                </c:pt>
                <c:pt idx="39">
                  <c:v>180.18</c:v>
                </c:pt>
                <c:pt idx="40">
                  <c:v>179.9</c:v>
                </c:pt>
                <c:pt idx="41">
                  <c:v>178.04</c:v>
                </c:pt>
                <c:pt idx="42">
                  <c:v>176.07</c:v>
                </c:pt>
                <c:pt idx="43">
                  <c:v>174.96</c:v>
                </c:pt>
                <c:pt idx="44">
                  <c:v>172.77</c:v>
                </c:pt>
                <c:pt idx="45">
                  <c:v>171.04</c:v>
                </c:pt>
                <c:pt idx="46">
                  <c:v>170</c:v>
                </c:pt>
                <c:pt idx="47">
                  <c:v>168.52</c:v>
                </c:pt>
                <c:pt idx="48">
                  <c:v>166.78</c:v>
                </c:pt>
                <c:pt idx="49">
                  <c:v>165.02</c:v>
                </c:pt>
                <c:pt idx="50">
                  <c:v>163.95</c:v>
                </c:pt>
                <c:pt idx="51">
                  <c:v>162.12</c:v>
                </c:pt>
                <c:pt idx="52">
                  <c:v>160.96</c:v>
                </c:pt>
                <c:pt idx="53">
                  <c:v>160</c:v>
                </c:pt>
                <c:pt idx="54">
                  <c:v>158.26</c:v>
                </c:pt>
                <c:pt idx="55">
                  <c:v>156.16999999999999</c:v>
                </c:pt>
                <c:pt idx="56">
                  <c:v>155</c:v>
                </c:pt>
                <c:pt idx="57">
                  <c:v>153.33000000000001</c:v>
                </c:pt>
                <c:pt idx="58">
                  <c:v>151.94</c:v>
                </c:pt>
                <c:pt idx="59">
                  <c:v>150.30000000000001</c:v>
                </c:pt>
                <c:pt idx="60">
                  <c:v>149.94999999999999</c:v>
                </c:pt>
                <c:pt idx="61">
                  <c:v>148.58000000000001</c:v>
                </c:pt>
                <c:pt idx="62">
                  <c:v>147.62</c:v>
                </c:pt>
                <c:pt idx="63">
                  <c:v>146</c:v>
                </c:pt>
                <c:pt idx="64">
                  <c:v>144.94999999999999</c:v>
                </c:pt>
                <c:pt idx="65">
                  <c:v>143</c:v>
                </c:pt>
                <c:pt idx="66">
                  <c:v>141.11000000000001</c:v>
                </c:pt>
                <c:pt idx="67">
                  <c:v>140</c:v>
                </c:pt>
                <c:pt idx="68">
                  <c:v>138.53</c:v>
                </c:pt>
                <c:pt idx="69">
                  <c:v>136.24</c:v>
                </c:pt>
                <c:pt idx="70">
                  <c:v>135</c:v>
                </c:pt>
                <c:pt idx="71">
                  <c:v>133.1</c:v>
                </c:pt>
                <c:pt idx="72">
                  <c:v>131</c:v>
                </c:pt>
                <c:pt idx="73">
                  <c:v>129.99</c:v>
                </c:pt>
                <c:pt idx="74">
                  <c:v>127.85</c:v>
                </c:pt>
                <c:pt idx="75">
                  <c:v>125.33</c:v>
                </c:pt>
                <c:pt idx="76">
                  <c:v>123.38</c:v>
                </c:pt>
                <c:pt idx="77">
                  <c:v>121</c:v>
                </c:pt>
                <c:pt idx="78">
                  <c:v>120</c:v>
                </c:pt>
                <c:pt idx="79">
                  <c:v>117.99</c:v>
                </c:pt>
                <c:pt idx="80">
                  <c:v>115.55</c:v>
                </c:pt>
                <c:pt idx="81">
                  <c:v>114.13</c:v>
                </c:pt>
                <c:pt idx="82">
                  <c:v>112</c:v>
                </c:pt>
                <c:pt idx="83">
                  <c:v>110</c:v>
                </c:pt>
                <c:pt idx="84">
                  <c:v>107.41</c:v>
                </c:pt>
                <c:pt idx="85">
                  <c:v>105</c:v>
                </c:pt>
                <c:pt idx="86">
                  <c:v>102</c:v>
                </c:pt>
                <c:pt idx="87">
                  <c:v>100</c:v>
                </c:pt>
                <c:pt idx="88">
                  <c:v>97.8</c:v>
                </c:pt>
                <c:pt idx="89">
                  <c:v>95.01</c:v>
                </c:pt>
                <c:pt idx="90">
                  <c:v>92.15</c:v>
                </c:pt>
                <c:pt idx="91">
                  <c:v>89.74</c:v>
                </c:pt>
                <c:pt idx="92">
                  <c:v>86</c:v>
                </c:pt>
                <c:pt idx="93">
                  <c:v>80.27</c:v>
                </c:pt>
                <c:pt idx="94">
                  <c:v>75.489999999999995</c:v>
                </c:pt>
                <c:pt idx="95">
                  <c:v>66.180000000000007</c:v>
                </c:pt>
                <c:pt idx="96">
                  <c:v>55</c:v>
                </c:pt>
                <c:pt idx="97">
                  <c:v>45</c:v>
                </c:pt>
                <c:pt idx="98">
                  <c:v>21.02</c:v>
                </c:pt>
                <c:pt idx="99">
                  <c:v>4.1100000000000003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47-4067-8BA1-7B866091DED8}"/>
            </c:ext>
          </c:extLst>
        </c:ser>
        <c:ser>
          <c:idx val="4"/>
          <c:order val="4"/>
          <c:tx>
            <c:v>2023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Fig4_Duration!$AN$2:$AN$102</c:f>
              <c:numCache>
                <c:formatCode>General</c:formatCode>
                <c:ptCount val="101"/>
                <c:pt idx="0">
                  <c:v>220</c:v>
                </c:pt>
                <c:pt idx="1">
                  <c:v>165.22</c:v>
                </c:pt>
                <c:pt idx="2">
                  <c:v>159.37</c:v>
                </c:pt>
                <c:pt idx="3">
                  <c:v>153.93</c:v>
                </c:pt>
                <c:pt idx="4">
                  <c:v>150</c:v>
                </c:pt>
                <c:pt idx="5">
                  <c:v>146.72999999999999</c:v>
                </c:pt>
                <c:pt idx="6">
                  <c:v>143.9</c:v>
                </c:pt>
                <c:pt idx="7">
                  <c:v>141.38999999999999</c:v>
                </c:pt>
                <c:pt idx="8">
                  <c:v>139.47999999999999</c:v>
                </c:pt>
                <c:pt idx="9">
                  <c:v>137.66999999999999</c:v>
                </c:pt>
                <c:pt idx="10">
                  <c:v>135.72</c:v>
                </c:pt>
                <c:pt idx="11">
                  <c:v>134</c:v>
                </c:pt>
                <c:pt idx="12">
                  <c:v>132.24</c:v>
                </c:pt>
                <c:pt idx="13">
                  <c:v>130.44</c:v>
                </c:pt>
                <c:pt idx="14">
                  <c:v>129.74</c:v>
                </c:pt>
                <c:pt idx="15">
                  <c:v>128.36000000000001</c:v>
                </c:pt>
                <c:pt idx="16">
                  <c:v>126.96</c:v>
                </c:pt>
                <c:pt idx="17">
                  <c:v>125.64</c:v>
                </c:pt>
                <c:pt idx="18">
                  <c:v>124.59</c:v>
                </c:pt>
                <c:pt idx="19">
                  <c:v>123</c:v>
                </c:pt>
                <c:pt idx="20">
                  <c:v>121.88</c:v>
                </c:pt>
                <c:pt idx="21">
                  <c:v>120.58</c:v>
                </c:pt>
                <c:pt idx="22">
                  <c:v>119.96</c:v>
                </c:pt>
                <c:pt idx="23">
                  <c:v>118.76</c:v>
                </c:pt>
                <c:pt idx="24">
                  <c:v>117.62</c:v>
                </c:pt>
                <c:pt idx="25">
                  <c:v>116.08</c:v>
                </c:pt>
                <c:pt idx="26">
                  <c:v>115.09</c:v>
                </c:pt>
                <c:pt idx="27">
                  <c:v>114.21</c:v>
                </c:pt>
                <c:pt idx="28">
                  <c:v>113.21</c:v>
                </c:pt>
                <c:pt idx="29">
                  <c:v>112.16</c:v>
                </c:pt>
                <c:pt idx="30">
                  <c:v>111</c:v>
                </c:pt>
                <c:pt idx="31">
                  <c:v>110.01</c:v>
                </c:pt>
                <c:pt idx="32">
                  <c:v>109.48</c:v>
                </c:pt>
                <c:pt idx="33">
                  <c:v>108.26</c:v>
                </c:pt>
                <c:pt idx="34">
                  <c:v>107</c:v>
                </c:pt>
                <c:pt idx="35">
                  <c:v>105.83</c:v>
                </c:pt>
                <c:pt idx="36">
                  <c:v>105</c:v>
                </c:pt>
                <c:pt idx="37">
                  <c:v>104</c:v>
                </c:pt>
                <c:pt idx="38">
                  <c:v>103.09</c:v>
                </c:pt>
                <c:pt idx="39">
                  <c:v>102</c:v>
                </c:pt>
                <c:pt idx="40">
                  <c:v>101</c:v>
                </c:pt>
                <c:pt idx="41">
                  <c:v>100</c:v>
                </c:pt>
                <c:pt idx="42">
                  <c:v>99.7</c:v>
                </c:pt>
                <c:pt idx="43">
                  <c:v>99</c:v>
                </c:pt>
                <c:pt idx="44">
                  <c:v>97.96</c:v>
                </c:pt>
                <c:pt idx="45">
                  <c:v>96.94</c:v>
                </c:pt>
                <c:pt idx="46">
                  <c:v>95.7</c:v>
                </c:pt>
                <c:pt idx="47">
                  <c:v>95</c:v>
                </c:pt>
                <c:pt idx="48">
                  <c:v>94.09</c:v>
                </c:pt>
                <c:pt idx="49">
                  <c:v>93.32</c:v>
                </c:pt>
                <c:pt idx="50">
                  <c:v>92.5</c:v>
                </c:pt>
                <c:pt idx="51">
                  <c:v>91.82</c:v>
                </c:pt>
                <c:pt idx="52">
                  <c:v>91</c:v>
                </c:pt>
                <c:pt idx="53">
                  <c:v>90.3</c:v>
                </c:pt>
                <c:pt idx="54">
                  <c:v>90</c:v>
                </c:pt>
                <c:pt idx="55">
                  <c:v>89.42</c:v>
                </c:pt>
                <c:pt idx="56">
                  <c:v>88.44</c:v>
                </c:pt>
                <c:pt idx="57">
                  <c:v>87.46</c:v>
                </c:pt>
                <c:pt idx="58">
                  <c:v>86.24</c:v>
                </c:pt>
                <c:pt idx="59">
                  <c:v>85.2</c:v>
                </c:pt>
                <c:pt idx="60">
                  <c:v>84.82</c:v>
                </c:pt>
                <c:pt idx="61">
                  <c:v>83.9</c:v>
                </c:pt>
                <c:pt idx="62">
                  <c:v>82.85</c:v>
                </c:pt>
                <c:pt idx="63">
                  <c:v>81.760000000000005</c:v>
                </c:pt>
                <c:pt idx="64">
                  <c:v>80.5</c:v>
                </c:pt>
                <c:pt idx="65">
                  <c:v>80</c:v>
                </c:pt>
                <c:pt idx="66">
                  <c:v>78.849999999999994</c:v>
                </c:pt>
                <c:pt idx="67">
                  <c:v>77.62</c:v>
                </c:pt>
                <c:pt idx="68">
                  <c:v>76.2</c:v>
                </c:pt>
                <c:pt idx="69">
                  <c:v>75</c:v>
                </c:pt>
                <c:pt idx="70">
                  <c:v>74</c:v>
                </c:pt>
                <c:pt idx="71">
                  <c:v>72.52</c:v>
                </c:pt>
                <c:pt idx="72">
                  <c:v>70.81</c:v>
                </c:pt>
                <c:pt idx="73">
                  <c:v>69.989999999999995</c:v>
                </c:pt>
                <c:pt idx="74">
                  <c:v>68</c:v>
                </c:pt>
                <c:pt idx="75">
                  <c:v>65.88</c:v>
                </c:pt>
                <c:pt idx="76">
                  <c:v>64.8</c:v>
                </c:pt>
                <c:pt idx="77">
                  <c:v>62.48</c:v>
                </c:pt>
                <c:pt idx="78">
                  <c:v>60</c:v>
                </c:pt>
                <c:pt idx="79">
                  <c:v>57.88</c:v>
                </c:pt>
                <c:pt idx="80">
                  <c:v>55</c:v>
                </c:pt>
                <c:pt idx="81">
                  <c:v>52</c:v>
                </c:pt>
                <c:pt idx="82">
                  <c:v>49.99</c:v>
                </c:pt>
                <c:pt idx="83">
                  <c:v>47</c:v>
                </c:pt>
                <c:pt idx="84">
                  <c:v>44.94</c:v>
                </c:pt>
                <c:pt idx="85">
                  <c:v>41.58</c:v>
                </c:pt>
                <c:pt idx="86">
                  <c:v>40</c:v>
                </c:pt>
                <c:pt idx="87">
                  <c:v>36.479999999999997</c:v>
                </c:pt>
                <c:pt idx="88">
                  <c:v>33.1</c:v>
                </c:pt>
                <c:pt idx="89">
                  <c:v>30</c:v>
                </c:pt>
                <c:pt idx="90">
                  <c:v>25.6</c:v>
                </c:pt>
                <c:pt idx="91">
                  <c:v>22.8</c:v>
                </c:pt>
                <c:pt idx="92">
                  <c:v>18.89</c:v>
                </c:pt>
                <c:pt idx="93">
                  <c:v>15</c:v>
                </c:pt>
                <c:pt idx="94">
                  <c:v>10</c:v>
                </c:pt>
                <c:pt idx="95">
                  <c:v>5</c:v>
                </c:pt>
                <c:pt idx="96">
                  <c:v>4.3</c:v>
                </c:pt>
                <c:pt idx="97">
                  <c:v>4.16</c:v>
                </c:pt>
                <c:pt idx="98">
                  <c:v>1.74</c:v>
                </c:pt>
                <c:pt idx="99">
                  <c:v>0.1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47-4067-8BA1-7B866091DED8}"/>
            </c:ext>
          </c:extLst>
        </c:ser>
        <c:ser>
          <c:idx val="5"/>
          <c:order val="5"/>
          <c:tx>
            <c:v>2024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Fig4_Duration!$AO$2:$AO$102</c:f>
              <c:numCache>
                <c:formatCode>General</c:formatCode>
                <c:ptCount val="101"/>
                <c:pt idx="0">
                  <c:v>193</c:v>
                </c:pt>
                <c:pt idx="1">
                  <c:v>158.47</c:v>
                </c:pt>
                <c:pt idx="2">
                  <c:v>150</c:v>
                </c:pt>
                <c:pt idx="3">
                  <c:v>144.38</c:v>
                </c:pt>
                <c:pt idx="4">
                  <c:v>140.09</c:v>
                </c:pt>
                <c:pt idx="5">
                  <c:v>136.59</c:v>
                </c:pt>
                <c:pt idx="6">
                  <c:v>133.02000000000001</c:v>
                </c:pt>
                <c:pt idx="7">
                  <c:v>130</c:v>
                </c:pt>
                <c:pt idx="8">
                  <c:v>127.32</c:v>
                </c:pt>
                <c:pt idx="9">
                  <c:v>124.98</c:v>
                </c:pt>
                <c:pt idx="10">
                  <c:v>122.58</c:v>
                </c:pt>
                <c:pt idx="11">
                  <c:v>120.72</c:v>
                </c:pt>
                <c:pt idx="12">
                  <c:v>119</c:v>
                </c:pt>
                <c:pt idx="13">
                  <c:v>117.11</c:v>
                </c:pt>
                <c:pt idx="14">
                  <c:v>115.74</c:v>
                </c:pt>
                <c:pt idx="15">
                  <c:v>114.3</c:v>
                </c:pt>
                <c:pt idx="16">
                  <c:v>112.83</c:v>
                </c:pt>
                <c:pt idx="17">
                  <c:v>111.36</c:v>
                </c:pt>
                <c:pt idx="18">
                  <c:v>110</c:v>
                </c:pt>
                <c:pt idx="19">
                  <c:v>108.78</c:v>
                </c:pt>
                <c:pt idx="20">
                  <c:v>107.2</c:v>
                </c:pt>
                <c:pt idx="21">
                  <c:v>105.63</c:v>
                </c:pt>
                <c:pt idx="22">
                  <c:v>104.44</c:v>
                </c:pt>
                <c:pt idx="23">
                  <c:v>102.98</c:v>
                </c:pt>
                <c:pt idx="24">
                  <c:v>101.72</c:v>
                </c:pt>
                <c:pt idx="25">
                  <c:v>100.28</c:v>
                </c:pt>
                <c:pt idx="26">
                  <c:v>99.64</c:v>
                </c:pt>
                <c:pt idx="27">
                  <c:v>98.6</c:v>
                </c:pt>
                <c:pt idx="28">
                  <c:v>96.9</c:v>
                </c:pt>
                <c:pt idx="29">
                  <c:v>95.41</c:v>
                </c:pt>
                <c:pt idx="30">
                  <c:v>94.2</c:v>
                </c:pt>
                <c:pt idx="31">
                  <c:v>92.28</c:v>
                </c:pt>
                <c:pt idx="32">
                  <c:v>90.57</c:v>
                </c:pt>
                <c:pt idx="33">
                  <c:v>89.73</c:v>
                </c:pt>
                <c:pt idx="34">
                  <c:v>87.99</c:v>
                </c:pt>
                <c:pt idx="35">
                  <c:v>86.11</c:v>
                </c:pt>
                <c:pt idx="36">
                  <c:v>85</c:v>
                </c:pt>
                <c:pt idx="37">
                  <c:v>83.82</c:v>
                </c:pt>
                <c:pt idx="38">
                  <c:v>82.29</c:v>
                </c:pt>
                <c:pt idx="39">
                  <c:v>81.17</c:v>
                </c:pt>
                <c:pt idx="40">
                  <c:v>79.959999999999994</c:v>
                </c:pt>
                <c:pt idx="41">
                  <c:v>78.05</c:v>
                </c:pt>
                <c:pt idx="42">
                  <c:v>76.150000000000006</c:v>
                </c:pt>
                <c:pt idx="43">
                  <c:v>75</c:v>
                </c:pt>
                <c:pt idx="44">
                  <c:v>73.55</c:v>
                </c:pt>
                <c:pt idx="45">
                  <c:v>71.94</c:v>
                </c:pt>
                <c:pt idx="46">
                  <c:v>70.739999999999995</c:v>
                </c:pt>
                <c:pt idx="47">
                  <c:v>69.739999999999995</c:v>
                </c:pt>
                <c:pt idx="48">
                  <c:v>68</c:v>
                </c:pt>
                <c:pt idx="49">
                  <c:v>66.010000000000005</c:v>
                </c:pt>
                <c:pt idx="50">
                  <c:v>64.930000000000007</c:v>
                </c:pt>
                <c:pt idx="51">
                  <c:v>63.09</c:v>
                </c:pt>
                <c:pt idx="52">
                  <c:v>61.28</c:v>
                </c:pt>
                <c:pt idx="53">
                  <c:v>60</c:v>
                </c:pt>
                <c:pt idx="54">
                  <c:v>58.83</c:v>
                </c:pt>
                <c:pt idx="55">
                  <c:v>56.83</c:v>
                </c:pt>
                <c:pt idx="56">
                  <c:v>55.2</c:v>
                </c:pt>
                <c:pt idx="57">
                  <c:v>54</c:v>
                </c:pt>
                <c:pt idx="58">
                  <c:v>51.99</c:v>
                </c:pt>
                <c:pt idx="59">
                  <c:v>50.2</c:v>
                </c:pt>
                <c:pt idx="60">
                  <c:v>49.05</c:v>
                </c:pt>
                <c:pt idx="61">
                  <c:v>47.22</c:v>
                </c:pt>
                <c:pt idx="62">
                  <c:v>45.38</c:v>
                </c:pt>
                <c:pt idx="63">
                  <c:v>43.64</c:v>
                </c:pt>
                <c:pt idx="64">
                  <c:v>41.8</c:v>
                </c:pt>
                <c:pt idx="65">
                  <c:v>40.08</c:v>
                </c:pt>
                <c:pt idx="66">
                  <c:v>38.51</c:v>
                </c:pt>
                <c:pt idx="67">
                  <c:v>35.79</c:v>
                </c:pt>
                <c:pt idx="68">
                  <c:v>35.01</c:v>
                </c:pt>
                <c:pt idx="69">
                  <c:v>35</c:v>
                </c:pt>
                <c:pt idx="70">
                  <c:v>35</c:v>
                </c:pt>
                <c:pt idx="71">
                  <c:v>33</c:v>
                </c:pt>
                <c:pt idx="72">
                  <c:v>30.1</c:v>
                </c:pt>
                <c:pt idx="73">
                  <c:v>27.03</c:v>
                </c:pt>
                <c:pt idx="74">
                  <c:v>24.22</c:v>
                </c:pt>
                <c:pt idx="75">
                  <c:v>20.100000000000001</c:v>
                </c:pt>
                <c:pt idx="76">
                  <c:v>17.04</c:v>
                </c:pt>
                <c:pt idx="77">
                  <c:v>14.2</c:v>
                </c:pt>
                <c:pt idx="78">
                  <c:v>11.41</c:v>
                </c:pt>
                <c:pt idx="79">
                  <c:v>10</c:v>
                </c:pt>
                <c:pt idx="80">
                  <c:v>7.58</c:v>
                </c:pt>
                <c:pt idx="81">
                  <c:v>6</c:v>
                </c:pt>
                <c:pt idx="82">
                  <c:v>5</c:v>
                </c:pt>
                <c:pt idx="83">
                  <c:v>3.74</c:v>
                </c:pt>
                <c:pt idx="84">
                  <c:v>3.29</c:v>
                </c:pt>
                <c:pt idx="85">
                  <c:v>3.22</c:v>
                </c:pt>
                <c:pt idx="86">
                  <c:v>3.2</c:v>
                </c:pt>
                <c:pt idx="87">
                  <c:v>2.35</c:v>
                </c:pt>
                <c:pt idx="88">
                  <c:v>1.5</c:v>
                </c:pt>
                <c:pt idx="89">
                  <c:v>0.5</c:v>
                </c:pt>
                <c:pt idx="90">
                  <c:v>0.43</c:v>
                </c:pt>
                <c:pt idx="91">
                  <c:v>0.1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-7.0000000000000007E-2</c:v>
                </c:pt>
                <c:pt idx="100">
                  <c:v>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A47-4067-8BA1-7B866091DED8}"/>
            </c:ext>
          </c:extLst>
        </c:ser>
        <c:ser>
          <c:idx val="6"/>
          <c:order val="6"/>
          <c:tx>
            <c:v>2025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Fig4_Duration!$AP$2:$AP$102</c:f>
              <c:numCache>
                <c:formatCode>General</c:formatCode>
                <c:ptCount val="101"/>
                <c:pt idx="0">
                  <c:v>240</c:v>
                </c:pt>
                <c:pt idx="1">
                  <c:v>169.22</c:v>
                </c:pt>
                <c:pt idx="2">
                  <c:v>157.84</c:v>
                </c:pt>
                <c:pt idx="3">
                  <c:v>150.99</c:v>
                </c:pt>
                <c:pt idx="4">
                  <c:v>145</c:v>
                </c:pt>
                <c:pt idx="5">
                  <c:v>138.86000000000001</c:v>
                </c:pt>
                <c:pt idx="6">
                  <c:v>134.41999999999999</c:v>
                </c:pt>
                <c:pt idx="7">
                  <c:v>130.86000000000001</c:v>
                </c:pt>
                <c:pt idx="8">
                  <c:v>127.94</c:v>
                </c:pt>
                <c:pt idx="9">
                  <c:v>125.21</c:v>
                </c:pt>
                <c:pt idx="10">
                  <c:v>123.49</c:v>
                </c:pt>
                <c:pt idx="11">
                  <c:v>121.16</c:v>
                </c:pt>
                <c:pt idx="12">
                  <c:v>119.39</c:v>
                </c:pt>
                <c:pt idx="13">
                  <c:v>117.56</c:v>
                </c:pt>
                <c:pt idx="14">
                  <c:v>115.86</c:v>
                </c:pt>
                <c:pt idx="15">
                  <c:v>114.72</c:v>
                </c:pt>
                <c:pt idx="16">
                  <c:v>113.55</c:v>
                </c:pt>
                <c:pt idx="17">
                  <c:v>112.2</c:v>
                </c:pt>
                <c:pt idx="18">
                  <c:v>110.94</c:v>
                </c:pt>
                <c:pt idx="19">
                  <c:v>109.85</c:v>
                </c:pt>
                <c:pt idx="20">
                  <c:v>108.61</c:v>
                </c:pt>
                <c:pt idx="21">
                  <c:v>107.32</c:v>
                </c:pt>
                <c:pt idx="22">
                  <c:v>106.43</c:v>
                </c:pt>
                <c:pt idx="23">
                  <c:v>105.42</c:v>
                </c:pt>
                <c:pt idx="24">
                  <c:v>104.72</c:v>
                </c:pt>
                <c:pt idx="25">
                  <c:v>103.87</c:v>
                </c:pt>
                <c:pt idx="26">
                  <c:v>102.68</c:v>
                </c:pt>
                <c:pt idx="27">
                  <c:v>101.45</c:v>
                </c:pt>
                <c:pt idx="28">
                  <c:v>100.39</c:v>
                </c:pt>
                <c:pt idx="29">
                  <c:v>99.62</c:v>
                </c:pt>
                <c:pt idx="30">
                  <c:v>98.21</c:v>
                </c:pt>
                <c:pt idx="31">
                  <c:v>96.84</c:v>
                </c:pt>
                <c:pt idx="32">
                  <c:v>95.15</c:v>
                </c:pt>
                <c:pt idx="33">
                  <c:v>93.94</c:v>
                </c:pt>
                <c:pt idx="34">
                  <c:v>92.38</c:v>
                </c:pt>
                <c:pt idx="35">
                  <c:v>90.79</c:v>
                </c:pt>
                <c:pt idx="36">
                  <c:v>89.59</c:v>
                </c:pt>
                <c:pt idx="37">
                  <c:v>88.09</c:v>
                </c:pt>
                <c:pt idx="38">
                  <c:v>86.08</c:v>
                </c:pt>
                <c:pt idx="39">
                  <c:v>85</c:v>
                </c:pt>
                <c:pt idx="40">
                  <c:v>83.34</c:v>
                </c:pt>
                <c:pt idx="41">
                  <c:v>82.03</c:v>
                </c:pt>
                <c:pt idx="42">
                  <c:v>80.400000000000006</c:v>
                </c:pt>
                <c:pt idx="43">
                  <c:v>79.430000000000007</c:v>
                </c:pt>
                <c:pt idx="44">
                  <c:v>78</c:v>
                </c:pt>
                <c:pt idx="45">
                  <c:v>76.78</c:v>
                </c:pt>
                <c:pt idx="46">
                  <c:v>75.47</c:v>
                </c:pt>
                <c:pt idx="47">
                  <c:v>73.900000000000006</c:v>
                </c:pt>
                <c:pt idx="48">
                  <c:v>72.180000000000007</c:v>
                </c:pt>
                <c:pt idx="49">
                  <c:v>70.77</c:v>
                </c:pt>
                <c:pt idx="50">
                  <c:v>69.989999999999995</c:v>
                </c:pt>
                <c:pt idx="51">
                  <c:v>68.64</c:v>
                </c:pt>
                <c:pt idx="52">
                  <c:v>66.62</c:v>
                </c:pt>
                <c:pt idx="53">
                  <c:v>65</c:v>
                </c:pt>
                <c:pt idx="54">
                  <c:v>62.56</c:v>
                </c:pt>
                <c:pt idx="55">
                  <c:v>60.33</c:v>
                </c:pt>
                <c:pt idx="56">
                  <c:v>58.58</c:v>
                </c:pt>
                <c:pt idx="57">
                  <c:v>55.91</c:v>
                </c:pt>
                <c:pt idx="58">
                  <c:v>53.69</c:v>
                </c:pt>
                <c:pt idx="59">
                  <c:v>51.41</c:v>
                </c:pt>
                <c:pt idx="60">
                  <c:v>50</c:v>
                </c:pt>
                <c:pt idx="61">
                  <c:v>47.56</c:v>
                </c:pt>
                <c:pt idx="62">
                  <c:v>45.59</c:v>
                </c:pt>
                <c:pt idx="63">
                  <c:v>43.78</c:v>
                </c:pt>
                <c:pt idx="64">
                  <c:v>41.22</c:v>
                </c:pt>
                <c:pt idx="65">
                  <c:v>39.68</c:v>
                </c:pt>
                <c:pt idx="66">
                  <c:v>37.93</c:v>
                </c:pt>
                <c:pt idx="67">
                  <c:v>35.619999999999997</c:v>
                </c:pt>
                <c:pt idx="68">
                  <c:v>35</c:v>
                </c:pt>
                <c:pt idx="69">
                  <c:v>33.6</c:v>
                </c:pt>
                <c:pt idx="70">
                  <c:v>31.17</c:v>
                </c:pt>
                <c:pt idx="71">
                  <c:v>30</c:v>
                </c:pt>
                <c:pt idx="72">
                  <c:v>28.3</c:v>
                </c:pt>
                <c:pt idx="73">
                  <c:v>26.21</c:v>
                </c:pt>
                <c:pt idx="74">
                  <c:v>24.59</c:v>
                </c:pt>
                <c:pt idx="75">
                  <c:v>22.19</c:v>
                </c:pt>
                <c:pt idx="76">
                  <c:v>20.3</c:v>
                </c:pt>
                <c:pt idx="77">
                  <c:v>19.260000000000002</c:v>
                </c:pt>
                <c:pt idx="78">
                  <c:v>17.600000000000001</c:v>
                </c:pt>
                <c:pt idx="79">
                  <c:v>15.97</c:v>
                </c:pt>
                <c:pt idx="80">
                  <c:v>15</c:v>
                </c:pt>
                <c:pt idx="81">
                  <c:v>13.9</c:v>
                </c:pt>
                <c:pt idx="82">
                  <c:v>12.01</c:v>
                </c:pt>
                <c:pt idx="83">
                  <c:v>9.6999999999999993</c:v>
                </c:pt>
                <c:pt idx="84">
                  <c:v>7.44</c:v>
                </c:pt>
                <c:pt idx="85">
                  <c:v>5.99</c:v>
                </c:pt>
                <c:pt idx="86">
                  <c:v>5.38</c:v>
                </c:pt>
                <c:pt idx="87">
                  <c:v>5</c:v>
                </c:pt>
                <c:pt idx="88">
                  <c:v>4.3099999999999996</c:v>
                </c:pt>
                <c:pt idx="89">
                  <c:v>3.6</c:v>
                </c:pt>
                <c:pt idx="90">
                  <c:v>3.52</c:v>
                </c:pt>
                <c:pt idx="91">
                  <c:v>2.99</c:v>
                </c:pt>
                <c:pt idx="92">
                  <c:v>1.72</c:v>
                </c:pt>
                <c:pt idx="93">
                  <c:v>0.66</c:v>
                </c:pt>
                <c:pt idx="94">
                  <c:v>0.38</c:v>
                </c:pt>
                <c:pt idx="95">
                  <c:v>0.02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-0.86</c:v>
                </c:pt>
                <c:pt idx="100">
                  <c:v>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A47-4067-8BA1-7B866091DED8}"/>
            </c:ext>
          </c:extLst>
        </c:ser>
        <c:ser>
          <c:idx val="7"/>
          <c:order val="7"/>
          <c:tx>
            <c:v>2026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Fig4_Duration!$AQ$2:$AQ$102</c:f>
              <c:numCache>
                <c:formatCode>General</c:formatCode>
                <c:ptCount val="101"/>
                <c:pt idx="0">
                  <c:v>205.42</c:v>
                </c:pt>
                <c:pt idx="1">
                  <c:v>165.45</c:v>
                </c:pt>
                <c:pt idx="2">
                  <c:v>155.04</c:v>
                </c:pt>
                <c:pt idx="3">
                  <c:v>149.72999999999999</c:v>
                </c:pt>
                <c:pt idx="4">
                  <c:v>142.28</c:v>
                </c:pt>
                <c:pt idx="5">
                  <c:v>136.69</c:v>
                </c:pt>
                <c:pt idx="6">
                  <c:v>132.35</c:v>
                </c:pt>
                <c:pt idx="7">
                  <c:v>128.53</c:v>
                </c:pt>
                <c:pt idx="8">
                  <c:v>125.76</c:v>
                </c:pt>
                <c:pt idx="9">
                  <c:v>123.66</c:v>
                </c:pt>
                <c:pt idx="10">
                  <c:v>121.44</c:v>
                </c:pt>
                <c:pt idx="11">
                  <c:v>119.33</c:v>
                </c:pt>
                <c:pt idx="12">
                  <c:v>117.7</c:v>
                </c:pt>
                <c:pt idx="13">
                  <c:v>115.46</c:v>
                </c:pt>
                <c:pt idx="14">
                  <c:v>113.8</c:v>
                </c:pt>
                <c:pt idx="15">
                  <c:v>111.44</c:v>
                </c:pt>
                <c:pt idx="16">
                  <c:v>108.92</c:v>
                </c:pt>
                <c:pt idx="17">
                  <c:v>107.22</c:v>
                </c:pt>
                <c:pt idx="18">
                  <c:v>105.12</c:v>
                </c:pt>
                <c:pt idx="19">
                  <c:v>103.47</c:v>
                </c:pt>
                <c:pt idx="20">
                  <c:v>102.21</c:v>
                </c:pt>
                <c:pt idx="21">
                  <c:v>100.53</c:v>
                </c:pt>
                <c:pt idx="22">
                  <c:v>99.02</c:v>
                </c:pt>
                <c:pt idx="23">
                  <c:v>97.79</c:v>
                </c:pt>
                <c:pt idx="24">
                  <c:v>96.13</c:v>
                </c:pt>
                <c:pt idx="25">
                  <c:v>94.75</c:v>
                </c:pt>
                <c:pt idx="26">
                  <c:v>93.68</c:v>
                </c:pt>
                <c:pt idx="27">
                  <c:v>92.24</c:v>
                </c:pt>
                <c:pt idx="28">
                  <c:v>90.21</c:v>
                </c:pt>
                <c:pt idx="29">
                  <c:v>88.82</c:v>
                </c:pt>
                <c:pt idx="30">
                  <c:v>87.07</c:v>
                </c:pt>
                <c:pt idx="31">
                  <c:v>85.46</c:v>
                </c:pt>
                <c:pt idx="32">
                  <c:v>83.79</c:v>
                </c:pt>
                <c:pt idx="33">
                  <c:v>82.12</c:v>
                </c:pt>
                <c:pt idx="34">
                  <c:v>80.88</c:v>
                </c:pt>
                <c:pt idx="35">
                  <c:v>79.23</c:v>
                </c:pt>
                <c:pt idx="36">
                  <c:v>77.88</c:v>
                </c:pt>
                <c:pt idx="37">
                  <c:v>76.430000000000007</c:v>
                </c:pt>
                <c:pt idx="38">
                  <c:v>74.739999999999995</c:v>
                </c:pt>
                <c:pt idx="39">
                  <c:v>72.97</c:v>
                </c:pt>
                <c:pt idx="40">
                  <c:v>70</c:v>
                </c:pt>
                <c:pt idx="41">
                  <c:v>67.42</c:v>
                </c:pt>
                <c:pt idx="42">
                  <c:v>65.209999999999994</c:v>
                </c:pt>
                <c:pt idx="43">
                  <c:v>63.33</c:v>
                </c:pt>
                <c:pt idx="44">
                  <c:v>61.13</c:v>
                </c:pt>
                <c:pt idx="45">
                  <c:v>58.54</c:v>
                </c:pt>
                <c:pt idx="46">
                  <c:v>55.11</c:v>
                </c:pt>
                <c:pt idx="47">
                  <c:v>53.22</c:v>
                </c:pt>
                <c:pt idx="48">
                  <c:v>50.01</c:v>
                </c:pt>
                <c:pt idx="49">
                  <c:v>46.81</c:v>
                </c:pt>
                <c:pt idx="50">
                  <c:v>43.43</c:v>
                </c:pt>
                <c:pt idx="51">
                  <c:v>39.979999999999997</c:v>
                </c:pt>
                <c:pt idx="52">
                  <c:v>37.24</c:v>
                </c:pt>
                <c:pt idx="53">
                  <c:v>35.01</c:v>
                </c:pt>
                <c:pt idx="54">
                  <c:v>33.770000000000003</c:v>
                </c:pt>
                <c:pt idx="55">
                  <c:v>31.7</c:v>
                </c:pt>
                <c:pt idx="56">
                  <c:v>29.22</c:v>
                </c:pt>
                <c:pt idx="57">
                  <c:v>27.17</c:v>
                </c:pt>
                <c:pt idx="58">
                  <c:v>24.8</c:v>
                </c:pt>
                <c:pt idx="59">
                  <c:v>23.22</c:v>
                </c:pt>
                <c:pt idx="60">
                  <c:v>21.39</c:v>
                </c:pt>
                <c:pt idx="61">
                  <c:v>19.37</c:v>
                </c:pt>
                <c:pt idx="62">
                  <c:v>16.489999999999998</c:v>
                </c:pt>
                <c:pt idx="63">
                  <c:v>14.65</c:v>
                </c:pt>
                <c:pt idx="64">
                  <c:v>12.7</c:v>
                </c:pt>
                <c:pt idx="65">
                  <c:v>11.14</c:v>
                </c:pt>
                <c:pt idx="66">
                  <c:v>9.8000000000000007</c:v>
                </c:pt>
                <c:pt idx="67">
                  <c:v>8.44</c:v>
                </c:pt>
                <c:pt idx="68">
                  <c:v>7</c:v>
                </c:pt>
                <c:pt idx="69">
                  <c:v>5.66</c:v>
                </c:pt>
                <c:pt idx="70">
                  <c:v>4.84</c:v>
                </c:pt>
                <c:pt idx="71">
                  <c:v>3.92</c:v>
                </c:pt>
                <c:pt idx="72">
                  <c:v>3.67</c:v>
                </c:pt>
                <c:pt idx="73">
                  <c:v>3.04</c:v>
                </c:pt>
                <c:pt idx="74">
                  <c:v>2.41</c:v>
                </c:pt>
                <c:pt idx="75">
                  <c:v>2.04</c:v>
                </c:pt>
                <c:pt idx="76">
                  <c:v>1.75</c:v>
                </c:pt>
                <c:pt idx="77">
                  <c:v>1.37</c:v>
                </c:pt>
                <c:pt idx="78">
                  <c:v>1.1000000000000001</c:v>
                </c:pt>
                <c:pt idx="79">
                  <c:v>0.92</c:v>
                </c:pt>
                <c:pt idx="80">
                  <c:v>0.62</c:v>
                </c:pt>
                <c:pt idx="81">
                  <c:v>0.44</c:v>
                </c:pt>
                <c:pt idx="82">
                  <c:v>0.28000000000000003</c:v>
                </c:pt>
                <c:pt idx="83">
                  <c:v>0.17</c:v>
                </c:pt>
                <c:pt idx="84">
                  <c:v>7.0000000000000007E-2</c:v>
                </c:pt>
                <c:pt idx="85">
                  <c:v>0.01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-0.01</c:v>
                </c:pt>
                <c:pt idx="92">
                  <c:v>-0.03</c:v>
                </c:pt>
                <c:pt idx="93">
                  <c:v>-0.11</c:v>
                </c:pt>
                <c:pt idx="94">
                  <c:v>-0.32</c:v>
                </c:pt>
                <c:pt idx="95">
                  <c:v>-0.5</c:v>
                </c:pt>
                <c:pt idx="96">
                  <c:v>-0.83</c:v>
                </c:pt>
                <c:pt idx="97">
                  <c:v>-1.43</c:v>
                </c:pt>
                <c:pt idx="98">
                  <c:v>-2.0099999999999998</c:v>
                </c:pt>
                <c:pt idx="99">
                  <c:v>-2.94</c:v>
                </c:pt>
                <c:pt idx="100">
                  <c:v>-9.82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A47-4067-8BA1-7B866091D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v>Nuclear</c:v>
          </c:tx>
          <c:spPr>
            <a:solidFill>
              <a:srgbClr val="8A1E41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Fig7_GenMix!$ADB$2:$ADB$25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E-4E6A-BED6-39B60B5FDB71}"/>
            </c:ext>
          </c:extLst>
        </c:ser>
        <c:ser>
          <c:idx val="1"/>
          <c:order val="1"/>
          <c:tx>
            <c:v>Lignite</c:v>
          </c:tx>
          <c:spPr>
            <a:solidFill>
              <a:srgbClr val="7A6A53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Fig7_GenMix!$ADC$2:$ADC$25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E-4E6A-BED6-39B60B5FDB71}"/>
            </c:ext>
          </c:extLst>
        </c:ser>
        <c:ser>
          <c:idx val="2"/>
          <c:order val="2"/>
          <c:tx>
            <c:v>Hard coal</c:v>
          </c:tx>
          <c:spPr>
            <a:solidFill>
              <a:srgbClr val="1A1A1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Fig7_GenMix!$ADD$2:$ADD$25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E-4E6A-BED6-39B60B5FDB71}"/>
            </c:ext>
          </c:extLst>
        </c:ser>
        <c:ser>
          <c:idx val="3"/>
          <c:order val="3"/>
          <c:tx>
            <c:v>Gas</c:v>
          </c:tx>
          <c:spPr>
            <a:solidFill>
              <a:srgbClr val="9AA5B1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Fig7_GenMix!$ADE$2:$ADE$25</c:f>
              <c:numCache>
                <c:formatCode>General</c:formatCode>
                <c:ptCount val="24"/>
                <c:pt idx="0">
                  <c:v>461.6</c:v>
                </c:pt>
                <c:pt idx="1">
                  <c:v>457.6</c:v>
                </c:pt>
                <c:pt idx="2">
                  <c:v>455.7</c:v>
                </c:pt>
                <c:pt idx="3">
                  <c:v>455</c:v>
                </c:pt>
                <c:pt idx="4">
                  <c:v>468.7</c:v>
                </c:pt>
                <c:pt idx="5">
                  <c:v>485</c:v>
                </c:pt>
                <c:pt idx="6">
                  <c:v>523.9</c:v>
                </c:pt>
                <c:pt idx="7">
                  <c:v>555.70000000000005</c:v>
                </c:pt>
                <c:pt idx="8">
                  <c:v>557.79999999999995</c:v>
                </c:pt>
                <c:pt idx="9">
                  <c:v>543.5</c:v>
                </c:pt>
                <c:pt idx="10">
                  <c:v>538.70000000000005</c:v>
                </c:pt>
                <c:pt idx="11">
                  <c:v>537.6</c:v>
                </c:pt>
                <c:pt idx="12">
                  <c:v>541.70000000000005</c:v>
                </c:pt>
                <c:pt idx="13">
                  <c:v>550.20000000000005</c:v>
                </c:pt>
                <c:pt idx="14">
                  <c:v>563.4</c:v>
                </c:pt>
                <c:pt idx="15">
                  <c:v>593.5</c:v>
                </c:pt>
                <c:pt idx="16">
                  <c:v>643.1</c:v>
                </c:pt>
                <c:pt idx="17">
                  <c:v>693.7</c:v>
                </c:pt>
                <c:pt idx="18">
                  <c:v>712.1</c:v>
                </c:pt>
                <c:pt idx="19">
                  <c:v>719.5</c:v>
                </c:pt>
                <c:pt idx="20">
                  <c:v>708.6</c:v>
                </c:pt>
                <c:pt idx="21">
                  <c:v>640.79999999999995</c:v>
                </c:pt>
                <c:pt idx="22">
                  <c:v>554.20000000000005</c:v>
                </c:pt>
                <c:pt idx="23">
                  <c:v>487.9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E-4E6A-BED6-39B60B5FDB71}"/>
            </c:ext>
          </c:extLst>
        </c:ser>
        <c:ser>
          <c:idx val="4"/>
          <c:order val="4"/>
          <c:tx>
            <c:v>Oil &amp; other fossil</c:v>
          </c:tx>
          <c:spPr>
            <a:solidFill>
              <a:srgbClr val="6B6B6B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Fig7_GenMix!$ADF$2:$ADF$25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E-4E6A-BED6-39B60B5FDB71}"/>
            </c:ext>
          </c:extLst>
        </c:ser>
        <c:ser>
          <c:idx val="5"/>
          <c:order val="5"/>
          <c:tx>
            <c:v>Biomass</c:v>
          </c:tx>
          <c:spPr>
            <a:solidFill>
              <a:srgbClr val="E8C9B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Fig7_GenMix!$ADG$2:$ADG$25</c:f>
              <c:numCache>
                <c:formatCode>General</c:formatCode>
                <c:ptCount val="24"/>
                <c:pt idx="0">
                  <c:v>362</c:v>
                </c:pt>
                <c:pt idx="1">
                  <c:v>361.7</c:v>
                </c:pt>
                <c:pt idx="2">
                  <c:v>362.1</c:v>
                </c:pt>
                <c:pt idx="3">
                  <c:v>361.7</c:v>
                </c:pt>
                <c:pt idx="4">
                  <c:v>360.5</c:v>
                </c:pt>
                <c:pt idx="5">
                  <c:v>360.5</c:v>
                </c:pt>
                <c:pt idx="6">
                  <c:v>360.2</c:v>
                </c:pt>
                <c:pt idx="7">
                  <c:v>360.2</c:v>
                </c:pt>
                <c:pt idx="8">
                  <c:v>359.8</c:v>
                </c:pt>
                <c:pt idx="9">
                  <c:v>359</c:v>
                </c:pt>
                <c:pt idx="10">
                  <c:v>358.4</c:v>
                </c:pt>
                <c:pt idx="11">
                  <c:v>358.5</c:v>
                </c:pt>
                <c:pt idx="12">
                  <c:v>359.2</c:v>
                </c:pt>
                <c:pt idx="13">
                  <c:v>358.3</c:v>
                </c:pt>
                <c:pt idx="14">
                  <c:v>357.4</c:v>
                </c:pt>
                <c:pt idx="15">
                  <c:v>357.3</c:v>
                </c:pt>
                <c:pt idx="16">
                  <c:v>358</c:v>
                </c:pt>
                <c:pt idx="17">
                  <c:v>358.6</c:v>
                </c:pt>
                <c:pt idx="18">
                  <c:v>360</c:v>
                </c:pt>
                <c:pt idx="19">
                  <c:v>361.1</c:v>
                </c:pt>
                <c:pt idx="20">
                  <c:v>361.2</c:v>
                </c:pt>
                <c:pt idx="21">
                  <c:v>361.5</c:v>
                </c:pt>
                <c:pt idx="22">
                  <c:v>361.5</c:v>
                </c:pt>
                <c:pt idx="23">
                  <c:v>361.8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E-4E6A-BED6-39B60B5FDB71}"/>
            </c:ext>
          </c:extLst>
        </c:ser>
        <c:ser>
          <c:idx val="6"/>
          <c:order val="6"/>
          <c:tx>
            <c:v>Waste</c:v>
          </c:tx>
          <c:spPr>
            <a:solidFill>
              <a:srgbClr val="B0A08F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Fig7_GenMix!$ADH$2:$ADH$25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AE-4E6A-BED6-39B60B5FDB71}"/>
            </c:ext>
          </c:extLst>
        </c:ser>
        <c:ser>
          <c:idx val="7"/>
          <c:order val="7"/>
          <c:tx>
            <c:v>Geothermal</c:v>
          </c:tx>
          <c:spPr>
            <a:solidFill>
              <a:srgbClr val="C97B5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Fig7_GenMix!$ADI$2:$ADI$25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8AE-4E6A-BED6-39B60B5FDB71}"/>
            </c:ext>
          </c:extLst>
        </c:ser>
        <c:ser>
          <c:idx val="8"/>
          <c:order val="8"/>
          <c:tx>
            <c:v>Hydro run-of-river</c:v>
          </c:tx>
          <c:spPr>
            <a:solidFill>
              <a:srgbClr val="5FA1AD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Fig7_GenMix!$ADJ$2:$ADJ$25</c:f>
              <c:numCache>
                <c:formatCode>General</c:formatCode>
                <c:ptCount val="24"/>
                <c:pt idx="0">
                  <c:v>891.7</c:v>
                </c:pt>
                <c:pt idx="1">
                  <c:v>791.5</c:v>
                </c:pt>
                <c:pt idx="2">
                  <c:v>749.5</c:v>
                </c:pt>
                <c:pt idx="3">
                  <c:v>772.4</c:v>
                </c:pt>
                <c:pt idx="4">
                  <c:v>866.1</c:v>
                </c:pt>
                <c:pt idx="5">
                  <c:v>1033.7</c:v>
                </c:pt>
                <c:pt idx="6">
                  <c:v>1123.8</c:v>
                </c:pt>
                <c:pt idx="7">
                  <c:v>1059.7</c:v>
                </c:pt>
                <c:pt idx="8">
                  <c:v>935.2</c:v>
                </c:pt>
                <c:pt idx="9">
                  <c:v>812.7</c:v>
                </c:pt>
                <c:pt idx="10">
                  <c:v>710.5</c:v>
                </c:pt>
                <c:pt idx="11">
                  <c:v>646.6</c:v>
                </c:pt>
                <c:pt idx="12">
                  <c:v>613.5</c:v>
                </c:pt>
                <c:pt idx="13">
                  <c:v>605.70000000000005</c:v>
                </c:pt>
                <c:pt idx="14">
                  <c:v>616.79999999999995</c:v>
                </c:pt>
                <c:pt idx="15">
                  <c:v>686.6</c:v>
                </c:pt>
                <c:pt idx="16">
                  <c:v>855.2</c:v>
                </c:pt>
                <c:pt idx="17">
                  <c:v>1155.9000000000001</c:v>
                </c:pt>
                <c:pt idx="18">
                  <c:v>1444.4</c:v>
                </c:pt>
                <c:pt idx="19">
                  <c:v>1570.4</c:v>
                </c:pt>
                <c:pt idx="20">
                  <c:v>1503.7</c:v>
                </c:pt>
                <c:pt idx="21">
                  <c:v>1326.8</c:v>
                </c:pt>
                <c:pt idx="22">
                  <c:v>1152.9000000000001</c:v>
                </c:pt>
                <c:pt idx="23">
                  <c:v>1010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AE-4E6A-BED6-39B60B5FDB71}"/>
            </c:ext>
          </c:extLst>
        </c:ser>
        <c:ser>
          <c:idx val="9"/>
          <c:order val="9"/>
          <c:tx>
            <c:v>Hydro reservoir</c:v>
          </c:tx>
          <c:spPr>
            <a:solidFill>
              <a:srgbClr val="3D664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Fig7_GenMix!$ADK$2:$ADK$25</c:f>
              <c:numCache>
                <c:formatCode>General</c:formatCode>
                <c:ptCount val="24"/>
                <c:pt idx="0">
                  <c:v>368.2</c:v>
                </c:pt>
                <c:pt idx="1">
                  <c:v>336.1</c:v>
                </c:pt>
                <c:pt idx="2">
                  <c:v>323.7</c:v>
                </c:pt>
                <c:pt idx="3">
                  <c:v>330.7</c:v>
                </c:pt>
                <c:pt idx="4">
                  <c:v>358.3</c:v>
                </c:pt>
                <c:pt idx="5">
                  <c:v>425.5</c:v>
                </c:pt>
                <c:pt idx="6">
                  <c:v>459.7</c:v>
                </c:pt>
                <c:pt idx="7">
                  <c:v>441.8</c:v>
                </c:pt>
                <c:pt idx="8">
                  <c:v>388.2</c:v>
                </c:pt>
                <c:pt idx="9">
                  <c:v>328.7</c:v>
                </c:pt>
                <c:pt idx="10">
                  <c:v>292.7</c:v>
                </c:pt>
                <c:pt idx="11">
                  <c:v>279.5</c:v>
                </c:pt>
                <c:pt idx="12">
                  <c:v>265.2</c:v>
                </c:pt>
                <c:pt idx="13">
                  <c:v>258.89999999999998</c:v>
                </c:pt>
                <c:pt idx="14">
                  <c:v>266.60000000000002</c:v>
                </c:pt>
                <c:pt idx="15">
                  <c:v>311</c:v>
                </c:pt>
                <c:pt idx="16">
                  <c:v>406.4</c:v>
                </c:pt>
                <c:pt idx="17">
                  <c:v>535.1</c:v>
                </c:pt>
                <c:pt idx="18">
                  <c:v>660.6</c:v>
                </c:pt>
                <c:pt idx="19">
                  <c:v>752.7</c:v>
                </c:pt>
                <c:pt idx="20">
                  <c:v>663.4</c:v>
                </c:pt>
                <c:pt idx="21">
                  <c:v>542.1</c:v>
                </c:pt>
                <c:pt idx="22">
                  <c:v>471.8</c:v>
                </c:pt>
                <c:pt idx="23">
                  <c:v>407.9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AE-4E6A-BED6-39B60B5FDB71}"/>
            </c:ext>
          </c:extLst>
        </c:ser>
        <c:ser>
          <c:idx val="10"/>
          <c:order val="10"/>
          <c:tx>
            <c:v>Hydro pumped (production)</c:v>
          </c:tx>
          <c:spPr>
            <a:solidFill>
              <a:srgbClr val="6F8F77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Fig7_GenMix!$ADL$2:$ADL$25</c:f>
              <c:numCache>
                <c:formatCode>General</c:formatCode>
                <c:ptCount val="24"/>
                <c:pt idx="0">
                  <c:v>562.6</c:v>
                </c:pt>
                <c:pt idx="1">
                  <c:v>468.9</c:v>
                </c:pt>
                <c:pt idx="2">
                  <c:v>430.8</c:v>
                </c:pt>
                <c:pt idx="3">
                  <c:v>452.4</c:v>
                </c:pt>
                <c:pt idx="4">
                  <c:v>573.70000000000005</c:v>
                </c:pt>
                <c:pt idx="5">
                  <c:v>849</c:v>
                </c:pt>
                <c:pt idx="6">
                  <c:v>959.9</c:v>
                </c:pt>
                <c:pt idx="7">
                  <c:v>860.6</c:v>
                </c:pt>
                <c:pt idx="8">
                  <c:v>575.5</c:v>
                </c:pt>
                <c:pt idx="9">
                  <c:v>323.2</c:v>
                </c:pt>
                <c:pt idx="10">
                  <c:v>214.1</c:v>
                </c:pt>
                <c:pt idx="11">
                  <c:v>187.5</c:v>
                </c:pt>
                <c:pt idx="12">
                  <c:v>152.1</c:v>
                </c:pt>
                <c:pt idx="13">
                  <c:v>151.1</c:v>
                </c:pt>
                <c:pt idx="14">
                  <c:v>181.8</c:v>
                </c:pt>
                <c:pt idx="15">
                  <c:v>266.60000000000002</c:v>
                </c:pt>
                <c:pt idx="16">
                  <c:v>602.70000000000005</c:v>
                </c:pt>
                <c:pt idx="17">
                  <c:v>1185.4000000000001</c:v>
                </c:pt>
                <c:pt idx="18">
                  <c:v>1740.8</c:v>
                </c:pt>
                <c:pt idx="19">
                  <c:v>1964.2</c:v>
                </c:pt>
                <c:pt idx="20">
                  <c:v>1759.5</c:v>
                </c:pt>
                <c:pt idx="21">
                  <c:v>1355</c:v>
                </c:pt>
                <c:pt idx="22">
                  <c:v>986.3</c:v>
                </c:pt>
                <c:pt idx="23">
                  <c:v>719.1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AE-4E6A-BED6-39B60B5FDB71}"/>
            </c:ext>
          </c:extLst>
        </c:ser>
        <c:ser>
          <c:idx val="11"/>
          <c:order val="11"/>
          <c:tx>
            <c:v>Onshore wind</c:v>
          </c:tx>
          <c:spPr>
            <a:solidFill>
              <a:srgbClr val="2E3E80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Fig7_GenMix!$ADM$2:$ADM$25</c:f>
              <c:numCache>
                <c:formatCode>General</c:formatCode>
                <c:ptCount val="24"/>
                <c:pt idx="0">
                  <c:v>1735.1</c:v>
                </c:pt>
                <c:pt idx="1">
                  <c:v>1735.9</c:v>
                </c:pt>
                <c:pt idx="2">
                  <c:v>1745.9</c:v>
                </c:pt>
                <c:pt idx="3">
                  <c:v>1748</c:v>
                </c:pt>
                <c:pt idx="4">
                  <c:v>1731.4</c:v>
                </c:pt>
                <c:pt idx="5">
                  <c:v>1720</c:v>
                </c:pt>
                <c:pt idx="6">
                  <c:v>1701.1</c:v>
                </c:pt>
                <c:pt idx="7">
                  <c:v>1633.4</c:v>
                </c:pt>
                <c:pt idx="8">
                  <c:v>1521</c:v>
                </c:pt>
                <c:pt idx="9">
                  <c:v>1417.1</c:v>
                </c:pt>
                <c:pt idx="10">
                  <c:v>1341.1</c:v>
                </c:pt>
                <c:pt idx="11">
                  <c:v>1310.5</c:v>
                </c:pt>
                <c:pt idx="12">
                  <c:v>1320.1</c:v>
                </c:pt>
                <c:pt idx="13">
                  <c:v>1359.5</c:v>
                </c:pt>
                <c:pt idx="14">
                  <c:v>1413.2</c:v>
                </c:pt>
                <c:pt idx="15">
                  <c:v>1473</c:v>
                </c:pt>
                <c:pt idx="16">
                  <c:v>1544.5</c:v>
                </c:pt>
                <c:pt idx="17">
                  <c:v>1605.5</c:v>
                </c:pt>
                <c:pt idx="18">
                  <c:v>1660.4</c:v>
                </c:pt>
                <c:pt idx="19">
                  <c:v>1715.6</c:v>
                </c:pt>
                <c:pt idx="20">
                  <c:v>1746.3</c:v>
                </c:pt>
                <c:pt idx="21">
                  <c:v>1745.7</c:v>
                </c:pt>
                <c:pt idx="22">
                  <c:v>1743</c:v>
                </c:pt>
                <c:pt idx="23">
                  <c:v>1741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AE-4E6A-BED6-39B60B5FDB71}"/>
            </c:ext>
          </c:extLst>
        </c:ser>
        <c:ser>
          <c:idx val="12"/>
          <c:order val="12"/>
          <c:tx>
            <c:v>Offshore wind</c:v>
          </c:tx>
          <c:spPr>
            <a:solidFill>
              <a:srgbClr val="5B6FB0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Fig7_GenMix!$ADN$2:$ADN$25</c:f>
              <c:numCache>
                <c:formatCode>General</c:formatCode>
                <c:ptCount val="2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9.9</c:v>
                </c:pt>
                <c:pt idx="4">
                  <c:v>9.6999999999999993</c:v>
                </c:pt>
                <c:pt idx="5">
                  <c:v>9.5</c:v>
                </c:pt>
                <c:pt idx="6">
                  <c:v>9.3000000000000007</c:v>
                </c:pt>
                <c:pt idx="7">
                  <c:v>8.8000000000000007</c:v>
                </c:pt>
                <c:pt idx="8">
                  <c:v>8.5</c:v>
                </c:pt>
                <c:pt idx="9">
                  <c:v>8.5</c:v>
                </c:pt>
                <c:pt idx="10">
                  <c:v>8.4</c:v>
                </c:pt>
                <c:pt idx="11">
                  <c:v>8.5</c:v>
                </c:pt>
                <c:pt idx="12">
                  <c:v>8.9</c:v>
                </c:pt>
                <c:pt idx="13">
                  <c:v>9.5</c:v>
                </c:pt>
                <c:pt idx="14">
                  <c:v>9.8000000000000007</c:v>
                </c:pt>
                <c:pt idx="15">
                  <c:v>10.3</c:v>
                </c:pt>
                <c:pt idx="16">
                  <c:v>10.5</c:v>
                </c:pt>
                <c:pt idx="17">
                  <c:v>10.9</c:v>
                </c:pt>
                <c:pt idx="18">
                  <c:v>11.1</c:v>
                </c:pt>
                <c:pt idx="19">
                  <c:v>10.9</c:v>
                </c:pt>
                <c:pt idx="20">
                  <c:v>10.9</c:v>
                </c:pt>
                <c:pt idx="21">
                  <c:v>10.4</c:v>
                </c:pt>
                <c:pt idx="22">
                  <c:v>10.4</c:v>
                </c:pt>
                <c:pt idx="23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8AE-4E6A-BED6-39B60B5FDB71}"/>
            </c:ext>
          </c:extLst>
        </c:ser>
        <c:ser>
          <c:idx val="13"/>
          <c:order val="13"/>
          <c:tx>
            <c:v>Solar</c:v>
          </c:tx>
          <c:spPr>
            <a:solidFill>
              <a:srgbClr val="CC9F53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Fig7_GenMix!$ADO$2:$ADO$25</c:f>
              <c:numCache>
                <c:formatCode>General</c:formatCode>
                <c:ptCount val="24"/>
                <c:pt idx="0">
                  <c:v>0.1</c:v>
                </c:pt>
                <c:pt idx="1">
                  <c:v>0</c:v>
                </c:pt>
                <c:pt idx="2">
                  <c:v>0.1</c:v>
                </c:pt>
                <c:pt idx="3">
                  <c:v>0</c:v>
                </c:pt>
                <c:pt idx="4">
                  <c:v>0.1</c:v>
                </c:pt>
                <c:pt idx="5">
                  <c:v>6.7</c:v>
                </c:pt>
                <c:pt idx="6">
                  <c:v>92.8</c:v>
                </c:pt>
                <c:pt idx="7">
                  <c:v>368.4</c:v>
                </c:pt>
                <c:pt idx="8">
                  <c:v>805.6</c:v>
                </c:pt>
                <c:pt idx="9">
                  <c:v>1240.9000000000001</c:v>
                </c:pt>
                <c:pt idx="10">
                  <c:v>1534.6</c:v>
                </c:pt>
                <c:pt idx="11">
                  <c:v>1679.8</c:v>
                </c:pt>
                <c:pt idx="12">
                  <c:v>1716.8</c:v>
                </c:pt>
                <c:pt idx="13">
                  <c:v>1679.3</c:v>
                </c:pt>
                <c:pt idx="14">
                  <c:v>1548.1</c:v>
                </c:pt>
                <c:pt idx="15">
                  <c:v>1280.3</c:v>
                </c:pt>
                <c:pt idx="16">
                  <c:v>875.6</c:v>
                </c:pt>
                <c:pt idx="17">
                  <c:v>439.3</c:v>
                </c:pt>
                <c:pt idx="18">
                  <c:v>128.4</c:v>
                </c:pt>
                <c:pt idx="19">
                  <c:v>12.9</c:v>
                </c:pt>
                <c:pt idx="20">
                  <c:v>0.2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8AE-4E6A-BED6-39B60B5FDB71}"/>
            </c:ext>
          </c:extLst>
        </c:ser>
        <c:ser>
          <c:idx val="14"/>
          <c:order val="14"/>
          <c:tx>
            <c:v>Marine</c:v>
          </c:tx>
          <c:spPr>
            <a:solidFill>
              <a:srgbClr val="ACBFB7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Fig7_GenMix!$ADP$2:$ADP$25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8AE-4E6A-BED6-39B60B5FDB71}"/>
            </c:ext>
          </c:extLst>
        </c:ser>
        <c:ser>
          <c:idx val="15"/>
          <c:order val="15"/>
          <c:tx>
            <c:v>Other renewable</c:v>
          </c:tx>
          <c:spPr>
            <a:solidFill>
              <a:srgbClr val="8FB09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Fig7_GenMix!$ADQ$2:$ADQ$25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8AE-4E6A-BED6-39B60B5FDB71}"/>
            </c:ext>
          </c:extLst>
        </c:ser>
        <c:ser>
          <c:idx val="16"/>
          <c:order val="16"/>
          <c:tx>
            <c:v>Other</c:v>
          </c:tx>
          <c:spPr>
            <a:solidFill>
              <a:srgbClr val="D6D1CA"/>
            </a:solidFill>
            <a:ln>
              <a:noFill/>
            </a:ln>
          </c:spPr>
          <c:invertIfNegative val="1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Fig7_GenMix!$ADR$2:$ADR$25</c:f>
              <c:numCache>
                <c:formatCode>General</c:formatCode>
                <c:ptCount val="24"/>
                <c:pt idx="0">
                  <c:v>28.5</c:v>
                </c:pt>
                <c:pt idx="1">
                  <c:v>28.4</c:v>
                </c:pt>
                <c:pt idx="2">
                  <c:v>28.2</c:v>
                </c:pt>
                <c:pt idx="3">
                  <c:v>27.7</c:v>
                </c:pt>
                <c:pt idx="4">
                  <c:v>27.3</c:v>
                </c:pt>
                <c:pt idx="5">
                  <c:v>27.4</c:v>
                </c:pt>
                <c:pt idx="6">
                  <c:v>27.5</c:v>
                </c:pt>
                <c:pt idx="7">
                  <c:v>27.8</c:v>
                </c:pt>
                <c:pt idx="8">
                  <c:v>27.9</c:v>
                </c:pt>
                <c:pt idx="9">
                  <c:v>27.9</c:v>
                </c:pt>
                <c:pt idx="10">
                  <c:v>28</c:v>
                </c:pt>
                <c:pt idx="11">
                  <c:v>28</c:v>
                </c:pt>
                <c:pt idx="12">
                  <c:v>28</c:v>
                </c:pt>
                <c:pt idx="13">
                  <c:v>28.1</c:v>
                </c:pt>
                <c:pt idx="14">
                  <c:v>28.1</c:v>
                </c:pt>
                <c:pt idx="15">
                  <c:v>28.2</c:v>
                </c:pt>
                <c:pt idx="16">
                  <c:v>28.2</c:v>
                </c:pt>
                <c:pt idx="17">
                  <c:v>28.3</c:v>
                </c:pt>
                <c:pt idx="18">
                  <c:v>28.3</c:v>
                </c:pt>
                <c:pt idx="19">
                  <c:v>28.4</c:v>
                </c:pt>
                <c:pt idx="20">
                  <c:v>28.4</c:v>
                </c:pt>
                <c:pt idx="21">
                  <c:v>28.4</c:v>
                </c:pt>
                <c:pt idx="22">
                  <c:v>28.4</c:v>
                </c:pt>
                <c:pt idx="23">
                  <c:v>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"/>
        <c:axId val="100"/>
      </c:barChart>
      <c:lineChart>
        <c:grouping val="standard"/>
        <c:varyColors val="1"/>
        <c:ser>
          <c:idx val="17"/>
          <c:order val="17"/>
          <c:tx>
            <c:v>Price</c:v>
          </c:tx>
          <c:spPr>
            <a:ln w="28575">
              <a:solidFill>
                <a:srgbClr val="C00000"/>
              </a:solidFill>
              <a:prstDash val="solid"/>
            </a:ln>
          </c:spPr>
          <c:marker>
            <c:symbol val="none"/>
          </c:marker>
          <c:val>
            <c:numRef>
              <c:f>Fig7_GenMix!$ADU$2:$ADU$25</c:f>
              <c:numCache>
                <c:formatCode>General</c:formatCode>
                <c:ptCount val="24"/>
                <c:pt idx="0">
                  <c:v>64.599999999999994</c:v>
                </c:pt>
                <c:pt idx="1">
                  <c:v>62.5</c:v>
                </c:pt>
                <c:pt idx="2">
                  <c:v>60.7</c:v>
                </c:pt>
                <c:pt idx="3">
                  <c:v>60.8</c:v>
                </c:pt>
                <c:pt idx="4">
                  <c:v>64.900000000000006</c:v>
                </c:pt>
                <c:pt idx="5">
                  <c:v>72.8</c:v>
                </c:pt>
                <c:pt idx="6">
                  <c:v>74.7</c:v>
                </c:pt>
                <c:pt idx="7">
                  <c:v>68.599999999999994</c:v>
                </c:pt>
                <c:pt idx="8">
                  <c:v>57</c:v>
                </c:pt>
                <c:pt idx="9">
                  <c:v>48.2</c:v>
                </c:pt>
                <c:pt idx="10">
                  <c:v>43.4</c:v>
                </c:pt>
                <c:pt idx="11">
                  <c:v>40.9</c:v>
                </c:pt>
                <c:pt idx="12">
                  <c:v>39</c:v>
                </c:pt>
                <c:pt idx="13">
                  <c:v>38.700000000000003</c:v>
                </c:pt>
                <c:pt idx="14">
                  <c:v>39.9</c:v>
                </c:pt>
                <c:pt idx="15">
                  <c:v>47.4</c:v>
                </c:pt>
                <c:pt idx="16">
                  <c:v>59.6</c:v>
                </c:pt>
                <c:pt idx="17">
                  <c:v>76.099999999999994</c:v>
                </c:pt>
                <c:pt idx="18">
                  <c:v>89.6</c:v>
                </c:pt>
                <c:pt idx="19">
                  <c:v>98.7</c:v>
                </c:pt>
                <c:pt idx="20">
                  <c:v>90.1</c:v>
                </c:pt>
                <c:pt idx="21">
                  <c:v>81</c:v>
                </c:pt>
                <c:pt idx="22">
                  <c:v>74.7</c:v>
                </c:pt>
                <c:pt idx="23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0"/>
        <c:axPos val="r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2019</c:v>
          </c:tx>
          <c:spPr>
            <a:solidFill>
              <a:srgbClr val="9AA5B1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Fig5_Capture!$B$2:$B$18</c:f>
              <c:numCache>
                <c:formatCode>General</c:formatCode>
                <c:ptCount val="17"/>
                <c:pt idx="0">
                  <c:v>1.88</c:v>
                </c:pt>
                <c:pt idx="1">
                  <c:v>8.6</c:v>
                </c:pt>
                <c:pt idx="2">
                  <c:v>19.03</c:v>
                </c:pt>
                <c:pt idx="3">
                  <c:v>10.46</c:v>
                </c:pt>
                <c:pt idx="4">
                  <c:v>1.26</c:v>
                </c:pt>
                <c:pt idx="5">
                  <c:v>0.47</c:v>
                </c:pt>
                <c:pt idx="6">
                  <c:v>7.0000000000000007E-2</c:v>
                </c:pt>
                <c:pt idx="7">
                  <c:v>0.45</c:v>
                </c:pt>
                <c:pt idx="8">
                  <c:v>-0.23</c:v>
                </c:pt>
                <c:pt idx="9">
                  <c:v>11.71</c:v>
                </c:pt>
                <c:pt idx="10">
                  <c:v>24.06</c:v>
                </c:pt>
                <c:pt idx="11">
                  <c:v>-14.2</c:v>
                </c:pt>
                <c:pt idx="12">
                  <c:v>-7.74</c:v>
                </c:pt>
                <c:pt idx="13">
                  <c:v>-7.33</c:v>
                </c:pt>
                <c:pt idx="15">
                  <c:v>1.6</c:v>
                </c:pt>
                <c:pt idx="16">
                  <c:v>2.92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0-4ED4-8A58-F17CEE7FB84D}"/>
            </c:ext>
          </c:extLst>
        </c:ser>
        <c:ser>
          <c:idx val="1"/>
          <c:order val="1"/>
          <c:tx>
            <c:v>2020</c:v>
          </c:tx>
          <c:spPr>
            <a:solidFill>
              <a:srgbClr val="8A1E41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Fig5_Capture!$C$2:$C$18</c:f>
              <c:numCache>
                <c:formatCode>General</c:formatCode>
                <c:ptCount val="17"/>
                <c:pt idx="0">
                  <c:v>2.99</c:v>
                </c:pt>
                <c:pt idx="1">
                  <c:v>17.39</c:v>
                </c:pt>
                <c:pt idx="2">
                  <c:v>29.81</c:v>
                </c:pt>
                <c:pt idx="3">
                  <c:v>16.739999999999998</c:v>
                </c:pt>
                <c:pt idx="4">
                  <c:v>1.83</c:v>
                </c:pt>
                <c:pt idx="5">
                  <c:v>0.27</c:v>
                </c:pt>
                <c:pt idx="6">
                  <c:v>1.02</c:v>
                </c:pt>
                <c:pt idx="7">
                  <c:v>0.36</c:v>
                </c:pt>
                <c:pt idx="8">
                  <c:v>-0.51</c:v>
                </c:pt>
                <c:pt idx="9">
                  <c:v>18.579999999999998</c:v>
                </c:pt>
                <c:pt idx="10">
                  <c:v>-0.24</c:v>
                </c:pt>
                <c:pt idx="11">
                  <c:v>-19.34</c:v>
                </c:pt>
                <c:pt idx="12">
                  <c:v>-8.6199999999999992</c:v>
                </c:pt>
                <c:pt idx="13">
                  <c:v>-19.559999999999999</c:v>
                </c:pt>
                <c:pt idx="15">
                  <c:v>2.2000000000000002</c:v>
                </c:pt>
                <c:pt idx="16">
                  <c:v>4.22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0-4ED4-8A58-F17CEE7FB84D}"/>
            </c:ext>
          </c:extLst>
        </c:ser>
        <c:ser>
          <c:idx val="2"/>
          <c:order val="2"/>
          <c:tx>
            <c:v>2021</c:v>
          </c:tx>
          <c:spPr>
            <a:solidFill>
              <a:srgbClr val="CC9F53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Fig5_Capture!$D$2:$D$18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10.31</c:v>
                </c:pt>
                <c:pt idx="2">
                  <c:v>29.5</c:v>
                </c:pt>
                <c:pt idx="3">
                  <c:v>10.99</c:v>
                </c:pt>
                <c:pt idx="4">
                  <c:v>-0.77</c:v>
                </c:pt>
                <c:pt idx="5">
                  <c:v>1.01</c:v>
                </c:pt>
                <c:pt idx="6">
                  <c:v>2.0099999999999998</c:v>
                </c:pt>
                <c:pt idx="7">
                  <c:v>4.76</c:v>
                </c:pt>
                <c:pt idx="8">
                  <c:v>-6.69</c:v>
                </c:pt>
                <c:pt idx="9">
                  <c:v>11.18</c:v>
                </c:pt>
                <c:pt idx="10">
                  <c:v>28.48</c:v>
                </c:pt>
                <c:pt idx="11">
                  <c:v>-16.64</c:v>
                </c:pt>
                <c:pt idx="12">
                  <c:v>-4.6500000000000004</c:v>
                </c:pt>
                <c:pt idx="13">
                  <c:v>-22.09</c:v>
                </c:pt>
                <c:pt idx="15">
                  <c:v>4.1399999999999997</c:v>
                </c:pt>
                <c:pt idx="16">
                  <c:v>3.51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60-4ED4-8A58-F17CEE7FB84D}"/>
            </c:ext>
          </c:extLst>
        </c:ser>
        <c:ser>
          <c:idx val="3"/>
          <c:order val="3"/>
          <c:tx>
            <c:v>2022</c:v>
          </c:tx>
          <c:spPr>
            <a:solidFill>
              <a:srgbClr val="3D664A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Fig5_Capture!$E$2:$E$18</c:f>
              <c:numCache>
                <c:formatCode>General</c:formatCode>
                <c:ptCount val="17"/>
                <c:pt idx="0">
                  <c:v>1.69</c:v>
                </c:pt>
                <c:pt idx="1">
                  <c:v>6.6</c:v>
                </c:pt>
                <c:pt idx="2">
                  <c:v>15.27</c:v>
                </c:pt>
                <c:pt idx="3">
                  <c:v>9.1300000000000008</c:v>
                </c:pt>
                <c:pt idx="4">
                  <c:v>1.61</c:v>
                </c:pt>
                <c:pt idx="5">
                  <c:v>0.08</c:v>
                </c:pt>
                <c:pt idx="6">
                  <c:v>-0.38</c:v>
                </c:pt>
                <c:pt idx="7">
                  <c:v>-3.8</c:v>
                </c:pt>
                <c:pt idx="8">
                  <c:v>0.45</c:v>
                </c:pt>
                <c:pt idx="9">
                  <c:v>20.16</c:v>
                </c:pt>
                <c:pt idx="10">
                  <c:v>27.07</c:v>
                </c:pt>
                <c:pt idx="11">
                  <c:v>-28.51</c:v>
                </c:pt>
                <c:pt idx="12">
                  <c:v>-17.399999999999999</c:v>
                </c:pt>
                <c:pt idx="13">
                  <c:v>-5.59</c:v>
                </c:pt>
                <c:pt idx="15">
                  <c:v>-2.15</c:v>
                </c:pt>
                <c:pt idx="16">
                  <c:v>-0.42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160-4ED4-8A58-F17CEE7FB84D}"/>
            </c:ext>
          </c:extLst>
        </c:ser>
        <c:ser>
          <c:idx val="4"/>
          <c:order val="4"/>
          <c:tx>
            <c:v>2023</c:v>
          </c:tx>
          <c:spPr>
            <a:solidFill>
              <a:srgbClr val="ACBFB7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Fig5_Capture!$F$2:$F$18</c:f>
              <c:numCache>
                <c:formatCode>General</c:formatCode>
                <c:ptCount val="17"/>
                <c:pt idx="0">
                  <c:v>19.29</c:v>
                </c:pt>
                <c:pt idx="1">
                  <c:v>15.59</c:v>
                </c:pt>
                <c:pt idx="2">
                  <c:v>22.52</c:v>
                </c:pt>
                <c:pt idx="3">
                  <c:v>15.38</c:v>
                </c:pt>
                <c:pt idx="4">
                  <c:v>0.36</c:v>
                </c:pt>
                <c:pt idx="5">
                  <c:v>1.97</c:v>
                </c:pt>
                <c:pt idx="6">
                  <c:v>0.13</c:v>
                </c:pt>
                <c:pt idx="7">
                  <c:v>1.59</c:v>
                </c:pt>
                <c:pt idx="8">
                  <c:v>-1.62</c:v>
                </c:pt>
                <c:pt idx="9">
                  <c:v>16.600000000000001</c:v>
                </c:pt>
                <c:pt idx="10">
                  <c:v>31.97</c:v>
                </c:pt>
                <c:pt idx="11">
                  <c:v>-17.43</c:v>
                </c:pt>
                <c:pt idx="12">
                  <c:v>-9.06</c:v>
                </c:pt>
                <c:pt idx="13">
                  <c:v>-24.16</c:v>
                </c:pt>
                <c:pt idx="15">
                  <c:v>4.08</c:v>
                </c:pt>
                <c:pt idx="16">
                  <c:v>5.27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160-4ED4-8A58-F17CEE7FB84D}"/>
            </c:ext>
          </c:extLst>
        </c:ser>
        <c:ser>
          <c:idx val="5"/>
          <c:order val="5"/>
          <c:tx>
            <c:v>2024</c:v>
          </c:tx>
          <c:spPr>
            <a:solidFill>
              <a:srgbClr val="5FA1AD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Fig5_Capture!$G$2:$G$18</c:f>
              <c:numCache>
                <c:formatCode>General</c:formatCode>
                <c:ptCount val="17"/>
                <c:pt idx="1">
                  <c:v>16.3</c:v>
                </c:pt>
                <c:pt idx="2">
                  <c:v>20.64</c:v>
                </c:pt>
                <c:pt idx="3">
                  <c:v>20.94</c:v>
                </c:pt>
                <c:pt idx="4">
                  <c:v>1.86</c:v>
                </c:pt>
                <c:pt idx="5">
                  <c:v>2.5099999999999998</c:v>
                </c:pt>
                <c:pt idx="6">
                  <c:v>0.45</c:v>
                </c:pt>
                <c:pt idx="7">
                  <c:v>2.11</c:v>
                </c:pt>
                <c:pt idx="8">
                  <c:v>-0.48</c:v>
                </c:pt>
                <c:pt idx="9">
                  <c:v>28.44</c:v>
                </c:pt>
                <c:pt idx="10">
                  <c:v>44.68</c:v>
                </c:pt>
                <c:pt idx="11">
                  <c:v>-17.78</c:v>
                </c:pt>
                <c:pt idx="12">
                  <c:v>-9.0500000000000007</c:v>
                </c:pt>
                <c:pt idx="13">
                  <c:v>-41.12</c:v>
                </c:pt>
                <c:pt idx="15">
                  <c:v>0.89</c:v>
                </c:pt>
                <c:pt idx="16">
                  <c:v>6.27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160-4ED4-8A58-F17CEE7FB84D}"/>
            </c:ext>
          </c:extLst>
        </c:ser>
        <c:ser>
          <c:idx val="6"/>
          <c:order val="6"/>
          <c:tx>
            <c:v>2025</c:v>
          </c:tx>
          <c:spPr>
            <a:solidFill>
              <a:srgbClr val="2E3E80"/>
            </a:solidFill>
            <a:ln>
              <a:noFill/>
            </a:ln>
          </c:spPr>
          <c:invertIfNegative val="1"/>
          <c:cat>
            <c:strRef>
              <c:f>Fig5_Capture!$A$2:$A$18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Fig5_Capture!$H$2:$H$18</c:f>
              <c:numCache>
                <c:formatCode>General</c:formatCode>
                <c:ptCount val="17"/>
                <c:pt idx="1">
                  <c:v>16.68</c:v>
                </c:pt>
                <c:pt idx="2">
                  <c:v>25.12</c:v>
                </c:pt>
                <c:pt idx="3">
                  <c:v>23.59</c:v>
                </c:pt>
                <c:pt idx="4">
                  <c:v>3.92</c:v>
                </c:pt>
                <c:pt idx="5">
                  <c:v>3.94</c:v>
                </c:pt>
                <c:pt idx="6">
                  <c:v>1.1499999999999999</c:v>
                </c:pt>
                <c:pt idx="7">
                  <c:v>3.96</c:v>
                </c:pt>
                <c:pt idx="8">
                  <c:v>1.06</c:v>
                </c:pt>
                <c:pt idx="9">
                  <c:v>27.45</c:v>
                </c:pt>
                <c:pt idx="10">
                  <c:v>45.52</c:v>
                </c:pt>
                <c:pt idx="11">
                  <c:v>-13.4</c:v>
                </c:pt>
                <c:pt idx="12">
                  <c:v>-4.24</c:v>
                </c:pt>
                <c:pt idx="13">
                  <c:v>-48.44</c:v>
                </c:pt>
                <c:pt idx="15">
                  <c:v>1.71</c:v>
                </c:pt>
                <c:pt idx="16">
                  <c:v>7.22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160-4ED4-8A58-F17CEE7FB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% vs base</a:t>
                </a:r>
              </a:p>
            </c:rich>
          </c:tx>
          <c:overlay val="1"/>
        </c:title>
        <c:numFmt formatCode="#,##0&quot;%&quot;;(#,##0&quot;%&quot;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2019</c:v>
          </c:tx>
          <c:spPr>
            <a:solidFill>
              <a:srgbClr val="9AA5B1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Fig9_Capacity!$B$2:$B$18</c:f>
              <c:numCache>
                <c:formatCode>General</c:formatCode>
                <c:ptCount val="17"/>
                <c:pt idx="0">
                  <c:v>9516</c:v>
                </c:pt>
                <c:pt idx="1">
                  <c:v>21205</c:v>
                </c:pt>
                <c:pt idx="2">
                  <c:v>25293</c:v>
                </c:pt>
                <c:pt idx="3">
                  <c:v>31745</c:v>
                </c:pt>
                <c:pt idx="4">
                  <c:v>4356</c:v>
                </c:pt>
                <c:pt idx="5">
                  <c:v>7782.1</c:v>
                </c:pt>
                <c:pt idx="6">
                  <c:v>1707</c:v>
                </c:pt>
                <c:pt idx="7">
                  <c:v>41.8</c:v>
                </c:pt>
                <c:pt idx="8">
                  <c:v>4007.9</c:v>
                </c:pt>
                <c:pt idx="9">
                  <c:v>1309</c:v>
                </c:pt>
                <c:pt idx="10">
                  <c:v>9422</c:v>
                </c:pt>
                <c:pt idx="11">
                  <c:v>52945.599999999999</c:v>
                </c:pt>
                <c:pt idx="12">
                  <c:v>6393</c:v>
                </c:pt>
                <c:pt idx="13">
                  <c:v>45435</c:v>
                </c:pt>
                <c:pt idx="14">
                  <c:v>0</c:v>
                </c:pt>
                <c:pt idx="15">
                  <c:v>444.6</c:v>
                </c:pt>
                <c:pt idx="16">
                  <c:v>1235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5D-4ABF-AEE5-7FDE830A9B26}"/>
            </c:ext>
          </c:extLst>
        </c:ser>
        <c:ser>
          <c:idx val="1"/>
          <c:order val="1"/>
          <c:tx>
            <c:v>2020</c:v>
          </c:tx>
          <c:spPr>
            <a:solidFill>
              <a:srgbClr val="8A1E41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Fig9_Capacity!$C$2:$C$18</c:f>
              <c:numCache>
                <c:formatCode>General</c:formatCode>
                <c:ptCount val="17"/>
                <c:pt idx="0">
                  <c:v>8114</c:v>
                </c:pt>
                <c:pt idx="1">
                  <c:v>21067</c:v>
                </c:pt>
                <c:pt idx="2">
                  <c:v>22458.400000000001</c:v>
                </c:pt>
                <c:pt idx="3">
                  <c:v>31793.1</c:v>
                </c:pt>
                <c:pt idx="4">
                  <c:v>4372.5</c:v>
                </c:pt>
                <c:pt idx="5">
                  <c:v>8033.6</c:v>
                </c:pt>
                <c:pt idx="6">
                  <c:v>1681.6</c:v>
                </c:pt>
                <c:pt idx="7">
                  <c:v>47.5</c:v>
                </c:pt>
                <c:pt idx="8">
                  <c:v>3994.7</c:v>
                </c:pt>
                <c:pt idx="9">
                  <c:v>1308.5</c:v>
                </c:pt>
                <c:pt idx="10">
                  <c:v>9421.5</c:v>
                </c:pt>
                <c:pt idx="11">
                  <c:v>53338.2</c:v>
                </c:pt>
                <c:pt idx="12">
                  <c:v>7503.7</c:v>
                </c:pt>
                <c:pt idx="13">
                  <c:v>48376.4</c:v>
                </c:pt>
                <c:pt idx="14">
                  <c:v>0</c:v>
                </c:pt>
                <c:pt idx="15">
                  <c:v>407.5</c:v>
                </c:pt>
                <c:pt idx="16">
                  <c:v>1557.8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5D-4ABF-AEE5-7FDE830A9B26}"/>
            </c:ext>
          </c:extLst>
        </c:ser>
        <c:ser>
          <c:idx val="2"/>
          <c:order val="2"/>
          <c:tx>
            <c:v>2021</c:v>
          </c:tx>
          <c:spPr>
            <a:solidFill>
              <a:srgbClr val="CC9F53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Fig9_Capacity!$D$2:$D$18</c:f>
              <c:numCache>
                <c:formatCode>General</c:formatCode>
                <c:ptCount val="17"/>
                <c:pt idx="0">
                  <c:v>8114</c:v>
                </c:pt>
                <c:pt idx="1">
                  <c:v>20487</c:v>
                </c:pt>
                <c:pt idx="2">
                  <c:v>23499.4</c:v>
                </c:pt>
                <c:pt idx="3">
                  <c:v>32038.2</c:v>
                </c:pt>
                <c:pt idx="4">
                  <c:v>4184.3999999999996</c:v>
                </c:pt>
                <c:pt idx="5">
                  <c:v>8447.1</c:v>
                </c:pt>
                <c:pt idx="6">
                  <c:v>1660.6</c:v>
                </c:pt>
                <c:pt idx="7">
                  <c:v>43.9</c:v>
                </c:pt>
                <c:pt idx="8">
                  <c:v>3838.8</c:v>
                </c:pt>
                <c:pt idx="9">
                  <c:v>1308.5</c:v>
                </c:pt>
                <c:pt idx="10">
                  <c:v>9421.5</c:v>
                </c:pt>
                <c:pt idx="11">
                  <c:v>54666.2</c:v>
                </c:pt>
                <c:pt idx="12">
                  <c:v>7773.8</c:v>
                </c:pt>
                <c:pt idx="13">
                  <c:v>53537.9</c:v>
                </c:pt>
                <c:pt idx="14">
                  <c:v>0</c:v>
                </c:pt>
                <c:pt idx="15">
                  <c:v>420.3</c:v>
                </c:pt>
                <c:pt idx="16">
                  <c:v>1638.8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5D-4ABF-AEE5-7FDE830A9B26}"/>
            </c:ext>
          </c:extLst>
        </c:ser>
        <c:ser>
          <c:idx val="3"/>
          <c:order val="3"/>
          <c:tx>
            <c:v>2022</c:v>
          </c:tx>
          <c:spPr>
            <a:solidFill>
              <a:srgbClr val="3D664A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Fig9_Capacity!$E$2:$E$18</c:f>
              <c:numCache>
                <c:formatCode>General</c:formatCode>
                <c:ptCount val="17"/>
                <c:pt idx="0">
                  <c:v>4056</c:v>
                </c:pt>
                <c:pt idx="1">
                  <c:v>18544.3</c:v>
                </c:pt>
                <c:pt idx="2">
                  <c:v>18829.5</c:v>
                </c:pt>
                <c:pt idx="3">
                  <c:v>30648.7</c:v>
                </c:pt>
                <c:pt idx="4">
                  <c:v>3966.3</c:v>
                </c:pt>
                <c:pt idx="5">
                  <c:v>8378.9</c:v>
                </c:pt>
                <c:pt idx="6">
                  <c:v>1619.5</c:v>
                </c:pt>
                <c:pt idx="7">
                  <c:v>50.9</c:v>
                </c:pt>
                <c:pt idx="8">
                  <c:v>3684.5</c:v>
                </c:pt>
                <c:pt idx="9">
                  <c:v>1309</c:v>
                </c:pt>
                <c:pt idx="10">
                  <c:v>9379.2000000000007</c:v>
                </c:pt>
                <c:pt idx="11">
                  <c:v>55456.3</c:v>
                </c:pt>
                <c:pt idx="12">
                  <c:v>7786.8</c:v>
                </c:pt>
                <c:pt idx="13">
                  <c:v>58002.3</c:v>
                </c:pt>
                <c:pt idx="14">
                  <c:v>0</c:v>
                </c:pt>
                <c:pt idx="15">
                  <c:v>352.4</c:v>
                </c:pt>
                <c:pt idx="16">
                  <c:v>1678.8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E5D-4ABF-AEE5-7FDE830A9B26}"/>
            </c:ext>
          </c:extLst>
        </c:ser>
        <c:ser>
          <c:idx val="4"/>
          <c:order val="4"/>
          <c:tx>
            <c:v>2023</c:v>
          </c:tx>
          <c:spPr>
            <a:solidFill>
              <a:srgbClr val="ACBFB7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Fig9_Capacity!$F$2:$F$18</c:f>
              <c:numCache>
                <c:formatCode>General</c:formatCode>
                <c:ptCount val="17"/>
                <c:pt idx="0">
                  <c:v>4056</c:v>
                </c:pt>
                <c:pt idx="1">
                  <c:v>17692</c:v>
                </c:pt>
                <c:pt idx="2">
                  <c:v>18559</c:v>
                </c:pt>
                <c:pt idx="3">
                  <c:v>33135</c:v>
                </c:pt>
                <c:pt idx="4">
                  <c:v>4083</c:v>
                </c:pt>
                <c:pt idx="5">
                  <c:v>8513.7999999999993</c:v>
                </c:pt>
                <c:pt idx="6">
                  <c:v>1933</c:v>
                </c:pt>
                <c:pt idx="7">
                  <c:v>55.6</c:v>
                </c:pt>
                <c:pt idx="8">
                  <c:v>3737.2</c:v>
                </c:pt>
                <c:pt idx="9">
                  <c:v>1345</c:v>
                </c:pt>
                <c:pt idx="10">
                  <c:v>9379</c:v>
                </c:pt>
                <c:pt idx="11">
                  <c:v>57741.599999999999</c:v>
                </c:pt>
                <c:pt idx="12">
                  <c:v>8128.8</c:v>
                </c:pt>
                <c:pt idx="13">
                  <c:v>63366</c:v>
                </c:pt>
                <c:pt idx="14">
                  <c:v>0</c:v>
                </c:pt>
                <c:pt idx="15">
                  <c:v>384.2</c:v>
                </c:pt>
                <c:pt idx="16">
                  <c:v>1706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E5D-4ABF-AEE5-7FDE830A9B26}"/>
            </c:ext>
          </c:extLst>
        </c:ser>
        <c:ser>
          <c:idx val="5"/>
          <c:order val="5"/>
          <c:tx>
            <c:v>2024</c:v>
          </c:tx>
          <c:spPr>
            <a:solidFill>
              <a:srgbClr val="5FA1AD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Fig9_Capacity!$G$2:$G$18</c:f>
              <c:numCache>
                <c:formatCode>General</c:formatCode>
                <c:ptCount val="17"/>
                <c:pt idx="1">
                  <c:v>18365</c:v>
                </c:pt>
                <c:pt idx="2">
                  <c:v>18411</c:v>
                </c:pt>
                <c:pt idx="3">
                  <c:v>37584</c:v>
                </c:pt>
                <c:pt idx="4">
                  <c:v>4118</c:v>
                </c:pt>
                <c:pt idx="5">
                  <c:v>8659.5</c:v>
                </c:pt>
                <c:pt idx="6">
                  <c:v>1832</c:v>
                </c:pt>
                <c:pt idx="7">
                  <c:v>54</c:v>
                </c:pt>
                <c:pt idx="8">
                  <c:v>3752.8</c:v>
                </c:pt>
                <c:pt idx="9">
                  <c:v>1392</c:v>
                </c:pt>
                <c:pt idx="10">
                  <c:v>9449</c:v>
                </c:pt>
                <c:pt idx="11">
                  <c:v>60048.6</c:v>
                </c:pt>
                <c:pt idx="12">
                  <c:v>8456</c:v>
                </c:pt>
                <c:pt idx="13">
                  <c:v>77015.600000000006</c:v>
                </c:pt>
                <c:pt idx="14">
                  <c:v>0</c:v>
                </c:pt>
                <c:pt idx="15">
                  <c:v>356.4</c:v>
                </c:pt>
                <c:pt idx="16">
                  <c:v>1630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E5D-4ABF-AEE5-7FDE830A9B26}"/>
            </c:ext>
          </c:extLst>
        </c:ser>
        <c:ser>
          <c:idx val="6"/>
          <c:order val="6"/>
          <c:tx>
            <c:v>2025</c:v>
          </c:tx>
          <c:spPr>
            <a:solidFill>
              <a:srgbClr val="2E3E80"/>
            </a:solidFill>
            <a:ln>
              <a:noFill/>
            </a:ln>
          </c:spPr>
          <c:invertIfNegative val="1"/>
          <c:cat>
            <c:strRef>
              <c:f>Fig9_Capacity!$A$2:$A$18</c:f>
              <c:strCache>
                <c:ptCount val="17"/>
                <c:pt idx="0">
                  <c:v>Nuclear</c:v>
                </c:pt>
                <c:pt idx="1">
                  <c:v>Lignite</c:v>
                </c:pt>
                <c:pt idx="2">
                  <c:v>Hard coal</c:v>
                </c:pt>
                <c:pt idx="3">
                  <c:v>Gas</c:v>
                </c:pt>
                <c:pt idx="4">
                  <c:v>Oil &amp; other fossil</c:v>
                </c:pt>
                <c:pt idx="5">
                  <c:v>Biomass</c:v>
                </c:pt>
                <c:pt idx="6">
                  <c:v>Waste</c:v>
                </c:pt>
                <c:pt idx="7">
                  <c:v>Geothermal</c:v>
                </c:pt>
                <c:pt idx="8">
                  <c:v>Hydro run-of-river</c:v>
                </c:pt>
                <c:pt idx="9">
                  <c:v>Hydro reservoir</c:v>
                </c:pt>
                <c:pt idx="10">
                  <c:v>Hydro pumped (production)</c:v>
                </c:pt>
                <c:pt idx="11">
                  <c:v>Onshore wind</c:v>
                </c:pt>
                <c:pt idx="12">
                  <c:v>Offshore wind</c:v>
                </c:pt>
                <c:pt idx="13">
                  <c:v>Solar</c:v>
                </c:pt>
                <c:pt idx="14">
                  <c:v>Marine</c:v>
                </c:pt>
                <c:pt idx="15">
                  <c:v>Other renewable</c:v>
                </c:pt>
                <c:pt idx="16">
                  <c:v>Other</c:v>
                </c:pt>
              </c:strCache>
            </c:strRef>
          </c:cat>
          <c:val>
            <c:numRef>
              <c:f>Fig9_Capacity!$H$2:$H$18</c:f>
              <c:numCache>
                <c:formatCode>General</c:formatCode>
                <c:ptCount val="17"/>
                <c:pt idx="1">
                  <c:v>15178</c:v>
                </c:pt>
                <c:pt idx="2">
                  <c:v>15951</c:v>
                </c:pt>
                <c:pt idx="3">
                  <c:v>38596.6</c:v>
                </c:pt>
                <c:pt idx="4">
                  <c:v>6913.8</c:v>
                </c:pt>
                <c:pt idx="5">
                  <c:v>8851</c:v>
                </c:pt>
                <c:pt idx="6">
                  <c:v>1887</c:v>
                </c:pt>
                <c:pt idx="7">
                  <c:v>46</c:v>
                </c:pt>
                <c:pt idx="8">
                  <c:v>3923</c:v>
                </c:pt>
                <c:pt idx="9">
                  <c:v>1459.8</c:v>
                </c:pt>
                <c:pt idx="10">
                  <c:v>9383.7999999999993</c:v>
                </c:pt>
                <c:pt idx="11">
                  <c:v>63403.199999999997</c:v>
                </c:pt>
                <c:pt idx="12">
                  <c:v>9215</c:v>
                </c:pt>
                <c:pt idx="13">
                  <c:v>86951.6</c:v>
                </c:pt>
                <c:pt idx="14">
                  <c:v>0</c:v>
                </c:pt>
                <c:pt idx="15">
                  <c:v>399.7</c:v>
                </c:pt>
                <c:pt idx="16">
                  <c:v>13287.5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2E5D-4ABF-AEE5-7FDE830A9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A3971-7D22-97D5-A808-29A758691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FA52A-1408-A147-3723-D48C9A38F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E3229CC7-AA8B-DB45-A3C3-9DD4DDF2BC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0025-BC5A-0081-34F6-1510EF22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3E6-8BEE-C60B-7012-3C02717A17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67E2A253-F2F6-4644-8ED2-370B3417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14A47964-A2B0-4C6B-9BEE-FBE15433DD2E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7938"/>
            <a:ext cx="4991100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5" tIns="49523" rIns="99045" bIns="495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C1124D90-D863-46EE-9F99-CA91DD1F74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7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9.svg"/><Relationship Id="rId13" Type="http://schemas.openxmlformats.org/officeDocument/2006/relationships/image" Target="../media/image1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900" y="3258849"/>
            <a:ext cx="6516688" cy="682222"/>
          </a:xfrm>
        </p:spPr>
        <p:txBody>
          <a:bodyPr anchor="b"/>
          <a:lstStyle>
            <a:lvl1pPr algn="l">
              <a:spcBef>
                <a:spcPts val="0"/>
              </a:spcBef>
              <a:defRPr sz="2400">
                <a:solidFill>
                  <a:srgbClr val="1C355E"/>
                </a:solidFill>
              </a:defRPr>
            </a:lvl1pPr>
          </a:lstStyle>
          <a:p>
            <a:r>
              <a:rPr lang="en-US" dirty="0"/>
              <a:t>Enter cover title</a:t>
            </a:r>
          </a:p>
        </p:txBody>
      </p:sp>
      <p:sp>
        <p:nvSpPr>
          <p:cNvPr id="3" name="Subtit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6900" y="3986336"/>
            <a:ext cx="6516688" cy="505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rgbClr val="1C355E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cover subtitle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lIns="0" tIns="0" rIns="0" bIns="0" rtlCol="0" anchor="t"/>
          <a:lstStyle>
            <a:lvl1pPr>
              <a:defRPr lang="en-GB" sz="100">
                <a:solidFill>
                  <a:schemeClr val="bg1"/>
                </a:solidFill>
              </a:defRPr>
            </a:lvl1pPr>
          </a:lstStyle>
          <a:p>
            <a:pPr algn="l"/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3CE75B-42F3-40DE-B05F-6C9A1686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1" y="4637564"/>
            <a:ext cx="3435350" cy="246221"/>
          </a:xfrm>
        </p:spPr>
        <p:txBody>
          <a:bodyPr anchor="ctr"/>
          <a:lstStyle>
            <a:lvl1pPr>
              <a:defRPr sz="1000" b="0">
                <a:solidFill>
                  <a:srgbClr val="1C355E"/>
                </a:solidFill>
              </a:defRPr>
            </a:lvl1pPr>
          </a:lstStyle>
          <a:p>
            <a:pPr lvl="0"/>
            <a:r>
              <a:rPr lang="en-US" dirty="0"/>
              <a:t>Date (DD MMMM YYYY)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E84961-548B-4F96-9149-F623FD56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512" y="6524625"/>
            <a:ext cx="4319587" cy="1807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 algn="l">
              <a:defRPr lang="en-US" sz="800" b="0" cap="all" baseline="0" smtClean="0">
                <a:solidFill>
                  <a:srgbClr val="949291"/>
                </a:solidFill>
                <a:latin typeface="+mn-lt"/>
                <a:ea typeface="ＭＳ Ｐゴシック" charset="0"/>
                <a:cs typeface="Arial" charset="0"/>
              </a:defRPr>
            </a:lvl1pPr>
            <a:lvl2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2pPr>
            <a:lvl3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3pPr>
            <a:lvl4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4pPr>
            <a:lvl5pPr>
              <a:defRPr lang="en-GB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5pPr>
          </a:lstStyle>
          <a:p>
            <a:pPr lvl="0" algn="r" defTabSz="457197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Doc ref  |  Draft stamp</a:t>
            </a:r>
          </a:p>
        </p:txBody>
      </p:sp>
      <p:sp>
        <p:nvSpPr>
          <p:cNvPr id="14" name="coverNote">
            <a:extLst>
              <a:ext uri="{FF2B5EF4-FFF2-40B4-BE49-F238E27FC236}">
                <a16:creationId xmlns:a16="http://schemas.microsoft.com/office/drawing/2014/main" id="{592B6CB3-1C4E-4C0F-BB40-E5F667D377A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9993560" y="6237312"/>
            <a:ext cx="2074193" cy="620688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would like a Doc ref / Draft stamp to appear in the footer of all slides please type in the text box to the left of this reminder. It has a “</a:t>
            </a:r>
            <a:r>
              <a:rPr lang="en-GB" sz="800" dirty="0">
                <a:solidFill>
                  <a:schemeClr val="bg1"/>
                </a:solidFill>
              </a:rPr>
              <a:t> </a:t>
            </a: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entered to hide it.</a:t>
            </a:r>
          </a:p>
        </p:txBody>
      </p:sp>
      <p:sp>
        <p:nvSpPr>
          <p:cNvPr id="7" name="coverNote">
            <a:extLst>
              <a:ext uri="{FF2B5EF4-FFF2-40B4-BE49-F238E27FC236}">
                <a16:creationId xmlns:a16="http://schemas.microsoft.com/office/drawing/2014/main" id="{056EF686-440D-EE9D-AA7E-A072CF33D332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-2263140" y="0"/>
            <a:ext cx="2161541" cy="516835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layout with image placeholder is available in your UpSlide library.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4FCB-AEBD-5091-5B47-F4F2A4CCB89D}"/>
              </a:ext>
            </a:extLst>
          </p:cNvPr>
          <p:cNvSpPr txBox="1"/>
          <p:nvPr userDrawn="1"/>
        </p:nvSpPr>
        <p:spPr>
          <a:xfrm>
            <a:off x="3128211" y="353728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en-US" sz="1000" dirty="0"/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96413A95-DF02-4A71-4CF1-B38483D079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900" y="5943202"/>
            <a:ext cx="3018837" cy="5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8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  </a:t>
            </a:r>
            <a:fld id="{355F9927-066A-4E42-B902-7FE3DF2732F9}" type="slidenum">
              <a:rPr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6531B0-E8F3-6C05-A362-9174BF854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52630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79105B2-64CF-9B79-351B-9334B5F3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675228-B685-4316-B1EB-E41C9CC53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F842C-61AE-47FC-AE1E-E31B21B8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DB5AC-D725-AA95-5769-1E3D618EE6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D2118A-9328-CD73-CCEC-112696F01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BB701559-3103-87F8-A57D-8470DD7A82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59D3D-9BCC-4E84-B3EB-3645AE660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24A5-0B65-4D03-BBA8-32F4DBBDC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5318B3-A0B6-AB70-1A31-20AB9A606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0797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7FC393C3-4E69-A191-246A-3B291C34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63F73-2641-4C93-B27C-8D097429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8BA7-F04D-49EF-BC55-374B4C90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687D9-5D34-4D51-B438-E9C4E7000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984069-F0C3-08A9-A8CD-D0270ECE5B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5752-70A5-28E0-CB85-1501F70E4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D485F2B4-80F6-CDCD-F307-ED198F4C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7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EF74A-2885-4B5D-806D-A158FB07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4987-C73D-472E-A4CD-1A9A5ABC2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78BAD0-DAD2-43A0-A24A-2C0B0D68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01D122-69B9-0C98-CE2D-FAA13AF07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79403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2C7E6F9F-ABA7-FEE8-59A0-4886325D3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337C1-657C-4DD6-BF3E-1E347894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17191-6CD0-434A-B8EE-849418BAD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3E21CA-4627-4FCD-AF28-88EC96C2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21A29A-BD09-4AE7-9F4F-9DBA4918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CB82-8A59-411E-B56A-1DEA8C4F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BFC6BE8-FA0D-7833-DA5B-1897E966A4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8075EDB-52E7-E62E-9065-4DF5A97D0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AE2E9-3964-44AA-87D0-CED6A9F5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81DC-FFCB-418B-862B-A4E7276E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A1AAAF-7652-46F6-9FE6-7A5B6048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F13518-E87A-4A9B-AB83-582D7C68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CE30E8-024E-47A0-B978-B07C9D00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439EB58-D36C-AFFC-2BEB-8E0B13BC4C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860" y="634974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D70B1C6-B045-1497-8040-943ECE122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3AE48-BFC3-4C89-9090-A98B4BF7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DA9F-65DF-426F-B7DB-BE63B59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1FCE0-12F6-4C89-BCBF-41E302C5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FFDF86-131C-43A3-A6DE-6EF2A307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5EA0B5-80DA-49F4-9534-09045620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768D74F-ACEF-4475-A2FF-BEC3D80B9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0E607F0-123F-4ED6-A97C-249841E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3330C1-1FFC-EAB3-0C8E-F1A1908F91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5C147A78-202A-BCD9-6051-1660AD6AB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CD8939-E74C-4C61-9EB2-2E2060868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4E73-7EA4-4965-82F7-DF9BCCCE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3ECA5-1958-4EE7-915B-DEE4029B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6AFAE8A-70CF-4456-8EB6-DC5013E7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D1BA22-40E3-4504-AE52-27AA4CEC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500DD2-70AE-4CAB-BE22-ADFEC470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CD1CCF-C581-4A24-8F48-DADD5AF14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02AA38-E107-4F83-9342-12B5C179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FF31423-14D5-406A-AA82-FDF73656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73C0B-DEB9-448A-8B59-11CE81AB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10595D3-0ACB-BE27-16B2-9558E73E62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1C57C824-0DAB-1E6B-F937-B49532F8D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E1DAC-E714-4CBD-9EB9-40E41D7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FCF8E-E627-4033-8604-79F94EE1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E025F-B57E-432E-8534-63A51DD4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D571873-1538-4AF0-BFF8-758374BB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E30A64-D31A-4508-9AB3-A07258D7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168E2C-6F18-41F7-A883-E57DC633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ED67BDD-6FC3-4457-97E3-DF72048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79ABF62-DD35-4513-AC42-B66BA8205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6C4C3DA-714B-44B2-AA6E-79586C6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ADDAF-BEB0-4BC1-9EB7-59694D4F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27B679D-9DB5-B7A9-6B2F-212E1D05BD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46AA46E6-2FA4-833D-DA11-23733CABA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65DEF2-C4A4-4625-9FD6-F1B6A73C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13FC-4F2A-4988-9A03-22EA33C5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15A444-F836-44AF-9119-7CE11C31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FEA805D-85EA-462D-A800-91F71D6C8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C70678-8FE8-4F6B-93A2-7FA113FF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194F44E-0DE5-4278-BB66-EA7D2ABC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B5BB31-D087-4EDA-B9E6-B9562A41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CC55D-A445-491F-99D0-31D3EBBD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29B266A-FD09-4340-8C58-C14A9223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C041F-C2FD-421F-85BC-3A9F2931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9B5AB8-6E81-4BF1-8E75-627AF7A5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C35460-4A3B-4C42-99EC-AAB40397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F067E11-FD10-4FC5-BFB5-FE9D29D8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D9562E5-68D5-487C-BC09-DC26177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959695-BA18-53A2-6499-AC8A088CD6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6D2331A-D178-39C2-CD35-7BF62082A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B84FA-7B49-423F-A6ED-F2E906236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203E44-10A8-A2E5-51BC-9FE9A19CB6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9191E33-1DFB-DA63-3B9A-6FE98E8A5B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6E55F-40A5-4A92-A896-CE8B300E7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5241B28-BDFA-555A-C72A-A9DFC3BA1CF1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-2263140" y="0"/>
            <a:ext cx="2161541" cy="923924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divider with a background image can be found in UpSlide’s library.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DF89B-CF86-AE89-6EED-87ED5AC5A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3FE0A2-E92C-FF6B-FCB6-C647BCCD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36708" y="398085"/>
            <a:ext cx="308675" cy="407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A81D39E-2A79-7B41-5C59-01D62DFFC9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24072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Calluna" panose="00000500000000000000" pitchFamily="50" charset="0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7B6A-DAFF-4C6A-BAC3-7E7175A1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68B1424-0733-CF88-37D9-19D4D6D50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04005-99E1-443B-E817-FC8B41F9F832}"/>
              </a:ext>
            </a:extLst>
          </p:cNvPr>
          <p:cNvGrpSpPr/>
          <p:nvPr userDrawn="1"/>
        </p:nvGrpSpPr>
        <p:grpSpPr>
          <a:xfrm>
            <a:off x="-2247800" y="2533650"/>
            <a:ext cx="2146201" cy="2251605"/>
            <a:chOff x="-2247800" y="2533650"/>
            <a:chExt cx="2146201" cy="2251605"/>
          </a:xfrm>
        </p:grpSpPr>
        <p:sp>
          <p:nvSpPr>
            <p:cNvPr id="7" name="coverNote">
              <a:extLst>
                <a:ext uri="{FF2B5EF4-FFF2-40B4-BE49-F238E27FC236}">
                  <a16:creationId xmlns:a16="http://schemas.microsoft.com/office/drawing/2014/main" id="{D1ACF407-6313-154D-BB62-EAA66DDDDE9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247800" y="2533650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add additional Appendix items copy this slide or insert additional Subsections within a non-numbered, appendix section.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714A7-C36D-6BEA-BC90-6C6128D5B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03784" y="3195135"/>
              <a:ext cx="1512168" cy="928635"/>
            </a:xfrm>
            <a:prstGeom prst="rect">
              <a:avLst/>
            </a:prstGeom>
          </p:spPr>
        </p:pic>
        <p:sp>
          <p:nvSpPr>
            <p:cNvPr id="12" name="coverNote">
              <a:extLst>
                <a:ext uri="{FF2B5EF4-FFF2-40B4-BE49-F238E27FC236}">
                  <a16:creationId xmlns:a16="http://schemas.microsoft.com/office/drawing/2014/main" id="{079A125B-0C57-74D0-1BE0-5E3074F7527E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-2247800" y="4249945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use subsections in regular sections, please use the Layout dropdown to change layout to Divider.</a:t>
              </a:r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EC284A9E-6FC3-A367-ED76-E1EF2BD9BA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1161D-424A-49BA-BC6E-D21CDDC5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812335A-D849-08C1-0844-D8390F4E1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3C17BB-47AB-482D-B27E-69B3A7362F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496" y="6328627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CCED-AD51-447C-B9F1-46F4294B1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21BC057-58F6-4D17-A7BE-9BD017FB31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E9BF6-187F-47AD-B55E-AD5466CFD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9AA5-8E4D-472D-A18F-CA35104DD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38CACE-E935-35BC-2F37-E3E769DA89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05ECB-CFBD-4CD8-8C18-E97118B0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FD3D385D-49BD-4309-AEDE-2F70D4B9DF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8FC76-90BC-4867-9F9F-14890DFF4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C2F1127E-D46F-38FB-C100-4232BB75771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7F38-E0ED-4EA3-B11F-25E74C0B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C893C14-7043-4674-8298-0F454451A5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0AD2-1752-4606-819D-1E342D4E5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14E77DA3-9ECA-B26F-5ED5-BAE671765C8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91200-F247-4774-849E-7797BECF1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CD0315D0-7725-40D3-8335-B1A1A8C55F5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7FB27-8523-40B5-932F-0FE9C622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0B883-E2DF-41A2-9172-6EFBD63C0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BA8353F-3AD3-0095-1CDA-FDFC622BF3C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C4CB-066B-40AD-B612-141622B6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A73119E0-0525-429C-99D3-930482D774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183E-1D53-4807-B7D1-18738113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24F21-C576-47F1-B93E-4F278E8D2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7C7E029-1F56-AE0F-6865-13C7B9A555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697D60-5DC8-7E05-0D41-3B80C82EBEF3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21E40-CC2E-30F5-30E7-7329EC50577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83B42-4FAF-DC48-B6B7-03A0924AB93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Reminder">
            <a:extLst>
              <a:ext uri="{FF2B5EF4-FFF2-40B4-BE49-F238E27FC236}">
                <a16:creationId xmlns:a16="http://schemas.microsoft.com/office/drawing/2014/main" id="{5D4CC9AC-79A6-441F-8502-8DB505CA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24644"/>
            <a:ext cx="8712200" cy="14401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7F7F7F"/>
                </a:solidFill>
              </a:defRPr>
            </a:lvl1pPr>
          </a:lstStyle>
          <a:p>
            <a:r>
              <a:rPr lang="en-GB" sz="800" cap="all" baseline="0" dirty="0">
                <a:solidFill>
                  <a:srgbClr val="949291"/>
                </a:solidFill>
                <a:latin typeface="+mn-lt"/>
                <a:cs typeface="Arial" panose="020B0604020202020204" pitchFamily="34" charset="0"/>
              </a:rPr>
              <a:t>&lt;%SECTIONNUM%&gt;&lt;%DOTIFSECNUM%&gt;&lt;%SPACEIFSECNUM%&gt;&lt;%SECTIONNAME%&gt;&lt;%SPACEIFINSUBSEC%&gt;&lt;%TIRETIFINSUBSEC%&gt;&lt;%SPACEIFINSUBSEC%&gt;&lt;%SUBSECTIONNUM%&gt;&lt;%DOTIFSUBSECNUM%&gt;&lt;%SPACEIFINSUBSEC%&gt;&lt;%SUBSECTIONNAME%&gt;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3BA9E-27CD-8496-9642-61E8112E87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theme" Target="../theme/theme2.xml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459500"/>
            <a:ext cx="8712199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2649" y="6524625"/>
            <a:ext cx="3995935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>
              <a:defRPr lang="en-GB" sz="800" cap="all" baseline="0" smtClean="0">
                <a:solidFill>
                  <a:srgbClr val="949291"/>
                </a:solidFill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ROTHSCHILD &amp; CO REDBURN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lineSeparator">
            <a:extLst>
              <a:ext uri="{FF2B5EF4-FFF2-40B4-BE49-F238E27FC236}">
                <a16:creationId xmlns:a16="http://schemas.microsoft.com/office/drawing/2014/main" id="{541AD157-819E-45EB-0D99-085FFE65C550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A563918F-D421-BFEF-E2E1-F7AE9D02867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8594B-76B2-B991-E732-F3B5E31DA7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1" r:id="rId3"/>
    <p:sldLayoutId id="2147483679" r:id="rId4"/>
    <p:sldLayoutId id="2147483702" r:id="rId5"/>
    <p:sldLayoutId id="2147483681" r:id="rId6"/>
    <p:sldLayoutId id="2147483682" r:id="rId7"/>
    <p:sldLayoutId id="2147483684" r:id="rId8"/>
    <p:sldLayoutId id="2147483687" r:id="rId9"/>
    <p:sldLayoutId id="2147483683" r:id="rId10"/>
    <p:sldLayoutId id="2147483688" r:id="rId11"/>
    <p:sldLayoutId id="2147483689" r:id="rId12"/>
    <p:sldLayoutId id="2147483662" r:id="rId13"/>
    <p:sldLayoutId id="2147483690" r:id="rId14"/>
    <p:sldLayoutId id="2147483694" r:id="rId15"/>
    <p:sldLayoutId id="2147483691" r:id="rId16"/>
    <p:sldLayoutId id="2147483693" r:id="rId17"/>
    <p:sldLayoutId id="2147483698" r:id="rId18"/>
    <p:sldLayoutId id="2147483695" r:id="rId19"/>
    <p:sldLayoutId id="2147483696" r:id="rId20"/>
    <p:sldLayoutId id="2147483699" r:id="rId21"/>
    <p:sldLayoutId id="2147483697" r:id="rId22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Calluna" panose="00000500000000000000" pitchFamily="50" charset="0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25B5B-E5DF-42AD-992C-80BBF8B4BB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2E3E80"/>
                </a:solidFill>
                <a:latin typeface="Calluna"/>
              </a:rPr>
              <a:t>Hourly Power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E3E80"/>
                </a:solidFill>
                <a:latin typeface="Calluna"/>
              </a:rPr>
              <a:t>European wholesale power — prices, generation &amp; capacity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200" b="0">
                <a:latin typeface="Arial"/>
              </a:rPr>
              <a:t>17 July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900" b="0">
                <a:solidFill>
                  <a:srgbClr val="9A9A9A"/>
                </a:solidFill>
                <a:latin typeface="Arial"/>
              </a:rPr>
              <a:t>ENTSO-E hourly data · auto-linked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Annual volatility and the incidence of negative prices across the five markets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Price volatility &amp; negative-price hours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volatility: annual SD of hourly day-ahead price (€/MWh)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Negative-price hours per year, by country</a:t>
            </a:r>
          </a:p>
        </p:txBody>
      </p:sp>
      <p:graphicFrame>
        <p:nvGraphicFramePr>
          <p:cNvPr id="7" name="Chart 1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2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negative-hour incidence builds through the year, and the daily price range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Negative &amp; extreme prices in detail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Cumulative near-negative-price hours through the year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Daily minimum vs maximum price (Germany, 2024)</a:t>
            </a:r>
          </a:p>
        </p:txBody>
      </p:sp>
      <p:graphicFrame>
        <p:nvGraphicFramePr>
          <p:cNvPr id="7" name="Chart 3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4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profile by year, and the full price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&amp; price duration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price shape by year, indexed to daily mean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duration curves by year (Portugal)</a:t>
            </a:r>
          </a:p>
        </p:txBody>
      </p:sp>
      <p:graphicFrame>
        <p:nvGraphicFramePr>
          <p:cNvPr id="7" name="Chart 5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6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Hourly generation by technology, with the wholesale price overlaid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generation mix &amp; price (Portugal, 2024)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generation mix and price (Portugal, 2024)</a:t>
            </a:r>
          </a:p>
        </p:txBody>
      </p:sp>
      <p:graphicFrame>
        <p:nvGraphicFramePr>
          <p:cNvPr id="6" name="Chart 7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each technology's realised (capture) price compares with time-weighted baseload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 vs baseload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Capture price vs baseload by technology (Germany)</a:t>
            </a:r>
          </a:p>
        </p:txBody>
      </p:sp>
      <p:graphicFrame>
        <p:nvGraphicFramePr>
          <p:cNvPr id="6" name="Chart 8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Installed capacity by technology, 2019–2025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Installed generation capacity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Installed generation capacity by technology (Germany)</a:t>
            </a:r>
          </a:p>
        </p:txBody>
      </p:sp>
      <p:graphicFrame>
        <p:nvGraphicFramePr>
          <p:cNvPr id="6" name="Chart 9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Long - A4 - EN"/>
  <p:tag name="TEMPLATEFULLNAMETAG" val="Long - A4 - EN"/>
  <p:tag name="UPSLIDEPRINTTWOSIDES" val="TRUE"/>
  <p:tag name="UPSLIDEPRINTUSEAUTOGENERATEDFACINGPAGELAYOUT" val="TRUE"/>
  <p:tag name="UPSLIDEPRINTBLANKFACINGPAGESDESIGN" val="Rothschild and Co - UpSlide"/>
  <p:tag name="UPSLIDEPRINTFACINGPAGESLAYOUT" val="Facing Page One Box"/>
  <p:tag name="UPSLIDEPRINTBLANKFACINGPAGESLAYOUT" val="Blank"/>
  <p:tag name="TEMPLATEDETAILSTAG" val="Contents page is populated by sections, subsections and appendix items"/>
  <p:tag name="UPSLIDE" val="Gre02322_UpSLide_14-12-2017"/>
  <p:tag name="UPSLIDEVERSION" val="6.8.19.0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ReminderScriptList&gt;&#10;      &lt;ReminderScript&gt;&#10;        &lt;Key xsi:type=&quot;xsd:string&quot;&gt;Reminder26/06/2020 11:59:161505957775&lt;/Key&gt;&#10;        &lt;Value xsi:type=&quot;xsd:string&quot;&gt;&amp;lt;%SectionNum%&amp;gt;&amp;lt;%DotIfSecNum%&amp;gt;&amp;lt;%SpaceIfSecNum%&amp;gt;&amp;lt;%SectionName%&amp;gt;&amp;lt;%SpaceIfInSubSec%&amp;gt;&amp;lt;%TiretIfInSubSec%&amp;gt;&amp;lt;%SpaceIfInSubSec%&amp;gt;&amp;lt;%SubSectionNum%&amp;gt;&amp;lt;%DotIfSubSecNum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6/06/2020 11:59:161505957775"/>
  <p:tag name="TOCTEMPLATESHAPENAME" val="Section remin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 100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68DA6C6F-31CA-464D-9B79-470A4C7B2301}" vid="{52A1D1E7-A89D-47BC-A486-A30451C6F60B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68DA6C6F-31CA-464D-9B79-470A4C7B2301}" vid="{41E9502D-2D2C-4843-A3D4-C3F863F7CE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2e9ad2-38b0-4b2b-a771-3ca98dc4e31f" xsi:nil="true"/>
    <lcf76f155ced4ddcb4097134ff3c332f xmlns="e5e58b11-f745-45e3-9bae-2ebf80225d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8CE09F451044085BD20AE26165FED" ma:contentTypeVersion="16" ma:contentTypeDescription="Create a new document." ma:contentTypeScope="" ma:versionID="ea5ec3884de192e5657b873b5bc31171">
  <xsd:schema xmlns:xsd="http://www.w3.org/2001/XMLSchema" xmlns:xs="http://www.w3.org/2001/XMLSchema" xmlns:p="http://schemas.microsoft.com/office/2006/metadata/properties" xmlns:ns2="e5e58b11-f745-45e3-9bae-2ebf80225d14" xmlns:ns3="ad2e9ad2-38b0-4b2b-a771-3ca98dc4e31f" targetNamespace="http://schemas.microsoft.com/office/2006/metadata/properties" ma:root="true" ma:fieldsID="5d50d7807bd054a330dd5096dacbba96" ns2:_="" ns3:_="">
    <xsd:import namespace="e5e58b11-f745-45e3-9bae-2ebf80225d14"/>
    <xsd:import namespace="ad2e9ad2-38b0-4b2b-a771-3ca98dc4e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8b11-f745-45e3-9bae-2ebf80225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fa8fefb-ed0e-4221-9c26-4a6e70b36b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e9ad2-38b0-4b2b-a771-3ca98dc4e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1f2dbb6-e95f-4679-99e3-73a6037aa878}" ma:internalName="TaxCatchAll" ma:showField="CatchAllData" ma:web="ad2e9ad2-38b0-4b2b-a771-3ca98dc4e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1E07B-7C66-4E67-AC0D-86292B51408F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e5e58b11-f745-45e3-9bae-2ebf80225d14"/>
    <ds:schemaRef ds:uri="http://purl.org/dc/dcmitype/"/>
    <ds:schemaRef ds:uri="http://purl.org/dc/terms/"/>
    <ds:schemaRef ds:uri="http://schemas.microsoft.com/office/infopath/2007/PartnerControls"/>
    <ds:schemaRef ds:uri="ad2e9ad2-38b0-4b2b-a771-3ca98dc4e31f"/>
  </ds:schemaRefs>
</ds:datastoreItem>
</file>

<file path=customXml/itemProps2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67E51-1EC9-4187-8B46-47C25FAE4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8b11-f745-45e3-9bae-2ebf80225d14"/>
    <ds:schemaRef ds:uri="ad2e9ad2-38b0-4b2b-a771-3ca98dc4e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2272</Words>
  <Application>Microsoft Office PowerPoint</Application>
  <PresentationFormat>A4 Paper (210x297 mm)</PresentationFormat>
  <Paragraphs>328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Calluna Lght</vt:lpstr>
      <vt:lpstr>Arial</vt:lpstr>
      <vt:lpstr>Helvetica</vt:lpstr>
      <vt:lpstr>Source Sans Pro</vt:lpstr>
      <vt:lpstr>Garamond</vt:lpstr>
      <vt:lpstr>Calibri</vt:lpstr>
      <vt:lpstr>Calluna</vt:lpstr>
      <vt:lpstr>Rothschild and Co - UpSlide</vt:lpstr>
      <vt:lpstr>UpSlide Table Of Content Master (do not edit)</vt:lpstr>
      <vt:lpstr>Power &amp; Utilities</vt:lpstr>
      <vt:lpstr>Contents</vt:lpstr>
      <vt:lpstr>The team</vt:lpstr>
      <vt:lpstr>About the team</vt:lpstr>
      <vt:lpstr>PowerPoint Presentation</vt:lpstr>
      <vt:lpstr>Where does electricity come from - and what does it cost?</vt:lpstr>
      <vt:lpstr>How realised power prices can vary</vt:lpstr>
      <vt:lpstr>Gas sets the price - and the bill</vt:lpstr>
      <vt:lpstr>The kinds of utility – and what each does</vt:lpstr>
      <vt:lpstr>Power-equipment companies, and what each does</vt:lpstr>
      <vt:lpstr>Hydrogen &amp; fuel cells: the cost gap</vt:lpstr>
      <vt:lpstr>PowerPoint Presentation</vt:lpstr>
      <vt:lpstr>Renewables reshape prices — flexibility wins</vt:lpstr>
      <vt:lpstr>Are renewables cheaper than fossil fuels?</vt:lpstr>
      <vt:lpstr>Power demand is surging, and prices with it</vt:lpstr>
      <vt:lpstr>The grid supercycle re-rates the networks</vt:lpstr>
      <vt:lpstr>The rise of behind-the-meter power</vt:lpstr>
      <vt:lpstr>PowerPoint Presentation</vt:lpstr>
      <vt:lpstr>Where to invest: choose your exposure</vt:lpstr>
      <vt:lpstr>Subsector valuation multiples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HurtP</dc:creator>
  <cp:lastModifiedBy>Hill, Fred</cp:lastModifiedBy>
  <cp:revision>200</cp:revision>
  <cp:lastPrinted>2025-10-03T13:45:16Z</cp:lastPrinted>
  <dcterms:created xsi:type="dcterms:W3CDTF">2023-06-09T08:25:27Z</dcterms:created>
  <dcterms:modified xsi:type="dcterms:W3CDTF">2026-06-22T13:18:55Z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0x0101004C78CE09F451044085BD20AE26165FED</vt:lpwstr>
  </property>
  <property fmtid="{D5CDD505-2E9C-101B-9397-08002B2CF9AE}" pid="3" name="MSIP_Label_2c41beea-183a-4bbd-804d-ee672b323e77_Enabled">
    <vt:lpwstr>true</vt:lpwstr>
  </property>
  <property fmtid="{D5CDD505-2E9C-101B-9397-08002B2CF9AE}" pid="4" name="MSIP_Label_2c41beea-183a-4bbd-804d-ee672b323e77_SetDate">
    <vt:lpwstr>2019-08-28T15:27:53Z</vt:lpwstr>
  </property>
  <property fmtid="{D5CDD505-2E9C-101B-9397-08002B2CF9AE}" pid="5" name="MSIP_Label_2c41beea-183a-4bbd-804d-ee672b323e77_Method">
    <vt:lpwstr>Standard</vt:lpwstr>
  </property>
  <property fmtid="{D5CDD505-2E9C-101B-9397-08002B2CF9AE}" pid="6" name="MSIP_Label_2c41beea-183a-4bbd-804d-ee672b323e77_Name">
    <vt:lpwstr>General</vt:lpwstr>
  </property>
  <property fmtid="{D5CDD505-2E9C-101B-9397-08002B2CF9AE}" pid="7" name="MSIP_Label_2c41beea-183a-4bbd-804d-ee672b323e77_SiteId">
    <vt:lpwstr>6988521a-2747-41f4-bc3a-af5addc051da</vt:lpwstr>
  </property>
  <property fmtid="{D5CDD505-2E9C-101B-9397-08002B2CF9AE}" pid="8" name="MSIP_Label_2c41beea-183a-4bbd-804d-ee672b323e77_ActionId">
    <vt:lpwstr>cbcca772-b17b-4765-9ad0-0000bf221de4</vt:lpwstr>
  </property>
  <property fmtid="{D5CDD505-2E9C-101B-9397-08002B2CF9AE}" pid="9" name="MSIP_Label_2c41beea-183a-4bbd-804d-ee672b323e77_ContentBits">
    <vt:lpwstr>0</vt:lpwstr>
  </property>
  <property fmtid="{D5CDD505-2E9C-101B-9397-08002B2CF9AE}" pid="10" name="_dlc_DocIdItemGuid">
    <vt:lpwstr>9482e16a-3577-434a-8885-94d490f0ed7c</vt:lpwstr>
  </property>
  <property fmtid="{D5CDD505-2E9C-101B-9397-08002B2CF9AE}" pid="11" name="MediaServiceImageTags">
    <vt:lpwstr/>
  </property>
  <property fmtid="{D5CDD505-2E9C-101B-9397-08002B2CF9AE}" pid="12" name="RTHDocumentSensitivity">
    <vt:lpwstr>Public</vt:lpwstr>
  </property>
  <property fmtid="{D5CDD505-2E9C-101B-9397-08002B2CF9AE}" pid="13" name="RTHDocumentSensitivityFR">
    <vt:lpwstr>Public</vt:lpwstr>
  </property>
  <property fmtid="{D5CDD505-2E9C-101B-9397-08002B2CF9AE}" pid="14" name="MSIP_Label_27f19db2-d867-48b1-bee5-621b02f2470f_Enabled">
    <vt:lpwstr>true</vt:lpwstr>
  </property>
  <property fmtid="{D5CDD505-2E9C-101B-9397-08002B2CF9AE}" pid="15" name="MSIP_Label_27f19db2-d867-48b1-bee5-621b02f2470f_SetDate">
    <vt:lpwstr>2025-11-06T09:09:14Z</vt:lpwstr>
  </property>
  <property fmtid="{D5CDD505-2E9C-101B-9397-08002B2CF9AE}" pid="16" name="MSIP_Label_27f19db2-d867-48b1-bee5-621b02f2470f_Method">
    <vt:lpwstr>Privileged</vt:lpwstr>
  </property>
  <property fmtid="{D5CDD505-2E9C-101B-9397-08002B2CF9AE}" pid="17" name="MSIP_Label_27f19db2-d867-48b1-bee5-621b02f2470f_Name">
    <vt:lpwstr>RAndCoConfidentialMarked</vt:lpwstr>
  </property>
  <property fmtid="{D5CDD505-2E9C-101B-9397-08002B2CF9AE}" pid="18" name="MSIP_Label_27f19db2-d867-48b1-bee5-621b02f2470f_SiteId">
    <vt:lpwstr>a3a61790-e8ca-448a-b1be-e046da74a581</vt:lpwstr>
  </property>
  <property fmtid="{D5CDD505-2E9C-101B-9397-08002B2CF9AE}" pid="19" name="MSIP_Label_27f19db2-d867-48b1-bee5-621b02f2470f_ActionId">
    <vt:lpwstr>5c666d73-7486-43d3-bc43-12d4c2f3b154</vt:lpwstr>
  </property>
  <property fmtid="{D5CDD505-2E9C-101B-9397-08002B2CF9AE}" pid="20" name="MSIP_Label_27f19db2-d867-48b1-bee5-621b02f2470f_ContentBits">
    <vt:lpwstr>2</vt:lpwstr>
  </property>
  <property fmtid="{D5CDD505-2E9C-101B-9397-08002B2CF9AE}" pid="21" name="MSIP_Label_27f19db2-d867-48b1-bee5-621b02f2470f_Tag">
    <vt:lpwstr>10, 0, 1, 1</vt:lpwstr>
  </property>
  <property fmtid="{D5CDD505-2E9C-101B-9397-08002B2CF9AE}" pid="22" name="ClassificationContentMarkingFooterLocations">
    <vt:lpwstr>Rothschild and Co - UpSlide:9\UpSlide Table Of Content Master (do not edit):5</vt:lpwstr>
  </property>
  <property fmtid="{D5CDD505-2E9C-101B-9397-08002B2CF9AE}" pid="23" name="ClassificationContentMarkingFooterText">
    <vt:lpwstr>Confidential</vt:lpwstr>
  </property>
</Properties>
</file>