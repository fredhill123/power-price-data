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Fig5_Capture!$B$2:$B$12</c:f>
              <c:numCache>
                <c:formatCode>General</c:formatCode>
                <c:ptCount val="11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1.88</c:v>
                </c:pt>
                <c:pt idx="7">
                  <c:v>0.47</c:v>
                </c:pt>
                <c:pt idx="8">
                  <c:v>10.46</c:v>
                </c:pt>
                <c:pt idx="9">
                  <c:v>8.6</c:v>
                </c:pt>
                <c:pt idx="10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Fig5_Capture!$C$2:$C$12</c:f>
              <c:numCache>
                <c:formatCode>General</c:formatCode>
                <c:ptCount val="11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2.99</c:v>
                </c:pt>
                <c:pt idx="7">
                  <c:v>0.27</c:v>
                </c:pt>
                <c:pt idx="8">
                  <c:v>16.74</c:v>
                </c:pt>
                <c:pt idx="9">
                  <c:v>17.39</c:v>
                </c:pt>
                <c:pt idx="10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Fig5_Capture!$D$2:$D$12</c:f>
              <c:numCache>
                <c:formatCode>General</c:formatCode>
                <c:ptCount val="11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1.1</c:v>
                </c:pt>
                <c:pt idx="7">
                  <c:v>1.01</c:v>
                </c:pt>
                <c:pt idx="8">
                  <c:v>10.99</c:v>
                </c:pt>
                <c:pt idx="9">
                  <c:v>10.31</c:v>
                </c:pt>
                <c:pt idx="10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Fig5_Capture!$E$2:$E$12</c:f>
              <c:numCache>
                <c:formatCode>General</c:formatCode>
                <c:ptCount val="11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1.69</c:v>
                </c:pt>
                <c:pt idx="7">
                  <c:v>0.08</c:v>
                </c:pt>
                <c:pt idx="8">
                  <c:v>9.13</c:v>
                </c:pt>
                <c:pt idx="9">
                  <c:v>6.6</c:v>
                </c:pt>
                <c:pt idx="10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Fig5_Capture!$F$2:$F$12</c:f>
              <c:numCache>
                <c:formatCode>General</c:formatCode>
                <c:ptCount val="11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19.29</c:v>
                </c:pt>
                <c:pt idx="7">
                  <c:v>1.97</c:v>
                </c:pt>
                <c:pt idx="8">
                  <c:v>15.38</c:v>
                </c:pt>
                <c:pt idx="9">
                  <c:v>15.59</c:v>
                </c:pt>
                <c:pt idx="10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Fig5_Capture!$G$2:$G$12</c:f>
              <c:numCache>
                <c:formatCode>General</c:formatCode>
                <c:ptCount val="11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7">
                  <c:v>2.51</c:v>
                </c:pt>
                <c:pt idx="8">
                  <c:v>20.94</c:v>
                </c:pt>
                <c:pt idx="9">
                  <c:v>16.3</c:v>
                </c:pt>
                <c:pt idx="10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Fig5_Capture!$H$2:$H$12</c:f>
              <c:numCache>
                <c:formatCode>General</c:formatCode>
                <c:ptCount val="11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7">
                  <c:v>3.94</c:v>
                </c:pt>
                <c:pt idx="8">
                  <c:v>23.59</c:v>
                </c:pt>
                <c:pt idx="9">
                  <c:v>16.68</c:v>
                </c:pt>
                <c:pt idx="10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9516.0</c:v>
                </c:pt>
                <c:pt idx="7">
                  <c:v>7782.1</c:v>
                </c:pt>
                <c:pt idx="8">
                  <c:v>31745.0</c:v>
                </c:pt>
                <c:pt idx="9">
                  <c:v>21205.0</c:v>
                </c:pt>
                <c:pt idx="10">
                  <c:v>25293.0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8114.0</c:v>
                </c:pt>
                <c:pt idx="7">
                  <c:v>8033.6</c:v>
                </c:pt>
                <c:pt idx="8">
                  <c:v>31793.1</c:v>
                </c:pt>
                <c:pt idx="9">
                  <c:v>21067.0</c:v>
                </c:pt>
                <c:pt idx="10">
                  <c:v>22458.4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8114.0</c:v>
                </c:pt>
                <c:pt idx="7">
                  <c:v>8447.1</c:v>
                </c:pt>
                <c:pt idx="8">
                  <c:v>32038.2</c:v>
                </c:pt>
                <c:pt idx="9">
                  <c:v>20487.0</c:v>
                </c:pt>
                <c:pt idx="10">
                  <c:v>23499.4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4056.0</c:v>
                </c:pt>
                <c:pt idx="7">
                  <c:v>8378.9</c:v>
                </c:pt>
                <c:pt idx="8">
                  <c:v>30648.7</c:v>
                </c:pt>
                <c:pt idx="9">
                  <c:v>18544.3</c:v>
                </c:pt>
                <c:pt idx="10">
                  <c:v>18829.5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4056.0</c:v>
                </c:pt>
                <c:pt idx="7">
                  <c:v>8513.8</c:v>
                </c:pt>
                <c:pt idx="8">
                  <c:v>33135.0</c:v>
                </c:pt>
                <c:pt idx="9">
                  <c:v>17692.0</c:v>
                </c:pt>
                <c:pt idx="10">
                  <c:v>18559.0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7">
                  <c:v>8659.5</c:v>
                </c:pt>
                <c:pt idx="8">
                  <c:v>37584.0</c:v>
                </c:pt>
                <c:pt idx="9">
                  <c:v>18365.0</c:v>
                </c:pt>
                <c:pt idx="10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7">
                  <c:v>8851.0</c:v>
                </c:pt>
                <c:pt idx="8">
                  <c:v>38596.6</c:v>
                </c:pt>
                <c:pt idx="9">
                  <c:v>15178.0</c:v>
                </c:pt>
                <c:pt idx="10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Fig5_Capture!$AJ$13:$AJ$19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Fig5_Capture!$AK$13:$AK$19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Fig5_Capture!$AL$13:$AL$19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Fig5_Capture!$AM$13:$AM$19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Fig5_Capture!$AN$13:$AN$19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Fig5_Capture!$AO$13:$AO$19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Fig5_Capture!$AP$13:$AP$19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  <c:pt idx="2738">
                  <c:v>63.5</c:v>
                </c:pt>
                <c:pt idx="2739">
                  <c:v>63.5</c:v>
                </c:pt>
                <c:pt idx="2740">
                  <c:v>63.5</c:v>
                </c:pt>
                <c:pt idx="2741">
                  <c:v>63.5</c:v>
                </c:pt>
                <c:pt idx="2742">
                  <c:v>63.5</c:v>
                </c:pt>
                <c:pt idx="2743">
                  <c:v>63.5</c:v>
                </c:pt>
                <c:pt idx="2744">
                  <c:v>63.5</c:v>
                </c:pt>
                <c:pt idx="2745">
                  <c:v>63.5</c:v>
                </c:pt>
                <c:pt idx="2746">
                  <c:v>63.5</c:v>
                </c:pt>
                <c:pt idx="2747">
                  <c:v>63.5</c:v>
                </c:pt>
                <c:pt idx="2748">
                  <c:v>63.5</c:v>
                </c:pt>
                <c:pt idx="2749">
                  <c:v>63.5</c:v>
                </c:pt>
                <c:pt idx="2750">
                  <c:v>63.5</c:v>
                </c:pt>
                <c:pt idx="2751">
                  <c:v>63.5</c:v>
                </c:pt>
                <c:pt idx="2752">
                  <c:v>63.5</c:v>
                </c:pt>
                <c:pt idx="2753">
                  <c:v>63.5</c:v>
                </c:pt>
                <c:pt idx="2754">
                  <c:v>63.5</c:v>
                </c:pt>
                <c:pt idx="2755">
                  <c:v>63.5</c:v>
                </c:pt>
                <c:pt idx="2756">
                  <c:v>63.5</c:v>
                </c:pt>
                <c:pt idx="2757">
                  <c:v>63.5</c:v>
                </c:pt>
                <c:pt idx="2758">
                  <c:v>63.5</c:v>
                </c:pt>
                <c:pt idx="2759">
                  <c:v>63.5</c:v>
                </c:pt>
                <c:pt idx="2760">
                  <c:v>63.5</c:v>
                </c:pt>
                <c:pt idx="2761">
                  <c:v>63.5</c:v>
                </c:pt>
                <c:pt idx="2762">
                  <c:v>63.5</c:v>
                </c:pt>
                <c:pt idx="2763">
                  <c:v>63.5</c:v>
                </c:pt>
                <c:pt idx="2764">
                  <c:v>63.5</c:v>
                </c:pt>
                <c:pt idx="2765">
                  <c:v>63.5</c:v>
                </c:pt>
                <c:pt idx="2766">
                  <c:v>63.5</c:v>
                </c:pt>
                <c:pt idx="2767">
                  <c:v>63.5</c:v>
                </c:pt>
                <c:pt idx="2768">
                  <c:v>63.5</c:v>
                </c:pt>
                <c:pt idx="2769">
                  <c:v>63.5</c:v>
                </c:pt>
                <c:pt idx="2770">
                  <c:v>63.5</c:v>
                </c:pt>
                <c:pt idx="2771">
                  <c:v>63.5</c:v>
                </c:pt>
                <c:pt idx="2772">
                  <c:v>63.5</c:v>
                </c:pt>
                <c:pt idx="2773">
                  <c:v>63.5</c:v>
                </c:pt>
                <c:pt idx="2774">
                  <c:v>63.5</c:v>
                </c:pt>
                <c:pt idx="2775">
                  <c:v>63.5</c:v>
                </c:pt>
                <c:pt idx="2776">
                  <c:v>63.5</c:v>
                </c:pt>
                <c:pt idx="2777">
                  <c:v>63.5</c:v>
                </c:pt>
                <c:pt idx="2778">
                  <c:v>63.5</c:v>
                </c:pt>
                <c:pt idx="2779">
                  <c:v>63.5</c:v>
                </c:pt>
                <c:pt idx="2780">
                  <c:v>63.5</c:v>
                </c:pt>
                <c:pt idx="2781">
                  <c:v>63.5</c:v>
                </c:pt>
                <c:pt idx="2782">
                  <c:v>63.5</c:v>
                </c:pt>
                <c:pt idx="2783">
                  <c:v>63.5</c:v>
                </c:pt>
                <c:pt idx="2784">
                  <c:v>63.5</c:v>
                </c:pt>
                <c:pt idx="2785">
                  <c:v>63.5</c:v>
                </c:pt>
                <c:pt idx="2786">
                  <c:v>63.5</c:v>
                </c:pt>
                <c:pt idx="2787">
                  <c:v>63.5</c:v>
                </c:pt>
                <c:pt idx="2788">
                  <c:v>63.5</c:v>
                </c:pt>
                <c:pt idx="2789">
                  <c:v>63.5</c:v>
                </c:pt>
                <c:pt idx="2790">
                  <c:v>63.5</c:v>
                </c:pt>
                <c:pt idx="2791">
                  <c:v>63.5</c:v>
                </c:pt>
                <c:pt idx="2792">
                  <c:v>63.5</c:v>
                </c:pt>
                <c:pt idx="2793">
                  <c:v>63.5</c:v>
                </c:pt>
                <c:pt idx="2794">
                  <c:v>63.5</c:v>
                </c:pt>
                <c:pt idx="2795">
                  <c:v>63.5</c:v>
                </c:pt>
                <c:pt idx="2796">
                  <c:v>63.5</c:v>
                </c:pt>
                <c:pt idx="2797">
                  <c:v>63.5</c:v>
                </c:pt>
                <c:pt idx="2798">
                  <c:v>63.5</c:v>
                </c:pt>
                <c:pt idx="2799">
                  <c:v>63.5</c:v>
                </c:pt>
                <c:pt idx="2800">
                  <c:v>63.5</c:v>
                </c:pt>
                <c:pt idx="2801">
                  <c:v>63.5</c:v>
                </c:pt>
                <c:pt idx="2802">
                  <c:v>63.5</c:v>
                </c:pt>
                <c:pt idx="2803">
                  <c:v>63.5</c:v>
                </c:pt>
                <c:pt idx="2804">
                  <c:v>63.5</c:v>
                </c:pt>
                <c:pt idx="2805">
                  <c:v>63.5</c:v>
                </c:pt>
                <c:pt idx="2806">
                  <c:v>63.5</c:v>
                </c:pt>
                <c:pt idx="2807">
                  <c:v>63.5</c:v>
                </c:pt>
                <c:pt idx="2808">
                  <c:v>63.5</c:v>
                </c:pt>
                <c:pt idx="2809">
                  <c:v>63.5</c:v>
                </c:pt>
                <c:pt idx="2810">
                  <c:v>63.5</c:v>
                </c:pt>
                <c:pt idx="2811">
                  <c:v>63.5</c:v>
                </c:pt>
                <c:pt idx="2812">
                  <c:v>63.5</c:v>
                </c:pt>
                <c:pt idx="2813">
                  <c:v>63.5</c:v>
                </c:pt>
                <c:pt idx="2814">
                  <c:v>63.5</c:v>
                </c:pt>
                <c:pt idx="2815">
                  <c:v>63.5</c:v>
                </c:pt>
                <c:pt idx="2816">
                  <c:v>63.5</c:v>
                </c:pt>
                <c:pt idx="2817">
                  <c:v>63.5</c:v>
                </c:pt>
                <c:pt idx="2818">
                  <c:v>63.5</c:v>
                </c:pt>
                <c:pt idx="2819">
                  <c:v>63.5</c:v>
                </c:pt>
                <c:pt idx="2820">
                  <c:v>63.5</c:v>
                </c:pt>
                <c:pt idx="2821">
                  <c:v>63.5</c:v>
                </c:pt>
                <c:pt idx="2822">
                  <c:v>63.5</c:v>
                </c:pt>
                <c:pt idx="2823">
                  <c:v>63.5</c:v>
                </c:pt>
                <c:pt idx="2824">
                  <c:v>63.5</c:v>
                </c:pt>
                <c:pt idx="2825">
                  <c:v>63.5</c:v>
                </c:pt>
                <c:pt idx="2826">
                  <c:v>63.5</c:v>
                </c:pt>
                <c:pt idx="2827">
                  <c:v>63.5</c:v>
                </c:pt>
                <c:pt idx="2828">
                  <c:v>63.5</c:v>
                </c:pt>
                <c:pt idx="2829">
                  <c:v>63.5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  <c:pt idx="2738">
                  <c:v>60.5</c:v>
                </c:pt>
                <c:pt idx="2739">
                  <c:v>60.5</c:v>
                </c:pt>
                <c:pt idx="2740">
                  <c:v>60.5</c:v>
                </c:pt>
                <c:pt idx="2741">
                  <c:v>60.5</c:v>
                </c:pt>
                <c:pt idx="2742">
                  <c:v>60.5</c:v>
                </c:pt>
                <c:pt idx="2743">
                  <c:v>60.5</c:v>
                </c:pt>
                <c:pt idx="2744">
                  <c:v>60.5</c:v>
                </c:pt>
                <c:pt idx="2745">
                  <c:v>60.5</c:v>
                </c:pt>
                <c:pt idx="2746">
                  <c:v>60.5</c:v>
                </c:pt>
                <c:pt idx="2747">
                  <c:v>60.5</c:v>
                </c:pt>
                <c:pt idx="2748">
                  <c:v>60.5</c:v>
                </c:pt>
                <c:pt idx="2749">
                  <c:v>60.5</c:v>
                </c:pt>
                <c:pt idx="2750">
                  <c:v>60.5</c:v>
                </c:pt>
                <c:pt idx="2751">
                  <c:v>60.5</c:v>
                </c:pt>
                <c:pt idx="2752">
                  <c:v>60.5</c:v>
                </c:pt>
                <c:pt idx="2753">
                  <c:v>60.5</c:v>
                </c:pt>
                <c:pt idx="2754">
                  <c:v>60.5</c:v>
                </c:pt>
                <c:pt idx="2755">
                  <c:v>60.5</c:v>
                </c:pt>
                <c:pt idx="2756">
                  <c:v>60.5</c:v>
                </c:pt>
                <c:pt idx="2757">
                  <c:v>60.5</c:v>
                </c:pt>
                <c:pt idx="2758">
                  <c:v>60.5</c:v>
                </c:pt>
                <c:pt idx="2759">
                  <c:v>60.5</c:v>
                </c:pt>
                <c:pt idx="2760">
                  <c:v>60.5</c:v>
                </c:pt>
                <c:pt idx="2761">
                  <c:v>60.5</c:v>
                </c:pt>
                <c:pt idx="2762">
                  <c:v>60.5</c:v>
                </c:pt>
                <c:pt idx="2763">
                  <c:v>60.5</c:v>
                </c:pt>
                <c:pt idx="2764">
                  <c:v>60.5</c:v>
                </c:pt>
                <c:pt idx="2765">
                  <c:v>60.5</c:v>
                </c:pt>
                <c:pt idx="2766">
                  <c:v>60.5</c:v>
                </c:pt>
                <c:pt idx="2767">
                  <c:v>60.5</c:v>
                </c:pt>
                <c:pt idx="2768">
                  <c:v>60.5</c:v>
                </c:pt>
                <c:pt idx="2769">
                  <c:v>60.5</c:v>
                </c:pt>
                <c:pt idx="2770">
                  <c:v>60.5</c:v>
                </c:pt>
                <c:pt idx="2771">
                  <c:v>60.5</c:v>
                </c:pt>
                <c:pt idx="2772">
                  <c:v>60.5</c:v>
                </c:pt>
                <c:pt idx="2773">
                  <c:v>60.5</c:v>
                </c:pt>
                <c:pt idx="2774">
                  <c:v>60.5</c:v>
                </c:pt>
                <c:pt idx="2775">
                  <c:v>60.5</c:v>
                </c:pt>
                <c:pt idx="2776">
                  <c:v>60.5</c:v>
                </c:pt>
                <c:pt idx="2777">
                  <c:v>60.5</c:v>
                </c:pt>
                <c:pt idx="2778">
                  <c:v>60.5</c:v>
                </c:pt>
                <c:pt idx="2779">
                  <c:v>60.5</c:v>
                </c:pt>
                <c:pt idx="2780">
                  <c:v>60.5</c:v>
                </c:pt>
                <c:pt idx="2781">
                  <c:v>60.5</c:v>
                </c:pt>
                <c:pt idx="2782">
                  <c:v>60.5</c:v>
                </c:pt>
                <c:pt idx="2783">
                  <c:v>60.5</c:v>
                </c:pt>
                <c:pt idx="2784">
                  <c:v>60.5</c:v>
                </c:pt>
                <c:pt idx="2785">
                  <c:v>60.5</c:v>
                </c:pt>
                <c:pt idx="2786">
                  <c:v>60.5</c:v>
                </c:pt>
                <c:pt idx="2787">
                  <c:v>60.5</c:v>
                </c:pt>
                <c:pt idx="2788">
                  <c:v>60.5</c:v>
                </c:pt>
                <c:pt idx="2789">
                  <c:v>60.5</c:v>
                </c:pt>
                <c:pt idx="2790">
                  <c:v>60.5</c:v>
                </c:pt>
                <c:pt idx="2791">
                  <c:v>60.5</c:v>
                </c:pt>
                <c:pt idx="2792">
                  <c:v>60.5</c:v>
                </c:pt>
                <c:pt idx="2793">
                  <c:v>60.5</c:v>
                </c:pt>
                <c:pt idx="2794">
                  <c:v>60.5</c:v>
                </c:pt>
                <c:pt idx="2795">
                  <c:v>60.5</c:v>
                </c:pt>
                <c:pt idx="2796">
                  <c:v>60.5</c:v>
                </c:pt>
                <c:pt idx="2797">
                  <c:v>60.5</c:v>
                </c:pt>
                <c:pt idx="2798">
                  <c:v>60.5</c:v>
                </c:pt>
                <c:pt idx="2799">
                  <c:v>60.5</c:v>
                </c:pt>
                <c:pt idx="2800">
                  <c:v>60.5</c:v>
                </c:pt>
                <c:pt idx="2801">
                  <c:v>60.5</c:v>
                </c:pt>
                <c:pt idx="2802">
                  <c:v>60.5</c:v>
                </c:pt>
                <c:pt idx="2803">
                  <c:v>60.5</c:v>
                </c:pt>
                <c:pt idx="2804">
                  <c:v>60.5</c:v>
                </c:pt>
                <c:pt idx="2805">
                  <c:v>60.5</c:v>
                </c:pt>
                <c:pt idx="2806">
                  <c:v>60.5</c:v>
                </c:pt>
                <c:pt idx="2807">
                  <c:v>60.5</c:v>
                </c:pt>
                <c:pt idx="2808">
                  <c:v>60.5</c:v>
                </c:pt>
                <c:pt idx="2809">
                  <c:v>60.5</c:v>
                </c:pt>
                <c:pt idx="2810">
                  <c:v>60.5</c:v>
                </c:pt>
                <c:pt idx="2811">
                  <c:v>60.5</c:v>
                </c:pt>
                <c:pt idx="2812">
                  <c:v>60.5</c:v>
                </c:pt>
                <c:pt idx="2813">
                  <c:v>60.5</c:v>
                </c:pt>
                <c:pt idx="2814">
                  <c:v>60.5</c:v>
                </c:pt>
                <c:pt idx="2815">
                  <c:v>60.5</c:v>
                </c:pt>
                <c:pt idx="2816">
                  <c:v>60.5</c:v>
                </c:pt>
                <c:pt idx="2817">
                  <c:v>60.5</c:v>
                </c:pt>
                <c:pt idx="2818">
                  <c:v>60.5</c:v>
                </c:pt>
                <c:pt idx="2819">
                  <c:v>60.5</c:v>
                </c:pt>
                <c:pt idx="2820">
                  <c:v>60.5</c:v>
                </c:pt>
                <c:pt idx="2821">
                  <c:v>60.5</c:v>
                </c:pt>
                <c:pt idx="2822">
                  <c:v>60.5</c:v>
                </c:pt>
                <c:pt idx="2823">
                  <c:v>60.5</c:v>
                </c:pt>
                <c:pt idx="2824">
                  <c:v>60.5</c:v>
                </c:pt>
                <c:pt idx="2825">
                  <c:v>60.5</c:v>
                </c:pt>
                <c:pt idx="2826">
                  <c:v>60.5</c:v>
                </c:pt>
                <c:pt idx="2827">
                  <c:v>60.5</c:v>
                </c:pt>
                <c:pt idx="2828">
                  <c:v>60.5</c:v>
                </c:pt>
                <c:pt idx="2829">
                  <c:v>60.5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25.1</c:v>
                </c:pt>
                <c:pt idx="2558">
                  <c:v>25.1</c:v>
                </c:pt>
                <c:pt idx="2559">
                  <c:v>25.1</c:v>
                </c:pt>
                <c:pt idx="2560">
                  <c:v>25.1</c:v>
                </c:pt>
                <c:pt idx="2561">
                  <c:v>25.1</c:v>
                </c:pt>
                <c:pt idx="2562">
                  <c:v>25.1</c:v>
                </c:pt>
                <c:pt idx="2563">
                  <c:v>25.1</c:v>
                </c:pt>
                <c:pt idx="2564">
                  <c:v>25.1</c:v>
                </c:pt>
                <c:pt idx="2565">
                  <c:v>25.1</c:v>
                </c:pt>
                <c:pt idx="2566">
                  <c:v>25.1</c:v>
                </c:pt>
                <c:pt idx="2567">
                  <c:v>25.1</c:v>
                </c:pt>
                <c:pt idx="2568">
                  <c:v>25.1</c:v>
                </c:pt>
                <c:pt idx="2569">
                  <c:v>25.1</c:v>
                </c:pt>
                <c:pt idx="2570">
                  <c:v>25.1</c:v>
                </c:pt>
                <c:pt idx="2571">
                  <c:v>25.1</c:v>
                </c:pt>
                <c:pt idx="2572">
                  <c:v>25.1</c:v>
                </c:pt>
                <c:pt idx="2573">
                  <c:v>25.1</c:v>
                </c:pt>
                <c:pt idx="2574">
                  <c:v>25.1</c:v>
                </c:pt>
                <c:pt idx="2575">
                  <c:v>25.1</c:v>
                </c:pt>
                <c:pt idx="2576">
                  <c:v>25.1</c:v>
                </c:pt>
                <c:pt idx="2577">
                  <c:v>25.1</c:v>
                </c:pt>
                <c:pt idx="2578">
                  <c:v>25.1</c:v>
                </c:pt>
                <c:pt idx="2579">
                  <c:v>25.1</c:v>
                </c:pt>
                <c:pt idx="2580">
                  <c:v>25.1</c:v>
                </c:pt>
                <c:pt idx="2581">
                  <c:v>25.1</c:v>
                </c:pt>
                <c:pt idx="2582">
                  <c:v>25.1</c:v>
                </c:pt>
                <c:pt idx="2583">
                  <c:v>25.1</c:v>
                </c:pt>
                <c:pt idx="2584">
                  <c:v>25.1</c:v>
                </c:pt>
                <c:pt idx="2585">
                  <c:v>25.1</c:v>
                </c:pt>
                <c:pt idx="2586">
                  <c:v>25.1</c:v>
                </c:pt>
                <c:pt idx="2587">
                  <c:v>25.1</c:v>
                </c:pt>
                <c:pt idx="2588">
                  <c:v>25.1</c:v>
                </c:pt>
                <c:pt idx="2589">
                  <c:v>25.1</c:v>
                </c:pt>
                <c:pt idx="2590">
                  <c:v>25.1</c:v>
                </c:pt>
                <c:pt idx="2591">
                  <c:v>25.1</c:v>
                </c:pt>
                <c:pt idx="2592">
                  <c:v>25.1</c:v>
                </c:pt>
                <c:pt idx="2593">
                  <c:v>25.1</c:v>
                </c:pt>
                <c:pt idx="2594">
                  <c:v>25.1</c:v>
                </c:pt>
                <c:pt idx="2595">
                  <c:v>25.1</c:v>
                </c:pt>
                <c:pt idx="2596">
                  <c:v>25.1</c:v>
                </c:pt>
                <c:pt idx="2597">
                  <c:v>25.1</c:v>
                </c:pt>
                <c:pt idx="2598">
                  <c:v>25.1</c:v>
                </c:pt>
                <c:pt idx="2599">
                  <c:v>25.1</c:v>
                </c:pt>
                <c:pt idx="2600">
                  <c:v>25.1</c:v>
                </c:pt>
                <c:pt idx="2601">
                  <c:v>25.1</c:v>
                </c:pt>
                <c:pt idx="2602">
                  <c:v>25.1</c:v>
                </c:pt>
                <c:pt idx="2603">
                  <c:v>25.1</c:v>
                </c:pt>
                <c:pt idx="2604">
                  <c:v>25.1</c:v>
                </c:pt>
                <c:pt idx="2605">
                  <c:v>25.1</c:v>
                </c:pt>
                <c:pt idx="2606">
                  <c:v>25.1</c:v>
                </c:pt>
                <c:pt idx="2607">
                  <c:v>25.1</c:v>
                </c:pt>
                <c:pt idx="2608">
                  <c:v>25.1</c:v>
                </c:pt>
                <c:pt idx="2609">
                  <c:v>25.1</c:v>
                </c:pt>
                <c:pt idx="2610">
                  <c:v>25.1</c:v>
                </c:pt>
                <c:pt idx="2611">
                  <c:v>25.1</c:v>
                </c:pt>
                <c:pt idx="2612">
                  <c:v>25.1</c:v>
                </c:pt>
                <c:pt idx="2613">
                  <c:v>25.1</c:v>
                </c:pt>
                <c:pt idx="2614">
                  <c:v>25.1</c:v>
                </c:pt>
                <c:pt idx="2615">
                  <c:v>25.1</c:v>
                </c:pt>
                <c:pt idx="2616">
                  <c:v>25.1</c:v>
                </c:pt>
                <c:pt idx="2617">
                  <c:v>25.1</c:v>
                </c:pt>
                <c:pt idx="2618">
                  <c:v>25.1</c:v>
                </c:pt>
                <c:pt idx="2619">
                  <c:v>25.1</c:v>
                </c:pt>
                <c:pt idx="2620">
                  <c:v>25.1</c:v>
                </c:pt>
                <c:pt idx="2621">
                  <c:v>25.1</c:v>
                </c:pt>
                <c:pt idx="2622">
                  <c:v>25.1</c:v>
                </c:pt>
                <c:pt idx="2623">
                  <c:v>25.1</c:v>
                </c:pt>
                <c:pt idx="2624">
                  <c:v>25.1</c:v>
                </c:pt>
                <c:pt idx="2625">
                  <c:v>25.1</c:v>
                </c:pt>
                <c:pt idx="2626">
                  <c:v>25.1</c:v>
                </c:pt>
                <c:pt idx="2627">
                  <c:v>25.1</c:v>
                </c:pt>
                <c:pt idx="2628">
                  <c:v>25.1</c:v>
                </c:pt>
                <c:pt idx="2629">
                  <c:v>25.1</c:v>
                </c:pt>
                <c:pt idx="2630">
                  <c:v>25.1</c:v>
                </c:pt>
                <c:pt idx="2631">
                  <c:v>25.1</c:v>
                </c:pt>
                <c:pt idx="2632">
                  <c:v>25.1</c:v>
                </c:pt>
                <c:pt idx="2633">
                  <c:v>25.1</c:v>
                </c:pt>
                <c:pt idx="2634">
                  <c:v>25.1</c:v>
                </c:pt>
                <c:pt idx="2635">
                  <c:v>25.1</c:v>
                </c:pt>
                <c:pt idx="2636">
                  <c:v>25.1</c:v>
                </c:pt>
                <c:pt idx="2637">
                  <c:v>25.1</c:v>
                </c:pt>
                <c:pt idx="2638">
                  <c:v>25.1</c:v>
                </c:pt>
                <c:pt idx="2639">
                  <c:v>25.1</c:v>
                </c:pt>
                <c:pt idx="2640">
                  <c:v>25.1</c:v>
                </c:pt>
                <c:pt idx="2641">
                  <c:v>25.1</c:v>
                </c:pt>
                <c:pt idx="2642">
                  <c:v>25.1</c:v>
                </c:pt>
                <c:pt idx="2643">
                  <c:v>25.1</c:v>
                </c:pt>
                <c:pt idx="2644">
                  <c:v>25.1</c:v>
                </c:pt>
                <c:pt idx="2645">
                  <c:v>25.1</c:v>
                </c:pt>
                <c:pt idx="2646">
                  <c:v>25.1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  <c:pt idx="2738">
                  <c:v>61.7</c:v>
                </c:pt>
                <c:pt idx="2739">
                  <c:v>61.7</c:v>
                </c:pt>
                <c:pt idx="2740">
                  <c:v>61.7</c:v>
                </c:pt>
                <c:pt idx="2741">
                  <c:v>61.7</c:v>
                </c:pt>
                <c:pt idx="2742">
                  <c:v>61.7</c:v>
                </c:pt>
                <c:pt idx="2743">
                  <c:v>61.7</c:v>
                </c:pt>
                <c:pt idx="2744">
                  <c:v>61.7</c:v>
                </c:pt>
                <c:pt idx="2745">
                  <c:v>61.7</c:v>
                </c:pt>
                <c:pt idx="2746">
                  <c:v>61.7</c:v>
                </c:pt>
                <c:pt idx="2747">
                  <c:v>61.7</c:v>
                </c:pt>
                <c:pt idx="2748">
                  <c:v>61.7</c:v>
                </c:pt>
                <c:pt idx="2749">
                  <c:v>61.7</c:v>
                </c:pt>
                <c:pt idx="2750">
                  <c:v>61.7</c:v>
                </c:pt>
                <c:pt idx="2751">
                  <c:v>61.7</c:v>
                </c:pt>
                <c:pt idx="2752">
                  <c:v>61.7</c:v>
                </c:pt>
                <c:pt idx="2753">
                  <c:v>61.7</c:v>
                </c:pt>
                <c:pt idx="2754">
                  <c:v>61.7</c:v>
                </c:pt>
                <c:pt idx="2755">
                  <c:v>61.7</c:v>
                </c:pt>
                <c:pt idx="2756">
                  <c:v>61.7</c:v>
                </c:pt>
                <c:pt idx="2757">
                  <c:v>61.7</c:v>
                </c:pt>
                <c:pt idx="2758">
                  <c:v>61.7</c:v>
                </c:pt>
                <c:pt idx="2759">
                  <c:v>61.7</c:v>
                </c:pt>
                <c:pt idx="2760">
                  <c:v>61.7</c:v>
                </c:pt>
                <c:pt idx="2761">
                  <c:v>61.7</c:v>
                </c:pt>
                <c:pt idx="2762">
                  <c:v>61.7</c:v>
                </c:pt>
                <c:pt idx="2763">
                  <c:v>61.7</c:v>
                </c:pt>
                <c:pt idx="2764">
                  <c:v>61.7</c:v>
                </c:pt>
                <c:pt idx="2765">
                  <c:v>61.7</c:v>
                </c:pt>
                <c:pt idx="2766">
                  <c:v>61.7</c:v>
                </c:pt>
                <c:pt idx="2767">
                  <c:v>61.7</c:v>
                </c:pt>
                <c:pt idx="2768">
                  <c:v>61.7</c:v>
                </c:pt>
                <c:pt idx="2769">
                  <c:v>61.7</c:v>
                </c:pt>
                <c:pt idx="2770">
                  <c:v>61.7</c:v>
                </c:pt>
                <c:pt idx="2771">
                  <c:v>61.7</c:v>
                </c:pt>
                <c:pt idx="2772">
                  <c:v>61.7</c:v>
                </c:pt>
                <c:pt idx="2773">
                  <c:v>61.7</c:v>
                </c:pt>
                <c:pt idx="2774">
                  <c:v>61.7</c:v>
                </c:pt>
                <c:pt idx="2775">
                  <c:v>61.7</c:v>
                </c:pt>
                <c:pt idx="2776">
                  <c:v>61.7</c:v>
                </c:pt>
                <c:pt idx="2777">
                  <c:v>61.7</c:v>
                </c:pt>
                <c:pt idx="2778">
                  <c:v>61.7</c:v>
                </c:pt>
                <c:pt idx="2779">
                  <c:v>61.7</c:v>
                </c:pt>
                <c:pt idx="2780">
                  <c:v>61.7</c:v>
                </c:pt>
                <c:pt idx="2781">
                  <c:v>61.7</c:v>
                </c:pt>
                <c:pt idx="2782">
                  <c:v>61.7</c:v>
                </c:pt>
                <c:pt idx="2783">
                  <c:v>61.7</c:v>
                </c:pt>
                <c:pt idx="2784">
                  <c:v>61.7</c:v>
                </c:pt>
                <c:pt idx="2785">
                  <c:v>61.7</c:v>
                </c:pt>
                <c:pt idx="2786">
                  <c:v>61.7</c:v>
                </c:pt>
                <c:pt idx="2787">
                  <c:v>61.7</c:v>
                </c:pt>
                <c:pt idx="2788">
                  <c:v>61.7</c:v>
                </c:pt>
                <c:pt idx="2789">
                  <c:v>61.7</c:v>
                </c:pt>
                <c:pt idx="2790">
                  <c:v>61.7</c:v>
                </c:pt>
                <c:pt idx="2791">
                  <c:v>61.7</c:v>
                </c:pt>
                <c:pt idx="2792">
                  <c:v>61.7</c:v>
                </c:pt>
                <c:pt idx="2793">
                  <c:v>61.7</c:v>
                </c:pt>
                <c:pt idx="2794">
                  <c:v>61.7</c:v>
                </c:pt>
                <c:pt idx="2795">
                  <c:v>61.7</c:v>
                </c:pt>
                <c:pt idx="2796">
                  <c:v>61.7</c:v>
                </c:pt>
                <c:pt idx="2797">
                  <c:v>61.7</c:v>
                </c:pt>
                <c:pt idx="2798">
                  <c:v>61.7</c:v>
                </c:pt>
                <c:pt idx="2799">
                  <c:v>61.7</c:v>
                </c:pt>
                <c:pt idx="2800">
                  <c:v>61.7</c:v>
                </c:pt>
                <c:pt idx="2801">
                  <c:v>61.7</c:v>
                </c:pt>
                <c:pt idx="2802">
                  <c:v>61.7</c:v>
                </c:pt>
                <c:pt idx="2803">
                  <c:v>61.7</c:v>
                </c:pt>
                <c:pt idx="2804">
                  <c:v>61.7</c:v>
                </c:pt>
                <c:pt idx="2805">
                  <c:v>61.7</c:v>
                </c:pt>
                <c:pt idx="2806">
                  <c:v>61.7</c:v>
                </c:pt>
                <c:pt idx="2807">
                  <c:v>61.7</c:v>
                </c:pt>
                <c:pt idx="2808">
                  <c:v>61.7</c:v>
                </c:pt>
                <c:pt idx="2809">
                  <c:v>61.7</c:v>
                </c:pt>
                <c:pt idx="2810">
                  <c:v>61.7</c:v>
                </c:pt>
                <c:pt idx="2811">
                  <c:v>61.7</c:v>
                </c:pt>
                <c:pt idx="2812">
                  <c:v>61.7</c:v>
                </c:pt>
                <c:pt idx="2813">
                  <c:v>61.7</c:v>
                </c:pt>
                <c:pt idx="2814">
                  <c:v>61.7</c:v>
                </c:pt>
                <c:pt idx="2815">
                  <c:v>61.7</c:v>
                </c:pt>
                <c:pt idx="2816">
                  <c:v>61.7</c:v>
                </c:pt>
                <c:pt idx="2817">
                  <c:v>61.7</c:v>
                </c:pt>
                <c:pt idx="2818">
                  <c:v>61.7</c:v>
                </c:pt>
                <c:pt idx="2819">
                  <c:v>61.7</c:v>
                </c:pt>
                <c:pt idx="2820">
                  <c:v>61.7</c:v>
                </c:pt>
                <c:pt idx="2821">
                  <c:v>61.7</c:v>
                </c:pt>
                <c:pt idx="2822">
                  <c:v>61.7</c:v>
                </c:pt>
                <c:pt idx="2823">
                  <c:v>61.7</c:v>
                </c:pt>
                <c:pt idx="2824">
                  <c:v>61.7</c:v>
                </c:pt>
                <c:pt idx="2825">
                  <c:v>61.7</c:v>
                </c:pt>
                <c:pt idx="2826">
                  <c:v>61.7</c:v>
                </c:pt>
                <c:pt idx="2827">
                  <c:v>61.7</c:v>
                </c:pt>
                <c:pt idx="2828">
                  <c:v>61.7</c:v>
                </c:pt>
                <c:pt idx="2829">
                  <c:v>61.7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</c:v>
                </c:pt>
                <c:pt idx="87">
                  <c:v>40.63</c:v>
                </c:pt>
                <c:pt idx="88">
                  <c:v>41.31</c:v>
                </c:pt>
                <c:pt idx="89">
                  <c:v>42.03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28.69</c:v>
                </c:pt>
                <c:pt idx="1">
                  <c:v>28.64</c:v>
                </c:pt>
                <c:pt idx="2">
                  <c:v>29.32</c:v>
                </c:pt>
                <c:pt idx="3">
                  <c:v>30.84</c:v>
                </c:pt>
                <c:pt idx="4">
                  <c:v>33.45</c:v>
                </c:pt>
                <c:pt idx="5">
                  <c:v>34.87</c:v>
                </c:pt>
                <c:pt idx="6">
                  <c:v>33.2</c:v>
                </c:pt>
                <c:pt idx="7">
                  <c:v>28.33</c:v>
                </c:pt>
                <c:pt idx="8">
                  <c:v>22.84</c:v>
                </c:pt>
                <c:pt idx="9">
                  <c:v>18.55</c:v>
                </c:pt>
                <c:pt idx="10">
                  <c:v>15.64</c:v>
                </c:pt>
                <c:pt idx="11">
                  <c:v>14.33</c:v>
                </c:pt>
                <c:pt idx="12">
                  <c:v>14.23</c:v>
                </c:pt>
                <c:pt idx="13">
                  <c:v>16.19</c:v>
                </c:pt>
                <c:pt idx="14">
                  <c:v>20.8</c:v>
                </c:pt>
                <c:pt idx="15">
                  <c:v>27.61</c:v>
                </c:pt>
                <c:pt idx="16">
                  <c:v>35.98</c:v>
                </c:pt>
                <c:pt idx="17">
                  <c:v>41.58</c:v>
                </c:pt>
                <c:pt idx="18">
                  <c:v>42.52</c:v>
                </c:pt>
                <c:pt idx="19">
                  <c:v>40.16</c:v>
                </c:pt>
                <c:pt idx="20">
                  <c:v>37.21</c:v>
                </c:pt>
                <c:pt idx="21">
                  <c:v>34.4</c:v>
                </c:pt>
                <c:pt idx="22">
                  <c:v>31.65</c:v>
                </c:pt>
                <c:pt idx="23">
                  <c:v>29.77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