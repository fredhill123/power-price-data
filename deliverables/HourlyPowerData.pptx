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Fig1_PriceSD!$B$2:$B$8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Fig1_PriceSD!$C$2:$C$8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Fig1_PriceSD!$D$2:$D$8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Fig1_PriceSD!$E$2:$E$8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Fig1_PriceSD!$A$2:$A$8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Fig1_PriceSD!$F$2:$F$8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Fig3_NegHours!$B$2:$B$8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Fig3_NegHours!$D$2:$D$8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Fig3_NegHours!$E$2:$E$8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Fig3_NegHours!$A$2:$A$8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Fig3_NegHours!$F$2:$F$8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Fig3_CumNeg!$B$2:$B$367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Fig3_CumNeg!$C$2:$C$367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Fig3_CumNeg!$D$2:$D$367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Fig3_CumNeg!$E$2:$E$367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Fig3_CumNeg!$F$2:$F$367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Fig3_CumNeg!$G$2:$G$367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Fig3_CumNeg!$H$2:$H$367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Fig3_CumNeg!$I$2:$I$367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v>DE 2024</c:v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Fig6_MinMax!$CO$2:$CO$367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Fig6_MinMax!$H$2:$H$367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Fig2_Intraday!$B$2:$B$25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Fig2_Intraday!$C$2:$C$25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Fig2_Intraday!$D$2:$D$25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Fig2_Intraday!$E$2:$E$25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Fig2_Intraday!$F$2:$F$25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Fig2_Intraday!$G$2:$G$25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Fig2_Intraday!$H$2:$H$25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Fig2_Intraday!$I$2:$I$25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Fig4_Duration!$AJ$2:$AJ$102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Fig4_Duration!$AK$2:$AK$102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Fig4_Duration!$AL$2:$AL$102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Fig4_Duration!$AM$2:$AM$102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Fig4_Duration!$AN$2:$AN$102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Fig4_Duration!$AO$2:$AO$102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Fig4_Duration!$AP$2:$AP$102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Fig4_Duration!$AQ$2:$AQ$102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Fig7_GenMix!$ADY$2:$ADY$25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Fig7_GenMix!$AEA$2:$AEA$25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Fig7_GenMix!$AED$2:$AED$25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Fig7_GenMix!$AEE$2:$AEE$25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Fig7_GenMix!$AEF$2:$AEF$25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Fig7_GenMix!$AEG$2:$AEG$25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Fig7_GenMix!$AEI$2:$AEI$25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1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Fig7_GenMix!$AEL$2:$AEL$25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Fig7_GenMix!$AEO$2:$AEO$25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Fig5_Capture!$B$2:$B$12</c:f>
              <c:numCache>
                <c:formatCode>General</c:formatCode>
                <c:ptCount val="11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1.88</c:v>
                </c:pt>
                <c:pt idx="7">
                  <c:v>0.47</c:v>
                </c:pt>
                <c:pt idx="8">
                  <c:v>10.46</c:v>
                </c:pt>
                <c:pt idx="9">
                  <c:v>8.6</c:v>
                </c:pt>
                <c:pt idx="10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Fig5_Capture!$C$2:$C$12</c:f>
              <c:numCache>
                <c:formatCode>General</c:formatCode>
                <c:ptCount val="11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2.99</c:v>
                </c:pt>
                <c:pt idx="7">
                  <c:v>0.27</c:v>
                </c:pt>
                <c:pt idx="8">
                  <c:v>16.74</c:v>
                </c:pt>
                <c:pt idx="9">
                  <c:v>17.39</c:v>
                </c:pt>
                <c:pt idx="10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Fig5_Capture!$D$2:$D$12</c:f>
              <c:numCache>
                <c:formatCode>General</c:formatCode>
                <c:ptCount val="11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1.1</c:v>
                </c:pt>
                <c:pt idx="7">
                  <c:v>1.01</c:v>
                </c:pt>
                <c:pt idx="8">
                  <c:v>10.99</c:v>
                </c:pt>
                <c:pt idx="9">
                  <c:v>10.31</c:v>
                </c:pt>
                <c:pt idx="10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Fig5_Capture!$E$2:$E$12</c:f>
              <c:numCache>
                <c:formatCode>General</c:formatCode>
                <c:ptCount val="11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1.69</c:v>
                </c:pt>
                <c:pt idx="7">
                  <c:v>0.08</c:v>
                </c:pt>
                <c:pt idx="8">
                  <c:v>9.13</c:v>
                </c:pt>
                <c:pt idx="9">
                  <c:v>6.6</c:v>
                </c:pt>
                <c:pt idx="10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Fig5_Capture!$F$2:$F$12</c:f>
              <c:numCache>
                <c:formatCode>General</c:formatCode>
                <c:ptCount val="11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19.29</c:v>
                </c:pt>
                <c:pt idx="7">
                  <c:v>1.97</c:v>
                </c:pt>
                <c:pt idx="8">
                  <c:v>15.38</c:v>
                </c:pt>
                <c:pt idx="9">
                  <c:v>15.59</c:v>
                </c:pt>
                <c:pt idx="10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Fig5_Capture!$G$2:$G$12</c:f>
              <c:numCache>
                <c:formatCode>General</c:formatCode>
                <c:ptCount val="11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7">
                  <c:v>2.51</c:v>
                </c:pt>
                <c:pt idx="8">
                  <c:v>20.94</c:v>
                </c:pt>
                <c:pt idx="9">
                  <c:v>16.3</c:v>
                </c:pt>
                <c:pt idx="10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Fig5_Capture!$H$2:$H$12</c:f>
              <c:numCache>
                <c:formatCode>General</c:formatCode>
                <c:ptCount val="11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7">
                  <c:v>3.94</c:v>
                </c:pt>
                <c:pt idx="8">
                  <c:v>23.59</c:v>
                </c:pt>
                <c:pt idx="9">
                  <c:v>16.68</c:v>
                </c:pt>
                <c:pt idx="10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9516.0</c:v>
                </c:pt>
                <c:pt idx="7">
                  <c:v>7782.1</c:v>
                </c:pt>
                <c:pt idx="8">
                  <c:v>31745.0</c:v>
                </c:pt>
                <c:pt idx="9">
                  <c:v>21205.0</c:v>
                </c:pt>
                <c:pt idx="10">
                  <c:v>25293.0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8114.0</c:v>
                </c:pt>
                <c:pt idx="7">
                  <c:v>8033.6</c:v>
                </c:pt>
                <c:pt idx="8">
                  <c:v>31793.1</c:v>
                </c:pt>
                <c:pt idx="9">
                  <c:v>21067.0</c:v>
                </c:pt>
                <c:pt idx="10">
                  <c:v>22458.4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8114.0</c:v>
                </c:pt>
                <c:pt idx="7">
                  <c:v>8447.1</c:v>
                </c:pt>
                <c:pt idx="8">
                  <c:v>32038.2</c:v>
                </c:pt>
                <c:pt idx="9">
                  <c:v>20487.0</c:v>
                </c:pt>
                <c:pt idx="10">
                  <c:v>23499.4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4056.0</c:v>
                </c:pt>
                <c:pt idx="7">
                  <c:v>8378.9</c:v>
                </c:pt>
                <c:pt idx="8">
                  <c:v>30648.7</c:v>
                </c:pt>
                <c:pt idx="9">
                  <c:v>18544.3</c:v>
                </c:pt>
                <c:pt idx="10">
                  <c:v>18829.5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4056.0</c:v>
                </c:pt>
                <c:pt idx="7">
                  <c:v>8513.8</c:v>
                </c:pt>
                <c:pt idx="8">
                  <c:v>33135.0</c:v>
                </c:pt>
                <c:pt idx="9">
                  <c:v>17692.0</c:v>
                </c:pt>
                <c:pt idx="10">
                  <c:v>18559.0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7">
                  <c:v>8659.5</c:v>
                </c:pt>
                <c:pt idx="8">
                  <c:v>37584.0</c:v>
                </c:pt>
                <c:pt idx="9">
                  <c:v>18365.0</c:v>
                </c:pt>
                <c:pt idx="10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Nuclear</c:v>
                </c:pt>
                <c:pt idx="7">
                  <c:v>Biomass</c:v>
                </c:pt>
                <c:pt idx="8">
                  <c:v>Gas</c:v>
                </c:pt>
                <c:pt idx="9">
                  <c:v>Lignite</c:v>
                </c:pt>
                <c:pt idx="10">
                  <c:v>Hard coal</c:v>
                </c:pt>
              </c:strCache>
            </c:strRef>
          </c:cat>
          <c:val>
            <c:numRef>
              <c:f>Fig9_Capacity!$H$2:$H$12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7">
                  <c:v>8851.0</c:v>
                </c:pt>
                <c:pt idx="8">
                  <c:v>38596.6</c:v>
                </c:pt>
                <c:pt idx="9">
                  <c:v>15178.0</c:v>
                </c:pt>
                <c:pt idx="10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Fig2_Intraday!$S$2:$S$25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Fig2_Intraday!$T$2:$T$25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Fig2_Intraday!$U$2:$U$25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Fig2_Intraday!$V$2:$V$25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Fig2_Intraday!$W$2:$W$25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Fig2_Intraday!$X$2:$X$25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Fig2_Intraday!$Y$2:$Y$25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Fig2_Intraday!$Z$2:$Z$25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Fig2_Intraday_avg!$B$2:$B$25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Fig2_Intraday_avg!$C$2:$C$25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Fig2_Intraday_avg!$D$2:$D$25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Fig2_Intraday_avg!$E$2:$E$25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Fig2_Intraday_avg!$F$2:$F$25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Fig2_Intraday_avg!$G$2:$G$25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Fig2_Intraday_avg!$H$2:$H$25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Fig2_Intraday_avg!$I$2:$I$25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2019</c:v>
          </c:tx>
          <c:spPr>
            <a:solidFill>
              <a:srgbClr val="9AA5B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Fig5_Capture!$AJ$13:$AJ$19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v>2020</c:v>
          </c:tx>
          <c:spPr>
            <a:solidFill>
              <a:srgbClr val="8A1E41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Fig5_Capture!$AK$13:$AK$19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v>2021</c:v>
          </c:tx>
          <c:spPr>
            <a:solidFill>
              <a:srgbClr val="CC9F53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Fig5_Capture!$AL$13:$AL$19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v>2022</c:v>
          </c:tx>
          <c:spPr>
            <a:solidFill>
              <a:srgbClr val="3D664A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Fig5_Capture!$AM$13:$AM$19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v>2023</c:v>
          </c:tx>
          <c:spPr>
            <a:solidFill>
              <a:srgbClr val="ACBFB7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Fig5_Capture!$AN$13:$AN$19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v>2024</c:v>
          </c:tx>
          <c:spPr>
            <a:solidFill>
              <a:srgbClr val="5FA1AD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Fig5_Capture!$AO$13:$AO$19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v>2025</c:v>
          </c:tx>
          <c:spPr>
            <a:solidFill>
              <a:srgbClr val="2E3E80"/>
            </a:solidFill>
            <a:ln>
              <a:noFill/>
            </a:ln>
          </c:spPr>
          <c:invertIfNegative val="1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Fig5_Capture!$AP$13:$AP$19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Fig3_CumNeg!$S$2:$S$367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Fig3_CumNeg!$T$2:$T$367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Fig3_CumNeg!$U$2:$U$367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Fig3_CumNeg!$V$2:$V$367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Fig3_CumNeg!$W$2:$W$367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Fig3_CumNeg!$X$2:$X$367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Fig3_CumNeg!$Y$2:$Y$367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Fig3_CumNeg!$Z$2:$Z$367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64.0</c:v>
                </c:pt>
                <c:pt idx="2648">
                  <c:v>64.0</c:v>
                </c:pt>
                <c:pt idx="2649">
                  <c:v>64.0</c:v>
                </c:pt>
                <c:pt idx="2650">
                  <c:v>64.0</c:v>
                </c:pt>
                <c:pt idx="2651">
                  <c:v>64.0</c:v>
                </c:pt>
                <c:pt idx="2652">
                  <c:v>64.0</c:v>
                </c:pt>
                <c:pt idx="2653">
                  <c:v>64.0</c:v>
                </c:pt>
                <c:pt idx="2654">
                  <c:v>64.0</c:v>
                </c:pt>
                <c:pt idx="2655">
                  <c:v>64.0</c:v>
                </c:pt>
                <c:pt idx="2656">
                  <c:v>64.0</c:v>
                </c:pt>
                <c:pt idx="2657">
                  <c:v>64.0</c:v>
                </c:pt>
                <c:pt idx="2658">
                  <c:v>64.0</c:v>
                </c:pt>
                <c:pt idx="2659">
                  <c:v>64.0</c:v>
                </c:pt>
                <c:pt idx="2660">
                  <c:v>64.0</c:v>
                </c:pt>
                <c:pt idx="2661">
                  <c:v>64.0</c:v>
                </c:pt>
                <c:pt idx="2662">
                  <c:v>64.0</c:v>
                </c:pt>
                <c:pt idx="2663">
                  <c:v>64.0</c:v>
                </c:pt>
                <c:pt idx="2664">
                  <c:v>64.0</c:v>
                </c:pt>
                <c:pt idx="2665">
                  <c:v>64.0</c:v>
                </c:pt>
                <c:pt idx="2666">
                  <c:v>64.0</c:v>
                </c:pt>
                <c:pt idx="2667">
                  <c:v>64.0</c:v>
                </c:pt>
                <c:pt idx="2668">
                  <c:v>64.0</c:v>
                </c:pt>
                <c:pt idx="2669">
                  <c:v>64.0</c:v>
                </c:pt>
                <c:pt idx="2670">
                  <c:v>64.0</c:v>
                </c:pt>
                <c:pt idx="2671">
                  <c:v>64.0</c:v>
                </c:pt>
                <c:pt idx="2672">
                  <c:v>64.0</c:v>
                </c:pt>
                <c:pt idx="2673">
                  <c:v>64.0</c:v>
                </c:pt>
                <c:pt idx="2674">
                  <c:v>64.0</c:v>
                </c:pt>
                <c:pt idx="2675">
                  <c:v>64.0</c:v>
                </c:pt>
                <c:pt idx="2676">
                  <c:v>64.0</c:v>
                </c:pt>
                <c:pt idx="2677">
                  <c:v>64.0</c:v>
                </c:pt>
                <c:pt idx="2678">
                  <c:v>64.0</c:v>
                </c:pt>
                <c:pt idx="2679">
                  <c:v>64.0</c:v>
                </c:pt>
                <c:pt idx="2680">
                  <c:v>64.0</c:v>
                </c:pt>
                <c:pt idx="2681">
                  <c:v>64.0</c:v>
                </c:pt>
                <c:pt idx="2682">
                  <c:v>64.0</c:v>
                </c:pt>
                <c:pt idx="2683">
                  <c:v>64.0</c:v>
                </c:pt>
                <c:pt idx="2684">
                  <c:v>64.0</c:v>
                </c:pt>
                <c:pt idx="2685">
                  <c:v>64.0</c:v>
                </c:pt>
                <c:pt idx="2686">
                  <c:v>64.0</c:v>
                </c:pt>
                <c:pt idx="2687">
                  <c:v>64.0</c:v>
                </c:pt>
                <c:pt idx="2688">
                  <c:v>64.0</c:v>
                </c:pt>
                <c:pt idx="2689">
                  <c:v>64.0</c:v>
                </c:pt>
                <c:pt idx="2690">
                  <c:v>64.0</c:v>
                </c:pt>
                <c:pt idx="2691">
                  <c:v>64.0</c:v>
                </c:pt>
                <c:pt idx="2692">
                  <c:v>64.0</c:v>
                </c:pt>
                <c:pt idx="2693">
                  <c:v>64.0</c:v>
                </c:pt>
                <c:pt idx="2694">
                  <c:v>64.0</c:v>
                </c:pt>
                <c:pt idx="2695">
                  <c:v>64.0</c:v>
                </c:pt>
                <c:pt idx="2696">
                  <c:v>64.0</c:v>
                </c:pt>
                <c:pt idx="2697">
                  <c:v>64.0</c:v>
                </c:pt>
                <c:pt idx="2698">
                  <c:v>64.0</c:v>
                </c:pt>
                <c:pt idx="2699">
                  <c:v>64.0</c:v>
                </c:pt>
                <c:pt idx="2700">
                  <c:v>64.0</c:v>
                </c:pt>
                <c:pt idx="2701">
                  <c:v>64.0</c:v>
                </c:pt>
                <c:pt idx="2702">
                  <c:v>64.0</c:v>
                </c:pt>
                <c:pt idx="2703">
                  <c:v>64.0</c:v>
                </c:pt>
                <c:pt idx="2704">
                  <c:v>64.0</c:v>
                </c:pt>
                <c:pt idx="2705">
                  <c:v>64.0</c:v>
                </c:pt>
                <c:pt idx="2706">
                  <c:v>64.0</c:v>
                </c:pt>
                <c:pt idx="2707">
                  <c:v>64.0</c:v>
                </c:pt>
                <c:pt idx="2708">
                  <c:v>64.0</c:v>
                </c:pt>
                <c:pt idx="2709">
                  <c:v>64.0</c:v>
                </c:pt>
                <c:pt idx="2710">
                  <c:v>64.0</c:v>
                </c:pt>
                <c:pt idx="2711">
                  <c:v>64.0</c:v>
                </c:pt>
                <c:pt idx="2712">
                  <c:v>64.0</c:v>
                </c:pt>
                <c:pt idx="2713">
                  <c:v>64.0</c:v>
                </c:pt>
                <c:pt idx="2714">
                  <c:v>64.0</c:v>
                </c:pt>
                <c:pt idx="2715">
                  <c:v>64.0</c:v>
                </c:pt>
                <c:pt idx="2716">
                  <c:v>64.0</c:v>
                </c:pt>
                <c:pt idx="2717">
                  <c:v>64.0</c:v>
                </c:pt>
                <c:pt idx="2718">
                  <c:v>64.0</c:v>
                </c:pt>
                <c:pt idx="2719">
                  <c:v>64.0</c:v>
                </c:pt>
                <c:pt idx="2720">
                  <c:v>64.0</c:v>
                </c:pt>
                <c:pt idx="2721">
                  <c:v>64.0</c:v>
                </c:pt>
                <c:pt idx="2722">
                  <c:v>64.0</c:v>
                </c:pt>
                <c:pt idx="2723">
                  <c:v>64.0</c:v>
                </c:pt>
                <c:pt idx="2724">
                  <c:v>64.0</c:v>
                </c:pt>
                <c:pt idx="2725">
                  <c:v>64.0</c:v>
                </c:pt>
                <c:pt idx="2726">
                  <c:v>64.0</c:v>
                </c:pt>
                <c:pt idx="2727">
                  <c:v>64.0</c:v>
                </c:pt>
                <c:pt idx="2728">
                  <c:v>64.0</c:v>
                </c:pt>
                <c:pt idx="2729">
                  <c:v>64.0</c:v>
                </c:pt>
                <c:pt idx="2730">
                  <c:v>64.0</c:v>
                </c:pt>
                <c:pt idx="2731">
                  <c:v>64.0</c:v>
                </c:pt>
                <c:pt idx="2732">
                  <c:v>64.0</c:v>
                </c:pt>
                <c:pt idx="2733">
                  <c:v>64.0</c:v>
                </c:pt>
                <c:pt idx="2734">
                  <c:v>64.0</c:v>
                </c:pt>
                <c:pt idx="2735">
                  <c:v>64.0</c:v>
                </c:pt>
                <c:pt idx="2736">
                  <c:v>64.0</c:v>
                </c:pt>
                <c:pt idx="2737">
                  <c:v>64.0</c:v>
                </c:pt>
                <c:pt idx="2738">
                  <c:v>63.0</c:v>
                </c:pt>
                <c:pt idx="2739">
                  <c:v>63.0</c:v>
                </c:pt>
                <c:pt idx="2740">
                  <c:v>63.0</c:v>
                </c:pt>
                <c:pt idx="2741">
                  <c:v>63.0</c:v>
                </c:pt>
                <c:pt idx="2742">
                  <c:v>63.0</c:v>
                </c:pt>
                <c:pt idx="2743">
                  <c:v>63.0</c:v>
                </c:pt>
                <c:pt idx="2744">
                  <c:v>63.0</c:v>
                </c:pt>
                <c:pt idx="2745">
                  <c:v>63.0</c:v>
                </c:pt>
                <c:pt idx="2746">
                  <c:v>63.0</c:v>
                </c:pt>
                <c:pt idx="2747">
                  <c:v>63.0</c:v>
                </c:pt>
                <c:pt idx="2748">
                  <c:v>63.0</c:v>
                </c:pt>
                <c:pt idx="2749">
                  <c:v>63.0</c:v>
                </c:pt>
                <c:pt idx="2750">
                  <c:v>63.0</c:v>
                </c:pt>
                <c:pt idx="2751">
                  <c:v>63.0</c:v>
                </c:pt>
                <c:pt idx="2752">
                  <c:v>63.0</c:v>
                </c:pt>
                <c:pt idx="2753">
                  <c:v>63.0</c:v>
                </c:pt>
                <c:pt idx="2754">
                  <c:v>63.0</c:v>
                </c:pt>
                <c:pt idx="2755">
                  <c:v>63.0</c:v>
                </c:pt>
                <c:pt idx="2756">
                  <c:v>63.0</c:v>
                </c:pt>
                <c:pt idx="2757">
                  <c:v>63.0</c:v>
                </c:pt>
                <c:pt idx="2758">
                  <c:v>63.0</c:v>
                </c:pt>
                <c:pt idx="2759">
                  <c:v>63.0</c:v>
                </c:pt>
                <c:pt idx="2760">
                  <c:v>63.0</c:v>
                </c:pt>
                <c:pt idx="2761">
                  <c:v>63.0</c:v>
                </c:pt>
                <c:pt idx="2762">
                  <c:v>63.0</c:v>
                </c:pt>
                <c:pt idx="2763">
                  <c:v>63.0</c:v>
                </c:pt>
                <c:pt idx="2764">
                  <c:v>63.0</c:v>
                </c:pt>
                <c:pt idx="2765">
                  <c:v>63.0</c:v>
                </c:pt>
                <c:pt idx="2766">
                  <c:v>63.0</c:v>
                </c:pt>
                <c:pt idx="2767">
                  <c:v>63.0</c:v>
                </c:pt>
                <c:pt idx="2768">
                  <c:v>63.0</c:v>
                </c:pt>
                <c:pt idx="2769">
                  <c:v>63.0</c:v>
                </c:pt>
                <c:pt idx="2770">
                  <c:v>63.0</c:v>
                </c:pt>
                <c:pt idx="2771">
                  <c:v>63.0</c:v>
                </c:pt>
                <c:pt idx="2772">
                  <c:v>63.0</c:v>
                </c:pt>
                <c:pt idx="2773">
                  <c:v>63.0</c:v>
                </c:pt>
                <c:pt idx="2774">
                  <c:v>63.0</c:v>
                </c:pt>
                <c:pt idx="2775">
                  <c:v>63.0</c:v>
                </c:pt>
                <c:pt idx="2776">
                  <c:v>63.0</c:v>
                </c:pt>
                <c:pt idx="2777">
                  <c:v>63.0</c:v>
                </c:pt>
                <c:pt idx="2778">
                  <c:v>63.0</c:v>
                </c:pt>
                <c:pt idx="2779">
                  <c:v>63.0</c:v>
                </c:pt>
                <c:pt idx="2780">
                  <c:v>63.0</c:v>
                </c:pt>
                <c:pt idx="2781">
                  <c:v>63.0</c:v>
                </c:pt>
                <c:pt idx="2782">
                  <c:v>63.0</c:v>
                </c:pt>
                <c:pt idx="2783">
                  <c:v>63.0</c:v>
                </c:pt>
                <c:pt idx="2784">
                  <c:v>63.0</c:v>
                </c:pt>
                <c:pt idx="2785">
                  <c:v>63.0</c:v>
                </c:pt>
                <c:pt idx="2786">
                  <c:v>63.0</c:v>
                </c:pt>
                <c:pt idx="2787">
                  <c:v>63.0</c:v>
                </c:pt>
                <c:pt idx="2788">
                  <c:v>63.0</c:v>
                </c:pt>
                <c:pt idx="2789">
                  <c:v>63.0</c:v>
                </c:pt>
                <c:pt idx="2790">
                  <c:v>63.0</c:v>
                </c:pt>
                <c:pt idx="2791">
                  <c:v>63.0</c:v>
                </c:pt>
                <c:pt idx="2792">
                  <c:v>63.0</c:v>
                </c:pt>
                <c:pt idx="2793">
                  <c:v>63.0</c:v>
                </c:pt>
                <c:pt idx="2794">
                  <c:v>63.0</c:v>
                </c:pt>
                <c:pt idx="2795">
                  <c:v>63.0</c:v>
                </c:pt>
                <c:pt idx="2796">
                  <c:v>63.0</c:v>
                </c:pt>
                <c:pt idx="2797">
                  <c:v>63.0</c:v>
                </c:pt>
                <c:pt idx="2798">
                  <c:v>63.0</c:v>
                </c:pt>
                <c:pt idx="2799">
                  <c:v>63.0</c:v>
                </c:pt>
                <c:pt idx="2800">
                  <c:v>63.0</c:v>
                </c:pt>
                <c:pt idx="2801">
                  <c:v>63.0</c:v>
                </c:pt>
                <c:pt idx="2802">
                  <c:v>63.0</c:v>
                </c:pt>
                <c:pt idx="2803">
                  <c:v>63.0</c:v>
                </c:pt>
                <c:pt idx="2804">
                  <c:v>63.0</c:v>
                </c:pt>
                <c:pt idx="2805">
                  <c:v>63.0</c:v>
                </c:pt>
                <c:pt idx="2806">
                  <c:v>63.0</c:v>
                </c:pt>
                <c:pt idx="2807">
                  <c:v>63.0</c:v>
                </c:pt>
                <c:pt idx="2808">
                  <c:v>63.0</c:v>
                </c:pt>
                <c:pt idx="2809">
                  <c:v>63.0</c:v>
                </c:pt>
                <c:pt idx="2810">
                  <c:v>63.0</c:v>
                </c:pt>
                <c:pt idx="2811">
                  <c:v>63.0</c:v>
                </c:pt>
                <c:pt idx="2812">
                  <c:v>63.0</c:v>
                </c:pt>
                <c:pt idx="2813">
                  <c:v>63.0</c:v>
                </c:pt>
                <c:pt idx="2814">
                  <c:v>63.0</c:v>
                </c:pt>
                <c:pt idx="2815">
                  <c:v>63.0</c:v>
                </c:pt>
                <c:pt idx="2816">
                  <c:v>63.0</c:v>
                </c:pt>
                <c:pt idx="2817">
                  <c:v>63.0</c:v>
                </c:pt>
                <c:pt idx="2818">
                  <c:v>63.0</c:v>
                </c:pt>
                <c:pt idx="2819">
                  <c:v>63.0</c:v>
                </c:pt>
                <c:pt idx="2820">
                  <c:v>63.0</c:v>
                </c:pt>
                <c:pt idx="2821">
                  <c:v>63.0</c:v>
                </c:pt>
                <c:pt idx="2822">
                  <c:v>63.0</c:v>
                </c:pt>
                <c:pt idx="2823">
                  <c:v>63.0</c:v>
                </c:pt>
                <c:pt idx="2824">
                  <c:v>63.0</c:v>
                </c:pt>
                <c:pt idx="2825">
                  <c:v>63.0</c:v>
                </c:pt>
                <c:pt idx="2826">
                  <c:v>63.0</c:v>
                </c:pt>
                <c:pt idx="2827">
                  <c:v>63.0</c:v>
                </c:pt>
                <c:pt idx="2828">
                  <c:v>63.0</c:v>
                </c:pt>
                <c:pt idx="2829">
                  <c:v>63.0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  <c:pt idx="2738">
                  <c:v>61.2</c:v>
                </c:pt>
                <c:pt idx="2739">
                  <c:v>61.2</c:v>
                </c:pt>
                <c:pt idx="2740">
                  <c:v>61.2</c:v>
                </c:pt>
                <c:pt idx="2741">
                  <c:v>61.2</c:v>
                </c:pt>
                <c:pt idx="2742">
                  <c:v>61.2</c:v>
                </c:pt>
                <c:pt idx="2743">
                  <c:v>61.2</c:v>
                </c:pt>
                <c:pt idx="2744">
                  <c:v>61.2</c:v>
                </c:pt>
                <c:pt idx="2745">
                  <c:v>61.2</c:v>
                </c:pt>
                <c:pt idx="2746">
                  <c:v>61.2</c:v>
                </c:pt>
                <c:pt idx="2747">
                  <c:v>61.2</c:v>
                </c:pt>
                <c:pt idx="2748">
                  <c:v>61.2</c:v>
                </c:pt>
                <c:pt idx="2749">
                  <c:v>61.2</c:v>
                </c:pt>
                <c:pt idx="2750">
                  <c:v>61.2</c:v>
                </c:pt>
                <c:pt idx="2751">
                  <c:v>61.2</c:v>
                </c:pt>
                <c:pt idx="2752">
                  <c:v>61.2</c:v>
                </c:pt>
                <c:pt idx="2753">
                  <c:v>61.2</c:v>
                </c:pt>
                <c:pt idx="2754">
                  <c:v>61.2</c:v>
                </c:pt>
                <c:pt idx="2755">
                  <c:v>61.2</c:v>
                </c:pt>
                <c:pt idx="2756">
                  <c:v>61.2</c:v>
                </c:pt>
                <c:pt idx="2757">
                  <c:v>61.2</c:v>
                </c:pt>
                <c:pt idx="2758">
                  <c:v>61.2</c:v>
                </c:pt>
                <c:pt idx="2759">
                  <c:v>61.2</c:v>
                </c:pt>
                <c:pt idx="2760">
                  <c:v>61.2</c:v>
                </c:pt>
                <c:pt idx="2761">
                  <c:v>61.2</c:v>
                </c:pt>
                <c:pt idx="2762">
                  <c:v>61.2</c:v>
                </c:pt>
                <c:pt idx="2763">
                  <c:v>61.2</c:v>
                </c:pt>
                <c:pt idx="2764">
                  <c:v>61.2</c:v>
                </c:pt>
                <c:pt idx="2765">
                  <c:v>61.2</c:v>
                </c:pt>
                <c:pt idx="2766">
                  <c:v>61.2</c:v>
                </c:pt>
                <c:pt idx="2767">
                  <c:v>61.2</c:v>
                </c:pt>
                <c:pt idx="2768">
                  <c:v>61.2</c:v>
                </c:pt>
                <c:pt idx="2769">
                  <c:v>61.2</c:v>
                </c:pt>
                <c:pt idx="2770">
                  <c:v>61.2</c:v>
                </c:pt>
                <c:pt idx="2771">
                  <c:v>61.2</c:v>
                </c:pt>
                <c:pt idx="2772">
                  <c:v>61.2</c:v>
                </c:pt>
                <c:pt idx="2773">
                  <c:v>61.2</c:v>
                </c:pt>
                <c:pt idx="2774">
                  <c:v>61.2</c:v>
                </c:pt>
                <c:pt idx="2775">
                  <c:v>61.2</c:v>
                </c:pt>
                <c:pt idx="2776">
                  <c:v>61.2</c:v>
                </c:pt>
                <c:pt idx="2777">
                  <c:v>61.2</c:v>
                </c:pt>
                <c:pt idx="2778">
                  <c:v>61.2</c:v>
                </c:pt>
                <c:pt idx="2779">
                  <c:v>61.2</c:v>
                </c:pt>
                <c:pt idx="2780">
                  <c:v>61.2</c:v>
                </c:pt>
                <c:pt idx="2781">
                  <c:v>61.2</c:v>
                </c:pt>
                <c:pt idx="2782">
                  <c:v>61.2</c:v>
                </c:pt>
                <c:pt idx="2783">
                  <c:v>61.2</c:v>
                </c:pt>
                <c:pt idx="2784">
                  <c:v>61.2</c:v>
                </c:pt>
                <c:pt idx="2785">
                  <c:v>61.2</c:v>
                </c:pt>
                <c:pt idx="2786">
                  <c:v>61.2</c:v>
                </c:pt>
                <c:pt idx="2787">
                  <c:v>61.2</c:v>
                </c:pt>
                <c:pt idx="2788">
                  <c:v>61.2</c:v>
                </c:pt>
                <c:pt idx="2789">
                  <c:v>61.2</c:v>
                </c:pt>
                <c:pt idx="2790">
                  <c:v>61.2</c:v>
                </c:pt>
                <c:pt idx="2791">
                  <c:v>61.2</c:v>
                </c:pt>
                <c:pt idx="2792">
                  <c:v>61.2</c:v>
                </c:pt>
                <c:pt idx="2793">
                  <c:v>61.2</c:v>
                </c:pt>
                <c:pt idx="2794">
                  <c:v>61.2</c:v>
                </c:pt>
                <c:pt idx="2795">
                  <c:v>61.2</c:v>
                </c:pt>
                <c:pt idx="2796">
                  <c:v>61.2</c:v>
                </c:pt>
                <c:pt idx="2797">
                  <c:v>61.2</c:v>
                </c:pt>
                <c:pt idx="2798">
                  <c:v>61.2</c:v>
                </c:pt>
                <c:pt idx="2799">
                  <c:v>61.2</c:v>
                </c:pt>
                <c:pt idx="2800">
                  <c:v>61.2</c:v>
                </c:pt>
                <c:pt idx="2801">
                  <c:v>61.2</c:v>
                </c:pt>
                <c:pt idx="2802">
                  <c:v>61.2</c:v>
                </c:pt>
                <c:pt idx="2803">
                  <c:v>61.2</c:v>
                </c:pt>
                <c:pt idx="2804">
                  <c:v>61.2</c:v>
                </c:pt>
                <c:pt idx="2805">
                  <c:v>61.2</c:v>
                </c:pt>
                <c:pt idx="2806">
                  <c:v>61.2</c:v>
                </c:pt>
                <c:pt idx="2807">
                  <c:v>61.2</c:v>
                </c:pt>
                <c:pt idx="2808">
                  <c:v>61.2</c:v>
                </c:pt>
                <c:pt idx="2809">
                  <c:v>61.2</c:v>
                </c:pt>
                <c:pt idx="2810">
                  <c:v>61.2</c:v>
                </c:pt>
                <c:pt idx="2811">
                  <c:v>61.2</c:v>
                </c:pt>
                <c:pt idx="2812">
                  <c:v>61.2</c:v>
                </c:pt>
                <c:pt idx="2813">
                  <c:v>61.2</c:v>
                </c:pt>
                <c:pt idx="2814">
                  <c:v>61.2</c:v>
                </c:pt>
                <c:pt idx="2815">
                  <c:v>61.2</c:v>
                </c:pt>
                <c:pt idx="2816">
                  <c:v>61.2</c:v>
                </c:pt>
                <c:pt idx="2817">
                  <c:v>61.2</c:v>
                </c:pt>
                <c:pt idx="2818">
                  <c:v>61.2</c:v>
                </c:pt>
                <c:pt idx="2819">
                  <c:v>61.2</c:v>
                </c:pt>
                <c:pt idx="2820">
                  <c:v>61.2</c:v>
                </c:pt>
                <c:pt idx="2821">
                  <c:v>61.2</c:v>
                </c:pt>
                <c:pt idx="2822">
                  <c:v>61.2</c:v>
                </c:pt>
                <c:pt idx="2823">
                  <c:v>61.2</c:v>
                </c:pt>
                <c:pt idx="2824">
                  <c:v>61.2</c:v>
                </c:pt>
                <c:pt idx="2825">
                  <c:v>61.2</c:v>
                </c:pt>
                <c:pt idx="2826">
                  <c:v>61.2</c:v>
                </c:pt>
                <c:pt idx="2827">
                  <c:v>61.2</c:v>
                </c:pt>
                <c:pt idx="2828">
                  <c:v>61.2</c:v>
                </c:pt>
                <c:pt idx="2829">
                  <c:v>61.2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25.1</c:v>
                </c:pt>
                <c:pt idx="2558">
                  <c:v>25.1</c:v>
                </c:pt>
                <c:pt idx="2559">
                  <c:v>25.1</c:v>
                </c:pt>
                <c:pt idx="2560">
                  <c:v>25.1</c:v>
                </c:pt>
                <c:pt idx="2561">
                  <c:v>25.1</c:v>
                </c:pt>
                <c:pt idx="2562">
                  <c:v>25.1</c:v>
                </c:pt>
                <c:pt idx="2563">
                  <c:v>25.1</c:v>
                </c:pt>
                <c:pt idx="2564">
                  <c:v>25.1</c:v>
                </c:pt>
                <c:pt idx="2565">
                  <c:v>25.1</c:v>
                </c:pt>
                <c:pt idx="2566">
                  <c:v>25.1</c:v>
                </c:pt>
                <c:pt idx="2567">
                  <c:v>25.1</c:v>
                </c:pt>
                <c:pt idx="2568">
                  <c:v>25.1</c:v>
                </c:pt>
                <c:pt idx="2569">
                  <c:v>25.1</c:v>
                </c:pt>
                <c:pt idx="2570">
                  <c:v>25.1</c:v>
                </c:pt>
                <c:pt idx="2571">
                  <c:v>25.1</c:v>
                </c:pt>
                <c:pt idx="2572">
                  <c:v>25.1</c:v>
                </c:pt>
                <c:pt idx="2573">
                  <c:v>25.1</c:v>
                </c:pt>
                <c:pt idx="2574">
                  <c:v>25.1</c:v>
                </c:pt>
                <c:pt idx="2575">
                  <c:v>25.1</c:v>
                </c:pt>
                <c:pt idx="2576">
                  <c:v>25.1</c:v>
                </c:pt>
                <c:pt idx="2577">
                  <c:v>25.1</c:v>
                </c:pt>
                <c:pt idx="2578">
                  <c:v>25.1</c:v>
                </c:pt>
                <c:pt idx="2579">
                  <c:v>25.1</c:v>
                </c:pt>
                <c:pt idx="2580">
                  <c:v>25.1</c:v>
                </c:pt>
                <c:pt idx="2581">
                  <c:v>25.1</c:v>
                </c:pt>
                <c:pt idx="2582">
                  <c:v>25.1</c:v>
                </c:pt>
                <c:pt idx="2583">
                  <c:v>25.1</c:v>
                </c:pt>
                <c:pt idx="2584">
                  <c:v>25.1</c:v>
                </c:pt>
                <c:pt idx="2585">
                  <c:v>25.1</c:v>
                </c:pt>
                <c:pt idx="2586">
                  <c:v>25.1</c:v>
                </c:pt>
                <c:pt idx="2587">
                  <c:v>25.1</c:v>
                </c:pt>
                <c:pt idx="2588">
                  <c:v>25.1</c:v>
                </c:pt>
                <c:pt idx="2589">
                  <c:v>25.1</c:v>
                </c:pt>
                <c:pt idx="2590">
                  <c:v>25.1</c:v>
                </c:pt>
                <c:pt idx="2591">
                  <c:v>25.1</c:v>
                </c:pt>
                <c:pt idx="2592">
                  <c:v>25.1</c:v>
                </c:pt>
                <c:pt idx="2593">
                  <c:v>25.1</c:v>
                </c:pt>
                <c:pt idx="2594">
                  <c:v>25.1</c:v>
                </c:pt>
                <c:pt idx="2595">
                  <c:v>25.1</c:v>
                </c:pt>
                <c:pt idx="2596">
                  <c:v>25.1</c:v>
                </c:pt>
                <c:pt idx="2597">
                  <c:v>25.1</c:v>
                </c:pt>
                <c:pt idx="2598">
                  <c:v>25.1</c:v>
                </c:pt>
                <c:pt idx="2599">
                  <c:v>25.1</c:v>
                </c:pt>
                <c:pt idx="2600">
                  <c:v>25.1</c:v>
                </c:pt>
                <c:pt idx="2601">
                  <c:v>25.1</c:v>
                </c:pt>
                <c:pt idx="2602">
                  <c:v>25.1</c:v>
                </c:pt>
                <c:pt idx="2603">
                  <c:v>25.1</c:v>
                </c:pt>
                <c:pt idx="2604">
                  <c:v>25.1</c:v>
                </c:pt>
                <c:pt idx="2605">
                  <c:v>25.1</c:v>
                </c:pt>
                <c:pt idx="2606">
                  <c:v>25.1</c:v>
                </c:pt>
                <c:pt idx="2607">
                  <c:v>25.1</c:v>
                </c:pt>
                <c:pt idx="2608">
                  <c:v>25.1</c:v>
                </c:pt>
                <c:pt idx="2609">
                  <c:v>25.1</c:v>
                </c:pt>
                <c:pt idx="2610">
                  <c:v>25.1</c:v>
                </c:pt>
                <c:pt idx="2611">
                  <c:v>25.1</c:v>
                </c:pt>
                <c:pt idx="2612">
                  <c:v>25.1</c:v>
                </c:pt>
                <c:pt idx="2613">
                  <c:v>25.1</c:v>
                </c:pt>
                <c:pt idx="2614">
                  <c:v>25.1</c:v>
                </c:pt>
                <c:pt idx="2615">
                  <c:v>25.1</c:v>
                </c:pt>
                <c:pt idx="2616">
                  <c:v>25.1</c:v>
                </c:pt>
                <c:pt idx="2617">
                  <c:v>25.1</c:v>
                </c:pt>
                <c:pt idx="2618">
                  <c:v>25.1</c:v>
                </c:pt>
                <c:pt idx="2619">
                  <c:v>25.1</c:v>
                </c:pt>
                <c:pt idx="2620">
                  <c:v>25.1</c:v>
                </c:pt>
                <c:pt idx="2621">
                  <c:v>25.1</c:v>
                </c:pt>
                <c:pt idx="2622">
                  <c:v>25.1</c:v>
                </c:pt>
                <c:pt idx="2623">
                  <c:v>25.1</c:v>
                </c:pt>
                <c:pt idx="2624">
                  <c:v>25.1</c:v>
                </c:pt>
                <c:pt idx="2625">
                  <c:v>25.1</c:v>
                </c:pt>
                <c:pt idx="2626">
                  <c:v>25.1</c:v>
                </c:pt>
                <c:pt idx="2627">
                  <c:v>25.1</c:v>
                </c:pt>
                <c:pt idx="2628">
                  <c:v>25.1</c:v>
                </c:pt>
                <c:pt idx="2629">
                  <c:v>25.1</c:v>
                </c:pt>
                <c:pt idx="2630">
                  <c:v>25.1</c:v>
                </c:pt>
                <c:pt idx="2631">
                  <c:v>25.1</c:v>
                </c:pt>
                <c:pt idx="2632">
                  <c:v>25.1</c:v>
                </c:pt>
                <c:pt idx="2633">
                  <c:v>25.1</c:v>
                </c:pt>
                <c:pt idx="2634">
                  <c:v>25.1</c:v>
                </c:pt>
                <c:pt idx="2635">
                  <c:v>25.1</c:v>
                </c:pt>
                <c:pt idx="2636">
                  <c:v>25.1</c:v>
                </c:pt>
                <c:pt idx="2637">
                  <c:v>25.1</c:v>
                </c:pt>
                <c:pt idx="2638">
                  <c:v>25.1</c:v>
                </c:pt>
                <c:pt idx="2639">
                  <c:v>25.1</c:v>
                </c:pt>
                <c:pt idx="2640">
                  <c:v>25.1</c:v>
                </c:pt>
                <c:pt idx="2641">
                  <c:v>25.1</c:v>
                </c:pt>
                <c:pt idx="2642">
                  <c:v>25.1</c:v>
                </c:pt>
                <c:pt idx="2643">
                  <c:v>25.1</c:v>
                </c:pt>
                <c:pt idx="2644">
                  <c:v>25.1</c:v>
                </c:pt>
                <c:pt idx="2645">
                  <c:v>25.1</c:v>
                </c:pt>
                <c:pt idx="2646">
                  <c:v>25.1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  <c:pt idx="2738">
                  <c:v>63.5</c:v>
                </c:pt>
                <c:pt idx="2739">
                  <c:v>63.5</c:v>
                </c:pt>
                <c:pt idx="2740">
                  <c:v>63.5</c:v>
                </c:pt>
                <c:pt idx="2741">
                  <c:v>63.5</c:v>
                </c:pt>
                <c:pt idx="2742">
                  <c:v>63.5</c:v>
                </c:pt>
                <c:pt idx="2743">
                  <c:v>63.5</c:v>
                </c:pt>
                <c:pt idx="2744">
                  <c:v>63.5</c:v>
                </c:pt>
                <c:pt idx="2745">
                  <c:v>63.5</c:v>
                </c:pt>
                <c:pt idx="2746">
                  <c:v>63.5</c:v>
                </c:pt>
                <c:pt idx="2747">
                  <c:v>63.5</c:v>
                </c:pt>
                <c:pt idx="2748">
                  <c:v>63.5</c:v>
                </c:pt>
                <c:pt idx="2749">
                  <c:v>63.5</c:v>
                </c:pt>
                <c:pt idx="2750">
                  <c:v>63.5</c:v>
                </c:pt>
                <c:pt idx="2751">
                  <c:v>63.5</c:v>
                </c:pt>
                <c:pt idx="2752">
                  <c:v>63.5</c:v>
                </c:pt>
                <c:pt idx="2753">
                  <c:v>63.5</c:v>
                </c:pt>
                <c:pt idx="2754">
                  <c:v>63.5</c:v>
                </c:pt>
                <c:pt idx="2755">
                  <c:v>63.5</c:v>
                </c:pt>
                <c:pt idx="2756">
                  <c:v>63.5</c:v>
                </c:pt>
                <c:pt idx="2757">
                  <c:v>63.5</c:v>
                </c:pt>
                <c:pt idx="2758">
                  <c:v>63.5</c:v>
                </c:pt>
                <c:pt idx="2759">
                  <c:v>63.5</c:v>
                </c:pt>
                <c:pt idx="2760">
                  <c:v>63.5</c:v>
                </c:pt>
                <c:pt idx="2761">
                  <c:v>63.5</c:v>
                </c:pt>
                <c:pt idx="2762">
                  <c:v>63.5</c:v>
                </c:pt>
                <c:pt idx="2763">
                  <c:v>63.5</c:v>
                </c:pt>
                <c:pt idx="2764">
                  <c:v>63.5</c:v>
                </c:pt>
                <c:pt idx="2765">
                  <c:v>63.5</c:v>
                </c:pt>
                <c:pt idx="2766">
                  <c:v>63.5</c:v>
                </c:pt>
                <c:pt idx="2767">
                  <c:v>63.5</c:v>
                </c:pt>
                <c:pt idx="2768">
                  <c:v>63.5</c:v>
                </c:pt>
                <c:pt idx="2769">
                  <c:v>63.5</c:v>
                </c:pt>
                <c:pt idx="2770">
                  <c:v>63.5</c:v>
                </c:pt>
                <c:pt idx="2771">
                  <c:v>63.5</c:v>
                </c:pt>
                <c:pt idx="2772">
                  <c:v>63.5</c:v>
                </c:pt>
                <c:pt idx="2773">
                  <c:v>63.5</c:v>
                </c:pt>
                <c:pt idx="2774">
                  <c:v>63.5</c:v>
                </c:pt>
                <c:pt idx="2775">
                  <c:v>63.5</c:v>
                </c:pt>
                <c:pt idx="2776">
                  <c:v>63.5</c:v>
                </c:pt>
                <c:pt idx="2777">
                  <c:v>63.5</c:v>
                </c:pt>
                <c:pt idx="2778">
                  <c:v>63.5</c:v>
                </c:pt>
                <c:pt idx="2779">
                  <c:v>63.5</c:v>
                </c:pt>
                <c:pt idx="2780">
                  <c:v>63.5</c:v>
                </c:pt>
                <c:pt idx="2781">
                  <c:v>63.5</c:v>
                </c:pt>
                <c:pt idx="2782">
                  <c:v>63.5</c:v>
                </c:pt>
                <c:pt idx="2783">
                  <c:v>63.5</c:v>
                </c:pt>
                <c:pt idx="2784">
                  <c:v>63.5</c:v>
                </c:pt>
                <c:pt idx="2785">
                  <c:v>63.5</c:v>
                </c:pt>
                <c:pt idx="2786">
                  <c:v>63.5</c:v>
                </c:pt>
                <c:pt idx="2787">
                  <c:v>63.5</c:v>
                </c:pt>
                <c:pt idx="2788">
                  <c:v>63.5</c:v>
                </c:pt>
                <c:pt idx="2789">
                  <c:v>63.5</c:v>
                </c:pt>
                <c:pt idx="2790">
                  <c:v>63.5</c:v>
                </c:pt>
                <c:pt idx="2791">
                  <c:v>63.5</c:v>
                </c:pt>
                <c:pt idx="2792">
                  <c:v>63.5</c:v>
                </c:pt>
                <c:pt idx="2793">
                  <c:v>63.5</c:v>
                </c:pt>
                <c:pt idx="2794">
                  <c:v>63.5</c:v>
                </c:pt>
                <c:pt idx="2795">
                  <c:v>63.5</c:v>
                </c:pt>
                <c:pt idx="2796">
                  <c:v>63.5</c:v>
                </c:pt>
                <c:pt idx="2797">
                  <c:v>63.5</c:v>
                </c:pt>
                <c:pt idx="2798">
                  <c:v>63.5</c:v>
                </c:pt>
                <c:pt idx="2799">
                  <c:v>63.5</c:v>
                </c:pt>
                <c:pt idx="2800">
                  <c:v>63.5</c:v>
                </c:pt>
                <c:pt idx="2801">
                  <c:v>63.5</c:v>
                </c:pt>
                <c:pt idx="2802">
                  <c:v>63.5</c:v>
                </c:pt>
                <c:pt idx="2803">
                  <c:v>63.5</c:v>
                </c:pt>
                <c:pt idx="2804">
                  <c:v>63.5</c:v>
                </c:pt>
                <c:pt idx="2805">
                  <c:v>63.5</c:v>
                </c:pt>
                <c:pt idx="2806">
                  <c:v>63.5</c:v>
                </c:pt>
                <c:pt idx="2807">
                  <c:v>63.5</c:v>
                </c:pt>
                <c:pt idx="2808">
                  <c:v>63.5</c:v>
                </c:pt>
                <c:pt idx="2809">
                  <c:v>63.5</c:v>
                </c:pt>
                <c:pt idx="2810">
                  <c:v>63.5</c:v>
                </c:pt>
                <c:pt idx="2811">
                  <c:v>63.5</c:v>
                </c:pt>
                <c:pt idx="2812">
                  <c:v>63.5</c:v>
                </c:pt>
                <c:pt idx="2813">
                  <c:v>63.5</c:v>
                </c:pt>
                <c:pt idx="2814">
                  <c:v>63.5</c:v>
                </c:pt>
                <c:pt idx="2815">
                  <c:v>63.5</c:v>
                </c:pt>
                <c:pt idx="2816">
                  <c:v>63.5</c:v>
                </c:pt>
                <c:pt idx="2817">
                  <c:v>63.5</c:v>
                </c:pt>
                <c:pt idx="2818">
                  <c:v>63.5</c:v>
                </c:pt>
                <c:pt idx="2819">
                  <c:v>63.5</c:v>
                </c:pt>
                <c:pt idx="2820">
                  <c:v>63.5</c:v>
                </c:pt>
                <c:pt idx="2821">
                  <c:v>63.5</c:v>
                </c:pt>
                <c:pt idx="2822">
                  <c:v>63.5</c:v>
                </c:pt>
                <c:pt idx="2823">
                  <c:v>63.5</c:v>
                </c:pt>
                <c:pt idx="2824">
                  <c:v>63.5</c:v>
                </c:pt>
                <c:pt idx="2825">
                  <c:v>63.5</c:v>
                </c:pt>
                <c:pt idx="2826">
                  <c:v>63.5</c:v>
                </c:pt>
                <c:pt idx="2827">
                  <c:v>63.5</c:v>
                </c:pt>
                <c:pt idx="2828">
                  <c:v>63.5</c:v>
                </c:pt>
                <c:pt idx="2829">
                  <c:v>63.5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G2_MonthDuck!$BV$2:$BV$25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G2_MonthDuck!$BW$2:$BW$25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G2_MonthDuck!$BX$2:$BX$25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G2_MonthDuck!$BY$2:$BY$25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G2_MonthDuck!$BZ$2:$BZ$25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G2_MonthDuck!$CA$2:$CA$25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G2_MonthDuck!$CB$2:$CB$25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G2_MonthDuck!$CC$2:$CC$25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G2_MonthDuck!$CD$2:$CD$25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G2_MonthDuck!$CE$2:$CE$25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G2_MonthDuck!$CF$2:$CF$25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G2_MonthDuck!$CG$2:$CG$25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49.09</c:v>
                </c:pt>
                <c:pt idx="89">
                  <c:v>48.67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40.72</c:v>
                </c:pt>
                <c:pt idx="86">
                  <c:v>40.52</c:v>
                </c:pt>
                <c:pt idx="87">
                  <c:v>40.65</c:v>
                </c:pt>
                <c:pt idx="88">
                  <c:v>41.35</c:v>
                </c:pt>
                <c:pt idx="89">
                  <c:v>42.07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-60.96</c:v>
                </c:pt>
                <c:pt idx="89">
                  <c:v>-41.0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3.99</c:v>
                </c:pt>
                <c:pt idx="89">
                  <c:v>-19.73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2019</c:v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D_NetloadDuck!$B$2:$B$25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2020</c:v>
          </c:tx>
          <c:spPr>
            <a:ln w="22000">
              <a:solidFill>
                <a:srgbClr val="ABC4C4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D_NetloadDuck!$C$2:$C$25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2021</c:v>
          </c:tx>
          <c:spPr>
            <a:ln w="22000">
              <a:solidFill>
                <a:srgbClr val="8CB6BB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D_NetloadDuck!$D$2:$D$25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2022</c:v>
          </c:tx>
          <c:spPr>
            <a:ln w="22000">
              <a:solidFill>
                <a:srgbClr val="6EA8B2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D_NetloadDuck!$E$2:$E$25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2023</c:v>
          </c:tx>
          <c:spPr>
            <a:ln w="22000">
              <a:solidFill>
                <a:srgbClr val="5893A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D_NetloadDuck!$F$2:$F$25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2024</c:v>
          </c:tx>
          <c:spPr>
            <a:ln w="22000">
              <a:solidFill>
                <a:srgbClr val="4A779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D_NetloadDuck!$G$2:$G$25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2025</c:v>
          </c:tx>
          <c:spPr>
            <a:ln w="22000">
              <a:solidFill>
                <a:srgbClr val="3C5A8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D_NetloadDuck!$H$2:$H$25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2026 YTD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D_NetloadDuck!$I$2:$I$25</c:f>
              <c:numCache>
                <c:formatCode>General</c:formatCode>
                <c:ptCount val="24"/>
                <c:pt idx="0">
                  <c:v>28.67</c:v>
                </c:pt>
                <c:pt idx="1">
                  <c:v>28.62</c:v>
                </c:pt>
                <c:pt idx="2">
                  <c:v>29.29</c:v>
                </c:pt>
                <c:pt idx="3">
                  <c:v>30.79</c:v>
                </c:pt>
                <c:pt idx="4">
                  <c:v>33.37</c:v>
                </c:pt>
                <c:pt idx="5">
                  <c:v>34.72</c:v>
                </c:pt>
                <c:pt idx="6">
                  <c:v>32.97</c:v>
                </c:pt>
                <c:pt idx="7">
                  <c:v>28.01</c:v>
                </c:pt>
                <c:pt idx="8">
                  <c:v>22.47</c:v>
                </c:pt>
                <c:pt idx="9">
                  <c:v>18.18</c:v>
                </c:pt>
                <c:pt idx="10">
                  <c:v>15.32</c:v>
                </c:pt>
                <c:pt idx="11">
                  <c:v>14.02</c:v>
                </c:pt>
                <c:pt idx="12">
                  <c:v>13.93</c:v>
                </c:pt>
                <c:pt idx="13">
                  <c:v>15.95</c:v>
                </c:pt>
                <c:pt idx="14">
                  <c:v>20.49</c:v>
                </c:pt>
                <c:pt idx="15">
                  <c:v>27.26</c:v>
                </c:pt>
                <c:pt idx="16">
                  <c:v>35.62</c:v>
                </c:pt>
                <c:pt idx="17">
                  <c:v>41.28</c:v>
                </c:pt>
                <c:pt idx="18">
                  <c:v>42.35</c:v>
                </c:pt>
                <c:pt idx="19">
                  <c:v>40.08</c:v>
                </c:pt>
                <c:pt idx="20">
                  <c:v>37.18</c:v>
                </c:pt>
                <c:pt idx="21">
                  <c:v>34.36</c:v>
                </c:pt>
                <c:pt idx="22">
                  <c:v>31.62</c:v>
                </c:pt>
                <c:pt idx="23">
                  <c:v>29.75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