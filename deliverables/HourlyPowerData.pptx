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  <p:sldMasterId id="2147483672" r:id="rId5"/>
  </p:sldMasterIdLst>
  <p:notesMasterIdLst>
    <p:notesMasterId r:id="rId27"/>
  </p:notesMasterIdLst>
  <p:handoutMasterIdLst>
    <p:handoutMasterId r:id="rId28"/>
  </p:handoutMasterIdLst>
  <p:sldIdLst>
    <p:sldId id="256" r:id="rId26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</p:sldIdLst>
  <p:sldSz cx="9906000" cy="6858000" type="A4"/>
  <p:notesSz cx="7099300" cy="10234613"/>
  <p:embeddedFontLst>
    <p:embeddedFont>
      <p:font typeface="Calluna" panose="00000500000000000000" pitchFamily="2" charset="0"/>
      <p:regular r:id="rId29"/>
      <p:bold r:id="rId30"/>
      <p:italic r:id="rId31"/>
      <p:boldItalic r:id="rId32"/>
    </p:embeddedFont>
    <p:embeddedFont>
      <p:font typeface="Calluna Lght" panose="00000400000000000000" pitchFamily="2" charset="0"/>
      <p:regular r:id="rId33"/>
    </p:embeddedFont>
    <p:embeddedFont>
      <p:font typeface="Garamond" panose="02020404030301010803" pitchFamily="18" charset="0"/>
      <p:regular r:id="rId34"/>
      <p:bold r:id="rId35"/>
      <p:italic r:id="rId36"/>
    </p:embeddedFon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F0ECE9"/>
    <a:srgbClr val="D4D1CB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96247" autoAdjust="0"/>
  </p:normalViewPr>
  <p:slideViewPr>
    <p:cSldViewPr snapToGrid="0" showGuides="1">
      <p:cViewPr varScale="1">
        <p:scale>
          <a:sx n="159" d="100"/>
          <a:sy n="159" d="100"/>
        </p:scale>
        <p:origin x="14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32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font" Target="fonts/font12.fntdata"/><Relationship Id="rId41" Type="http://schemas.openxmlformats.org/officeDocument/2006/relationships/font" Target="fonts/font13.fntdata"/><Relationship Id="rId42" Type="http://schemas.openxmlformats.org/officeDocument/2006/relationships/font" Target="fonts/font14.fntdata"/><Relationship Id="rId43" Type="http://schemas.openxmlformats.org/officeDocument/2006/relationships/font" Target="fonts/font15.fntdata"/><Relationship Id="rId44" Type="http://schemas.openxmlformats.org/officeDocument/2006/relationships/font" Target="fonts/font16.fntdata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0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1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2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3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4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5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6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7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8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9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xmlns:a="http://schemas.openxmlformats.org/drawingml/2006/main"/>
          <a:p xmlns:a="http://schemas.openxmlformats.org/drawingml/2006/main">
            <a:pPr>
              <a:defRPr sz="800" b="0" i="1"/>
            </a:pPr>
            <a:r>
              <a:rPr lang="en-GB" sz="800" b="0" i="1"/>
              <a:t>GB = Elexon market index (within-day), not a day-ahead auction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Line_Window!$C$2:$C$8</c:f>
              <c:numCache>
                <c:formatCode>General</c:formatCode>
                <c:ptCount val="7"/>
                <c:pt idx="0">
                  <c:v>15.52</c:v>
                </c:pt>
                <c:pt idx="1">
                  <c:v>17.5</c:v>
                </c:pt>
                <c:pt idx="2">
                  <c:v>73.680000000000007</c:v>
                </c:pt>
                <c:pt idx="3">
                  <c:v>142.82</c:v>
                </c:pt>
                <c:pt idx="4">
                  <c:v>47.58</c:v>
                </c:pt>
                <c:pt idx="5">
                  <c:v>52.73</c:v>
                </c:pt>
                <c:pt idx="6">
                  <c:v>52.09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B-4255-A6F9-BCCF10782647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Line_Window!$D$2:$D$8</c:f>
              <c:numCache>
                <c:formatCode>General</c:formatCode>
                <c:ptCount val="7"/>
                <c:pt idx="0">
                  <c:v>10.88</c:v>
                </c:pt>
                <c:pt idx="1">
                  <c:v>11.42</c:v>
                </c:pt>
                <c:pt idx="2">
                  <c:v>74.709999999999994</c:v>
                </c:pt>
                <c:pt idx="3">
                  <c:v>69.459999999999994</c:v>
                </c:pt>
                <c:pt idx="4">
                  <c:v>41.34</c:v>
                </c:pt>
                <c:pt idx="5">
                  <c:v>45.94</c:v>
                </c:pt>
                <c:pt idx="6">
                  <c:v>47.61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B-4255-A6F9-BCCF10782647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Line_Window!$E$2:$E$8</c:f>
              <c:numCache>
                <c:formatCode>General</c:formatCode>
                <c:ptCount val="7"/>
                <c:pt idx="0">
                  <c:v>10.81</c:v>
                </c:pt>
                <c:pt idx="1">
                  <c:v>11.26</c:v>
                </c:pt>
                <c:pt idx="2">
                  <c:v>74.7</c:v>
                </c:pt>
                <c:pt idx="3">
                  <c:v>69.13</c:v>
                </c:pt>
                <c:pt idx="4">
                  <c:v>39.93</c:v>
                </c:pt>
                <c:pt idx="5">
                  <c:v>45.57</c:v>
                </c:pt>
                <c:pt idx="6">
                  <c:v>46.44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1B-4255-A6F9-BCCF10782647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Line_Window!$F$2:$F$8</c:f>
              <c:numCache>
                <c:formatCode>General</c:formatCode>
                <c:ptCount val="7"/>
                <c:pt idx="0">
                  <c:v>14.02</c:v>
                </c:pt>
                <c:pt idx="1">
                  <c:v>16.11</c:v>
                </c:pt>
                <c:pt idx="2">
                  <c:v>84.31</c:v>
                </c:pt>
                <c:pt idx="3">
                  <c:v>145.84</c:v>
                </c:pt>
                <c:pt idx="4">
                  <c:v>45.53</c:v>
                </c:pt>
                <c:pt idx="5">
                  <c:v>40.659999999999997</c:v>
                </c:pt>
                <c:pt idx="6">
                  <c:v>46.38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1B-4255-A6F9-BCCF10782647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Line_Window!$G$2:$G$8</c:f>
              <c:numCache>
                <c:formatCode>General</c:formatCode>
                <c:ptCount val="7"/>
                <c:pt idx="0">
                  <c:v>12.67</c:v>
                </c:pt>
                <c:pt idx="1">
                  <c:v>14.63</c:v>
                </c:pt>
                <c:pt idx="2">
                  <c:v>81.08</c:v>
                </c:pt>
                <c:pt idx="3">
                  <c:v>133.15</c:v>
                </c:pt>
                <c:pt idx="4">
                  <c:v>35.590000000000003</c:v>
                </c:pt>
                <c:pt idx="5">
                  <c:v>29.66</c:v>
                </c:pt>
                <c:pt idx="6">
                  <c:v>29.69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1B-4255-A6F9-BCCF10782647}"/>
            </c:ext>
          </c:extLst>
        </c:ser>
        <c:ser>
          <c:idx val="5"/>
          <c:order val="5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0"/>
              </c:numCache>
            </c:numRef>
          </c:cat>
          <c:val>
            <c:numRef>
              <c:f>Line_Window!$EZ$2:$EZ$8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xmlns:a="http://schemas.openxmlformats.org/drawingml/2006/main"/>
          <a:p xmlns:a="http://schemas.openxmlformats.org/drawingml/2006/main">
            <a:pPr>
              <a:defRPr sz="800" b="0" i="1"/>
            </a:pPr>
            <a:r>
              <a:rPr lang="en-GB" sz="800" b="0" i="1"/>
              <a:t>GB = Elexon market index (within-day), not a day-ahead auction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Germany</c:v>
          </c:tx>
          <c:spPr>
            <a:solidFill>
              <a:srgbClr val="2E3E80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Line_Window!$H$2:$H$8</c:f>
              <c:numCache>
                <c:formatCode>General</c:formatCode>
                <c:ptCount val="7"/>
                <c:pt idx="0">
                  <c:v>211</c:v>
                </c:pt>
                <c:pt idx="1">
                  <c:v>298</c:v>
                </c:pt>
                <c:pt idx="2">
                  <c:v>139</c:v>
                </c:pt>
                <c:pt idx="3">
                  <c:v>70</c:v>
                </c:pt>
                <c:pt idx="4">
                  <c:v>300</c:v>
                </c:pt>
                <c:pt idx="5">
                  <c:v>457</c:v>
                </c:pt>
                <c:pt idx="6">
                  <c:v>576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DB9-4944-9DA5-23033AA4BB52}"/>
            </c:ext>
          </c:extLst>
        </c:ser>
        <c:ser>
          <c:idx val="1"/>
          <c:order val="1"/>
          <c:tx>
            <c:v>Spain</c:v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Line_Window!$I$2:$I$8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247</c:v>
                </c:pt>
                <c:pt idx="6">
                  <c:v>556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DB9-4944-9DA5-23033AA4BB52}"/>
            </c:ext>
          </c:extLst>
        </c:ser>
        <c:ser>
          <c:idx val="2"/>
          <c:order val="2"/>
          <c:tx>
            <c:v>Portugal</c:v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Line_Window!$J$2:$J$8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196</c:v>
                </c:pt>
                <c:pt idx="6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DB9-4944-9DA5-23033AA4BB52}"/>
            </c:ext>
          </c:extLst>
        </c:ser>
        <c:ser>
          <c:idx val="3"/>
          <c:order val="3"/>
          <c:tx>
            <c:v>France</c:v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Line_Window!$K$2:$K$8</c:f>
              <c:numCache>
                <c:formatCode>General</c:formatCode>
                <c:ptCount val="7"/>
                <c:pt idx="0">
                  <c:v>27</c:v>
                </c:pt>
                <c:pt idx="1">
                  <c:v>102</c:v>
                </c:pt>
                <c:pt idx="2">
                  <c:v>64</c:v>
                </c:pt>
                <c:pt idx="3">
                  <c:v>4</c:v>
                </c:pt>
                <c:pt idx="4">
                  <c:v>147</c:v>
                </c:pt>
                <c:pt idx="5">
                  <c:v>352</c:v>
                </c:pt>
                <c:pt idx="6">
                  <c:v>513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DB9-4944-9DA5-23033AA4BB52}"/>
            </c:ext>
          </c:extLst>
        </c:ser>
        <c:ser>
          <c:idx val="4"/>
          <c:order val="4"/>
          <c:tx>
            <c:v>Italy</c:v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Line_Window!$L$2:$L$8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9DB9-4944-9DA5-23033AA4BB52}"/>
            </c:ext>
          </c:extLst>
        </c:ser>
        <c:ser>
          <c:idx val="5"/>
          <c:order val="5"/>
          <c:tx>
            <c:v>Great Britain</c:v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0"/>
              </c:numCache>
            </c:numRef>
          </c:cat>
          <c:val>
            <c:numRef>
              <c:f>Line_Window!$FA$2:$FA$8</c:f>
              <c:numCache>
                <c:formatCode>General</c:formatCode>
                <c:ptCount val="0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# hours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Line_Window!$AK$2:$AK$367</c:f>
              <c:numCache>
                <c:formatCode>General</c:formatCode>
                <c:ptCount val="366"/>
                <c:pt idx="0">
                  <c:v>21</c:v>
                </c:pt>
                <c:pt idx="1">
                  <c:v>27</c:v>
                </c:pt>
                <c:pt idx="2">
                  <c:v>27</c:v>
                </c:pt>
                <c:pt idx="3">
                  <c:v>27</c:v>
                </c:pt>
                <c:pt idx="4">
                  <c:v>27</c:v>
                </c:pt>
                <c:pt idx="5">
                  <c:v>27</c:v>
                </c:pt>
                <c:pt idx="6">
                  <c:v>27</c:v>
                </c:pt>
                <c:pt idx="7">
                  <c:v>27</c:v>
                </c:pt>
                <c:pt idx="8">
                  <c:v>27</c:v>
                </c:pt>
                <c:pt idx="9">
                  <c:v>27</c:v>
                </c:pt>
                <c:pt idx="10">
                  <c:v>27</c:v>
                </c:pt>
                <c:pt idx="11">
                  <c:v>27</c:v>
                </c:pt>
                <c:pt idx="12">
                  <c:v>34</c:v>
                </c:pt>
                <c:pt idx="13">
                  <c:v>38</c:v>
                </c:pt>
                <c:pt idx="14">
                  <c:v>38</c:v>
                </c:pt>
                <c:pt idx="15">
                  <c:v>38</c:v>
                </c:pt>
                <c:pt idx="16">
                  <c:v>38</c:v>
                </c:pt>
                <c:pt idx="17">
                  <c:v>38</c:v>
                </c:pt>
                <c:pt idx="18">
                  <c:v>38</c:v>
                </c:pt>
                <c:pt idx="19">
                  <c:v>38</c:v>
                </c:pt>
                <c:pt idx="20">
                  <c:v>38</c:v>
                </c:pt>
                <c:pt idx="21">
                  <c:v>38</c:v>
                </c:pt>
                <c:pt idx="22">
                  <c:v>38</c:v>
                </c:pt>
                <c:pt idx="23">
                  <c:v>38</c:v>
                </c:pt>
                <c:pt idx="24">
                  <c:v>38</c:v>
                </c:pt>
                <c:pt idx="25">
                  <c:v>38</c:v>
                </c:pt>
                <c:pt idx="26">
                  <c:v>38</c:v>
                </c:pt>
                <c:pt idx="27">
                  <c:v>38</c:v>
                </c:pt>
                <c:pt idx="28">
                  <c:v>38</c:v>
                </c:pt>
                <c:pt idx="29">
                  <c:v>38</c:v>
                </c:pt>
                <c:pt idx="30">
                  <c:v>38</c:v>
                </c:pt>
                <c:pt idx="31">
                  <c:v>38</c:v>
                </c:pt>
                <c:pt idx="32">
                  <c:v>38</c:v>
                </c:pt>
                <c:pt idx="33">
                  <c:v>38</c:v>
                </c:pt>
                <c:pt idx="34">
                  <c:v>38</c:v>
                </c:pt>
                <c:pt idx="35">
                  <c:v>38</c:v>
                </c:pt>
                <c:pt idx="36">
                  <c:v>38</c:v>
                </c:pt>
                <c:pt idx="37">
                  <c:v>38</c:v>
                </c:pt>
                <c:pt idx="38">
                  <c:v>39</c:v>
                </c:pt>
                <c:pt idx="39">
                  <c:v>51</c:v>
                </c:pt>
                <c:pt idx="40">
                  <c:v>52</c:v>
                </c:pt>
                <c:pt idx="41">
                  <c:v>56</c:v>
                </c:pt>
                <c:pt idx="42">
                  <c:v>56</c:v>
                </c:pt>
                <c:pt idx="43">
                  <c:v>56</c:v>
                </c:pt>
                <c:pt idx="44">
                  <c:v>56</c:v>
                </c:pt>
                <c:pt idx="45">
                  <c:v>56</c:v>
                </c:pt>
                <c:pt idx="46">
                  <c:v>56</c:v>
                </c:pt>
                <c:pt idx="47">
                  <c:v>56</c:v>
                </c:pt>
                <c:pt idx="48">
                  <c:v>56</c:v>
                </c:pt>
                <c:pt idx="49">
                  <c:v>56</c:v>
                </c:pt>
                <c:pt idx="50">
                  <c:v>56</c:v>
                </c:pt>
                <c:pt idx="51">
                  <c:v>56</c:v>
                </c:pt>
                <c:pt idx="52">
                  <c:v>56</c:v>
                </c:pt>
                <c:pt idx="53">
                  <c:v>56</c:v>
                </c:pt>
                <c:pt idx="54">
                  <c:v>56</c:v>
                </c:pt>
                <c:pt idx="55">
                  <c:v>56</c:v>
                </c:pt>
                <c:pt idx="56">
                  <c:v>56</c:v>
                </c:pt>
                <c:pt idx="57">
                  <c:v>56</c:v>
                </c:pt>
                <c:pt idx="58">
                  <c:v>56</c:v>
                </c:pt>
                <c:pt idx="59">
                  <c:v>56</c:v>
                </c:pt>
                <c:pt idx="60">
                  <c:v>56</c:v>
                </c:pt>
                <c:pt idx="61">
                  <c:v>64</c:v>
                </c:pt>
                <c:pt idx="62">
                  <c:v>72</c:v>
                </c:pt>
                <c:pt idx="63">
                  <c:v>76</c:v>
                </c:pt>
                <c:pt idx="64">
                  <c:v>76</c:v>
                </c:pt>
                <c:pt idx="65">
                  <c:v>76</c:v>
                </c:pt>
                <c:pt idx="66">
                  <c:v>80</c:v>
                </c:pt>
                <c:pt idx="67">
                  <c:v>92</c:v>
                </c:pt>
                <c:pt idx="68">
                  <c:v>97</c:v>
                </c:pt>
                <c:pt idx="69">
                  <c:v>97</c:v>
                </c:pt>
                <c:pt idx="70">
                  <c:v>98</c:v>
                </c:pt>
                <c:pt idx="71">
                  <c:v>100</c:v>
                </c:pt>
                <c:pt idx="72">
                  <c:v>100</c:v>
                </c:pt>
                <c:pt idx="73">
                  <c:v>102</c:v>
                </c:pt>
                <c:pt idx="74">
                  <c:v>106</c:v>
                </c:pt>
                <c:pt idx="75">
                  <c:v>122</c:v>
                </c:pt>
                <c:pt idx="76">
                  <c:v>122</c:v>
                </c:pt>
                <c:pt idx="77">
                  <c:v>122</c:v>
                </c:pt>
                <c:pt idx="78">
                  <c:v>122</c:v>
                </c:pt>
                <c:pt idx="79">
                  <c:v>122</c:v>
                </c:pt>
                <c:pt idx="80">
                  <c:v>122</c:v>
                </c:pt>
                <c:pt idx="81">
                  <c:v>122</c:v>
                </c:pt>
                <c:pt idx="82">
                  <c:v>122</c:v>
                </c:pt>
                <c:pt idx="83">
                  <c:v>122</c:v>
                </c:pt>
                <c:pt idx="84">
                  <c:v>122</c:v>
                </c:pt>
                <c:pt idx="85">
                  <c:v>122</c:v>
                </c:pt>
                <c:pt idx="86">
                  <c:v>122</c:v>
                </c:pt>
                <c:pt idx="87">
                  <c:v>122</c:v>
                </c:pt>
                <c:pt idx="88">
                  <c:v>122</c:v>
                </c:pt>
                <c:pt idx="89">
                  <c:v>122</c:v>
                </c:pt>
                <c:pt idx="90">
                  <c:v>122</c:v>
                </c:pt>
                <c:pt idx="91">
                  <c:v>122</c:v>
                </c:pt>
                <c:pt idx="92">
                  <c:v>122</c:v>
                </c:pt>
                <c:pt idx="93">
                  <c:v>122</c:v>
                </c:pt>
                <c:pt idx="94">
                  <c:v>122</c:v>
                </c:pt>
                <c:pt idx="95">
                  <c:v>122</c:v>
                </c:pt>
                <c:pt idx="96">
                  <c:v>122</c:v>
                </c:pt>
                <c:pt idx="97">
                  <c:v>122</c:v>
                </c:pt>
                <c:pt idx="98">
                  <c:v>122</c:v>
                </c:pt>
                <c:pt idx="99">
                  <c:v>122</c:v>
                </c:pt>
                <c:pt idx="100">
                  <c:v>122</c:v>
                </c:pt>
                <c:pt idx="101">
                  <c:v>122</c:v>
                </c:pt>
                <c:pt idx="102">
                  <c:v>122</c:v>
                </c:pt>
                <c:pt idx="103">
                  <c:v>122</c:v>
                </c:pt>
                <c:pt idx="104">
                  <c:v>122</c:v>
                </c:pt>
                <c:pt idx="105">
                  <c:v>122</c:v>
                </c:pt>
                <c:pt idx="106">
                  <c:v>122</c:v>
                </c:pt>
                <c:pt idx="107">
                  <c:v>122</c:v>
                </c:pt>
                <c:pt idx="108">
                  <c:v>122</c:v>
                </c:pt>
                <c:pt idx="109">
                  <c:v>122</c:v>
                </c:pt>
                <c:pt idx="110">
                  <c:v>122</c:v>
                </c:pt>
                <c:pt idx="111">
                  <c:v>135</c:v>
                </c:pt>
                <c:pt idx="112">
                  <c:v>143</c:v>
                </c:pt>
                <c:pt idx="113">
                  <c:v>143</c:v>
                </c:pt>
                <c:pt idx="114">
                  <c:v>143</c:v>
                </c:pt>
                <c:pt idx="115">
                  <c:v>143</c:v>
                </c:pt>
                <c:pt idx="116">
                  <c:v>143</c:v>
                </c:pt>
                <c:pt idx="117">
                  <c:v>143</c:v>
                </c:pt>
                <c:pt idx="118">
                  <c:v>143</c:v>
                </c:pt>
                <c:pt idx="119">
                  <c:v>143</c:v>
                </c:pt>
                <c:pt idx="120">
                  <c:v>145</c:v>
                </c:pt>
                <c:pt idx="121">
                  <c:v>145</c:v>
                </c:pt>
                <c:pt idx="122">
                  <c:v>145</c:v>
                </c:pt>
                <c:pt idx="123">
                  <c:v>145</c:v>
                </c:pt>
                <c:pt idx="124">
                  <c:v>145</c:v>
                </c:pt>
                <c:pt idx="125">
                  <c:v>145</c:v>
                </c:pt>
                <c:pt idx="126">
                  <c:v>145</c:v>
                </c:pt>
                <c:pt idx="127">
                  <c:v>145</c:v>
                </c:pt>
                <c:pt idx="128">
                  <c:v>145</c:v>
                </c:pt>
                <c:pt idx="129">
                  <c:v>145</c:v>
                </c:pt>
                <c:pt idx="130">
                  <c:v>145</c:v>
                </c:pt>
                <c:pt idx="131">
                  <c:v>149</c:v>
                </c:pt>
                <c:pt idx="132">
                  <c:v>149</c:v>
                </c:pt>
                <c:pt idx="133">
                  <c:v>149</c:v>
                </c:pt>
                <c:pt idx="134">
                  <c:v>149</c:v>
                </c:pt>
                <c:pt idx="135">
                  <c:v>149</c:v>
                </c:pt>
                <c:pt idx="136">
                  <c:v>149</c:v>
                </c:pt>
                <c:pt idx="137">
                  <c:v>149</c:v>
                </c:pt>
                <c:pt idx="138">
                  <c:v>149</c:v>
                </c:pt>
                <c:pt idx="139">
                  <c:v>149</c:v>
                </c:pt>
                <c:pt idx="140">
                  <c:v>149</c:v>
                </c:pt>
                <c:pt idx="141">
                  <c:v>149</c:v>
                </c:pt>
                <c:pt idx="142">
                  <c:v>149</c:v>
                </c:pt>
                <c:pt idx="143">
                  <c:v>149</c:v>
                </c:pt>
                <c:pt idx="144">
                  <c:v>149</c:v>
                </c:pt>
                <c:pt idx="145">
                  <c:v>152</c:v>
                </c:pt>
                <c:pt idx="146">
                  <c:v>152</c:v>
                </c:pt>
                <c:pt idx="147">
                  <c:v>152</c:v>
                </c:pt>
                <c:pt idx="148">
                  <c:v>152</c:v>
                </c:pt>
                <c:pt idx="149">
                  <c:v>155</c:v>
                </c:pt>
                <c:pt idx="150">
                  <c:v>155</c:v>
                </c:pt>
                <c:pt idx="151">
                  <c:v>155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157</c:v>
                </c:pt>
                <c:pt idx="157">
                  <c:v>159</c:v>
                </c:pt>
                <c:pt idx="158">
                  <c:v>176</c:v>
                </c:pt>
                <c:pt idx="159">
                  <c:v>176</c:v>
                </c:pt>
                <c:pt idx="160">
                  <c:v>176</c:v>
                </c:pt>
                <c:pt idx="161">
                  <c:v>176</c:v>
                </c:pt>
                <c:pt idx="162">
                  <c:v>176</c:v>
                </c:pt>
                <c:pt idx="163">
                  <c:v>176</c:v>
                </c:pt>
                <c:pt idx="164">
                  <c:v>176</c:v>
                </c:pt>
                <c:pt idx="165">
                  <c:v>176</c:v>
                </c:pt>
                <c:pt idx="166">
                  <c:v>176</c:v>
                </c:pt>
                <c:pt idx="167">
                  <c:v>176</c:v>
                </c:pt>
                <c:pt idx="168">
                  <c:v>176</c:v>
                </c:pt>
                <c:pt idx="169">
                  <c:v>176</c:v>
                </c:pt>
                <c:pt idx="170">
                  <c:v>176</c:v>
                </c:pt>
                <c:pt idx="171">
                  <c:v>176</c:v>
                </c:pt>
                <c:pt idx="172">
                  <c:v>176</c:v>
                </c:pt>
                <c:pt idx="173">
                  <c:v>179</c:v>
                </c:pt>
                <c:pt idx="174">
                  <c:v>179</c:v>
                </c:pt>
                <c:pt idx="175">
                  <c:v>179</c:v>
                </c:pt>
                <c:pt idx="176">
                  <c:v>179</c:v>
                </c:pt>
                <c:pt idx="177">
                  <c:v>179</c:v>
                </c:pt>
                <c:pt idx="178">
                  <c:v>179</c:v>
                </c:pt>
                <c:pt idx="179">
                  <c:v>179</c:v>
                </c:pt>
                <c:pt idx="180">
                  <c:v>184</c:v>
                </c:pt>
                <c:pt idx="181">
                  <c:v>184</c:v>
                </c:pt>
                <c:pt idx="182">
                  <c:v>184</c:v>
                </c:pt>
                <c:pt idx="183">
                  <c:v>184</c:v>
                </c:pt>
                <c:pt idx="184">
                  <c:v>184</c:v>
                </c:pt>
                <c:pt idx="185">
                  <c:v>184</c:v>
                </c:pt>
                <c:pt idx="186">
                  <c:v>184</c:v>
                </c:pt>
                <c:pt idx="187">
                  <c:v>184</c:v>
                </c:pt>
                <c:pt idx="188">
                  <c:v>184</c:v>
                </c:pt>
                <c:pt idx="189">
                  <c:v>184</c:v>
                </c:pt>
                <c:pt idx="190">
                  <c:v>184</c:v>
                </c:pt>
                <c:pt idx="191">
                  <c:v>184</c:v>
                </c:pt>
                <c:pt idx="192">
                  <c:v>184</c:v>
                </c:pt>
                <c:pt idx="193">
                  <c:v>184</c:v>
                </c:pt>
                <c:pt idx="194">
                  <c:v>184</c:v>
                </c:pt>
                <c:pt idx="195">
                  <c:v>184</c:v>
                </c:pt>
                <c:pt idx="196">
                  <c:v>184</c:v>
                </c:pt>
                <c:pt idx="197">
                  <c:v>184</c:v>
                </c:pt>
                <c:pt idx="198">
                  <c:v>184</c:v>
                </c:pt>
                <c:pt idx="199">
                  <c:v>184</c:v>
                </c:pt>
                <c:pt idx="200">
                  <c:v>184</c:v>
                </c:pt>
                <c:pt idx="201">
                  <c:v>184</c:v>
                </c:pt>
                <c:pt idx="202">
                  <c:v>184</c:v>
                </c:pt>
                <c:pt idx="203">
                  <c:v>184</c:v>
                </c:pt>
                <c:pt idx="204">
                  <c:v>184</c:v>
                </c:pt>
                <c:pt idx="205">
                  <c:v>184</c:v>
                </c:pt>
                <c:pt idx="206">
                  <c:v>184</c:v>
                </c:pt>
                <c:pt idx="207">
                  <c:v>184</c:v>
                </c:pt>
                <c:pt idx="208">
                  <c:v>184</c:v>
                </c:pt>
                <c:pt idx="209">
                  <c:v>184</c:v>
                </c:pt>
                <c:pt idx="210">
                  <c:v>184</c:v>
                </c:pt>
                <c:pt idx="211">
                  <c:v>184</c:v>
                </c:pt>
                <c:pt idx="212">
                  <c:v>184</c:v>
                </c:pt>
                <c:pt idx="213">
                  <c:v>184</c:v>
                </c:pt>
                <c:pt idx="214">
                  <c:v>184</c:v>
                </c:pt>
                <c:pt idx="215">
                  <c:v>184</c:v>
                </c:pt>
                <c:pt idx="216">
                  <c:v>184</c:v>
                </c:pt>
                <c:pt idx="217">
                  <c:v>184</c:v>
                </c:pt>
                <c:pt idx="218">
                  <c:v>184</c:v>
                </c:pt>
                <c:pt idx="219">
                  <c:v>184</c:v>
                </c:pt>
                <c:pt idx="220">
                  <c:v>184</c:v>
                </c:pt>
                <c:pt idx="221">
                  <c:v>190</c:v>
                </c:pt>
                <c:pt idx="222">
                  <c:v>196</c:v>
                </c:pt>
                <c:pt idx="223">
                  <c:v>196</c:v>
                </c:pt>
                <c:pt idx="224">
                  <c:v>196</c:v>
                </c:pt>
                <c:pt idx="225">
                  <c:v>196</c:v>
                </c:pt>
                <c:pt idx="226">
                  <c:v>196</c:v>
                </c:pt>
                <c:pt idx="227">
                  <c:v>196</c:v>
                </c:pt>
                <c:pt idx="228">
                  <c:v>196</c:v>
                </c:pt>
                <c:pt idx="229">
                  <c:v>196</c:v>
                </c:pt>
                <c:pt idx="230">
                  <c:v>196</c:v>
                </c:pt>
                <c:pt idx="231">
                  <c:v>196</c:v>
                </c:pt>
                <c:pt idx="232">
                  <c:v>196</c:v>
                </c:pt>
                <c:pt idx="233">
                  <c:v>196</c:v>
                </c:pt>
                <c:pt idx="234">
                  <c:v>196</c:v>
                </c:pt>
                <c:pt idx="235">
                  <c:v>196</c:v>
                </c:pt>
                <c:pt idx="236">
                  <c:v>196</c:v>
                </c:pt>
                <c:pt idx="237">
                  <c:v>196</c:v>
                </c:pt>
                <c:pt idx="238">
                  <c:v>196</c:v>
                </c:pt>
                <c:pt idx="239">
                  <c:v>196</c:v>
                </c:pt>
                <c:pt idx="240">
                  <c:v>196</c:v>
                </c:pt>
                <c:pt idx="241">
                  <c:v>196</c:v>
                </c:pt>
                <c:pt idx="242">
                  <c:v>196</c:v>
                </c:pt>
                <c:pt idx="243">
                  <c:v>196</c:v>
                </c:pt>
                <c:pt idx="244">
                  <c:v>196</c:v>
                </c:pt>
                <c:pt idx="245">
                  <c:v>196</c:v>
                </c:pt>
                <c:pt idx="246">
                  <c:v>196</c:v>
                </c:pt>
                <c:pt idx="247">
                  <c:v>196</c:v>
                </c:pt>
                <c:pt idx="248">
                  <c:v>196</c:v>
                </c:pt>
                <c:pt idx="249">
                  <c:v>196</c:v>
                </c:pt>
                <c:pt idx="250">
                  <c:v>196</c:v>
                </c:pt>
                <c:pt idx="251">
                  <c:v>196</c:v>
                </c:pt>
                <c:pt idx="252">
                  <c:v>196</c:v>
                </c:pt>
                <c:pt idx="253">
                  <c:v>196</c:v>
                </c:pt>
                <c:pt idx="254">
                  <c:v>196</c:v>
                </c:pt>
                <c:pt idx="255">
                  <c:v>196</c:v>
                </c:pt>
                <c:pt idx="256">
                  <c:v>196</c:v>
                </c:pt>
                <c:pt idx="257">
                  <c:v>200</c:v>
                </c:pt>
                <c:pt idx="258">
                  <c:v>200</c:v>
                </c:pt>
                <c:pt idx="259">
                  <c:v>200</c:v>
                </c:pt>
                <c:pt idx="260">
                  <c:v>200</c:v>
                </c:pt>
                <c:pt idx="261">
                  <c:v>200</c:v>
                </c:pt>
                <c:pt idx="262">
                  <c:v>200</c:v>
                </c:pt>
                <c:pt idx="263">
                  <c:v>200</c:v>
                </c:pt>
                <c:pt idx="264">
                  <c:v>200</c:v>
                </c:pt>
                <c:pt idx="265">
                  <c:v>200</c:v>
                </c:pt>
                <c:pt idx="266">
                  <c:v>200</c:v>
                </c:pt>
                <c:pt idx="267">
                  <c:v>200</c:v>
                </c:pt>
                <c:pt idx="268">
                  <c:v>200</c:v>
                </c:pt>
                <c:pt idx="269">
                  <c:v>200</c:v>
                </c:pt>
                <c:pt idx="270">
                  <c:v>203</c:v>
                </c:pt>
                <c:pt idx="271">
                  <c:v>208</c:v>
                </c:pt>
                <c:pt idx="272">
                  <c:v>212</c:v>
                </c:pt>
                <c:pt idx="273">
                  <c:v>212</c:v>
                </c:pt>
                <c:pt idx="274">
                  <c:v>212</c:v>
                </c:pt>
                <c:pt idx="275">
                  <c:v>212</c:v>
                </c:pt>
                <c:pt idx="276">
                  <c:v>212</c:v>
                </c:pt>
                <c:pt idx="277">
                  <c:v>212</c:v>
                </c:pt>
                <c:pt idx="278">
                  <c:v>212</c:v>
                </c:pt>
                <c:pt idx="279">
                  <c:v>212</c:v>
                </c:pt>
                <c:pt idx="280">
                  <c:v>212</c:v>
                </c:pt>
                <c:pt idx="281">
                  <c:v>212</c:v>
                </c:pt>
                <c:pt idx="282">
                  <c:v>212</c:v>
                </c:pt>
                <c:pt idx="283">
                  <c:v>214</c:v>
                </c:pt>
                <c:pt idx="284">
                  <c:v>216</c:v>
                </c:pt>
                <c:pt idx="285">
                  <c:v>217</c:v>
                </c:pt>
                <c:pt idx="286">
                  <c:v>217</c:v>
                </c:pt>
                <c:pt idx="287">
                  <c:v>217</c:v>
                </c:pt>
                <c:pt idx="288">
                  <c:v>217</c:v>
                </c:pt>
                <c:pt idx="289">
                  <c:v>217</c:v>
                </c:pt>
                <c:pt idx="290">
                  <c:v>217</c:v>
                </c:pt>
                <c:pt idx="291">
                  <c:v>217</c:v>
                </c:pt>
                <c:pt idx="292">
                  <c:v>217</c:v>
                </c:pt>
                <c:pt idx="293">
                  <c:v>217</c:v>
                </c:pt>
                <c:pt idx="294">
                  <c:v>217</c:v>
                </c:pt>
                <c:pt idx="295">
                  <c:v>217</c:v>
                </c:pt>
                <c:pt idx="296">
                  <c:v>217</c:v>
                </c:pt>
                <c:pt idx="297">
                  <c:v>217</c:v>
                </c:pt>
                <c:pt idx="298">
                  <c:v>219</c:v>
                </c:pt>
                <c:pt idx="299">
                  <c:v>222</c:v>
                </c:pt>
                <c:pt idx="300">
                  <c:v>222</c:v>
                </c:pt>
                <c:pt idx="301">
                  <c:v>222</c:v>
                </c:pt>
                <c:pt idx="302">
                  <c:v>222</c:v>
                </c:pt>
                <c:pt idx="303">
                  <c:v>222</c:v>
                </c:pt>
                <c:pt idx="304">
                  <c:v>222</c:v>
                </c:pt>
                <c:pt idx="305">
                  <c:v>222</c:v>
                </c:pt>
                <c:pt idx="306">
                  <c:v>222</c:v>
                </c:pt>
                <c:pt idx="307">
                  <c:v>222</c:v>
                </c:pt>
                <c:pt idx="308">
                  <c:v>222</c:v>
                </c:pt>
                <c:pt idx="309">
                  <c:v>222</c:v>
                </c:pt>
                <c:pt idx="310">
                  <c:v>222</c:v>
                </c:pt>
                <c:pt idx="311">
                  <c:v>222</c:v>
                </c:pt>
                <c:pt idx="312">
                  <c:v>222</c:v>
                </c:pt>
                <c:pt idx="313">
                  <c:v>222</c:v>
                </c:pt>
                <c:pt idx="314">
                  <c:v>222</c:v>
                </c:pt>
                <c:pt idx="315">
                  <c:v>222</c:v>
                </c:pt>
                <c:pt idx="316">
                  <c:v>222</c:v>
                </c:pt>
                <c:pt idx="317">
                  <c:v>222</c:v>
                </c:pt>
                <c:pt idx="318">
                  <c:v>222</c:v>
                </c:pt>
                <c:pt idx="319">
                  <c:v>222</c:v>
                </c:pt>
                <c:pt idx="320">
                  <c:v>222</c:v>
                </c:pt>
                <c:pt idx="321">
                  <c:v>222</c:v>
                </c:pt>
                <c:pt idx="322">
                  <c:v>222</c:v>
                </c:pt>
                <c:pt idx="323">
                  <c:v>222</c:v>
                </c:pt>
                <c:pt idx="324">
                  <c:v>222</c:v>
                </c:pt>
                <c:pt idx="325">
                  <c:v>222</c:v>
                </c:pt>
                <c:pt idx="326">
                  <c:v>222</c:v>
                </c:pt>
                <c:pt idx="327">
                  <c:v>222</c:v>
                </c:pt>
                <c:pt idx="328">
                  <c:v>222</c:v>
                </c:pt>
                <c:pt idx="329">
                  <c:v>222</c:v>
                </c:pt>
                <c:pt idx="330">
                  <c:v>222</c:v>
                </c:pt>
                <c:pt idx="331">
                  <c:v>222</c:v>
                </c:pt>
                <c:pt idx="332">
                  <c:v>222</c:v>
                </c:pt>
                <c:pt idx="333">
                  <c:v>222</c:v>
                </c:pt>
                <c:pt idx="334">
                  <c:v>222</c:v>
                </c:pt>
                <c:pt idx="335">
                  <c:v>222</c:v>
                </c:pt>
                <c:pt idx="336">
                  <c:v>222</c:v>
                </c:pt>
                <c:pt idx="337">
                  <c:v>222</c:v>
                </c:pt>
                <c:pt idx="338">
                  <c:v>222</c:v>
                </c:pt>
                <c:pt idx="339">
                  <c:v>222</c:v>
                </c:pt>
                <c:pt idx="340">
                  <c:v>227</c:v>
                </c:pt>
                <c:pt idx="341">
                  <c:v>247</c:v>
                </c:pt>
                <c:pt idx="342">
                  <c:v>252</c:v>
                </c:pt>
                <c:pt idx="343">
                  <c:v>252</c:v>
                </c:pt>
                <c:pt idx="344">
                  <c:v>254</c:v>
                </c:pt>
                <c:pt idx="345">
                  <c:v>254</c:v>
                </c:pt>
                <c:pt idx="346">
                  <c:v>254</c:v>
                </c:pt>
                <c:pt idx="347">
                  <c:v>255</c:v>
                </c:pt>
                <c:pt idx="348">
                  <c:v>261</c:v>
                </c:pt>
                <c:pt idx="349">
                  <c:v>261</c:v>
                </c:pt>
                <c:pt idx="350">
                  <c:v>261</c:v>
                </c:pt>
                <c:pt idx="351">
                  <c:v>261</c:v>
                </c:pt>
                <c:pt idx="352">
                  <c:v>261</c:v>
                </c:pt>
                <c:pt idx="353">
                  <c:v>261</c:v>
                </c:pt>
                <c:pt idx="354">
                  <c:v>261</c:v>
                </c:pt>
                <c:pt idx="355">
                  <c:v>261</c:v>
                </c:pt>
                <c:pt idx="356">
                  <c:v>266</c:v>
                </c:pt>
                <c:pt idx="357">
                  <c:v>272</c:v>
                </c:pt>
                <c:pt idx="358">
                  <c:v>272</c:v>
                </c:pt>
                <c:pt idx="359">
                  <c:v>272</c:v>
                </c:pt>
                <c:pt idx="360">
                  <c:v>272</c:v>
                </c:pt>
                <c:pt idx="361">
                  <c:v>272</c:v>
                </c:pt>
                <c:pt idx="362">
                  <c:v>272</c:v>
                </c:pt>
                <c:pt idx="363">
                  <c:v>272</c:v>
                </c:pt>
                <c:pt idx="364">
                  <c:v>272</c:v>
                </c:pt>
                <c:pt idx="365">
                  <c:v>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0-4CA7-B505-54EE7CC1BFA6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Line_Window!$AL$2:$AL$367</c:f>
              <c:numCache>
                <c:formatCode>General</c:formatCode>
                <c:ptCount val="36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>7</c:v>
                </c:pt>
                <c:pt idx="29">
                  <c:v>8</c:v>
                </c:pt>
                <c:pt idx="30">
                  <c:v>13</c:v>
                </c:pt>
                <c:pt idx="31">
                  <c:v>24</c:v>
                </c:pt>
                <c:pt idx="32">
                  <c:v>31</c:v>
                </c:pt>
                <c:pt idx="33">
                  <c:v>31</c:v>
                </c:pt>
                <c:pt idx="34">
                  <c:v>31</c:v>
                </c:pt>
                <c:pt idx="35">
                  <c:v>31</c:v>
                </c:pt>
                <c:pt idx="36">
                  <c:v>31</c:v>
                </c:pt>
                <c:pt idx="37">
                  <c:v>31</c:v>
                </c:pt>
                <c:pt idx="38">
                  <c:v>31</c:v>
                </c:pt>
                <c:pt idx="39">
                  <c:v>45</c:v>
                </c:pt>
                <c:pt idx="40">
                  <c:v>51</c:v>
                </c:pt>
                <c:pt idx="41">
                  <c:v>54</c:v>
                </c:pt>
                <c:pt idx="42">
                  <c:v>57</c:v>
                </c:pt>
                <c:pt idx="43">
                  <c:v>57</c:v>
                </c:pt>
                <c:pt idx="44">
                  <c:v>57</c:v>
                </c:pt>
                <c:pt idx="45">
                  <c:v>59</c:v>
                </c:pt>
                <c:pt idx="46">
                  <c:v>83</c:v>
                </c:pt>
                <c:pt idx="47">
                  <c:v>88</c:v>
                </c:pt>
                <c:pt idx="48">
                  <c:v>88</c:v>
                </c:pt>
                <c:pt idx="49">
                  <c:v>88</c:v>
                </c:pt>
                <c:pt idx="50">
                  <c:v>88</c:v>
                </c:pt>
                <c:pt idx="51">
                  <c:v>88</c:v>
                </c:pt>
                <c:pt idx="52">
                  <c:v>110</c:v>
                </c:pt>
                <c:pt idx="53">
                  <c:v>119</c:v>
                </c:pt>
                <c:pt idx="54">
                  <c:v>120</c:v>
                </c:pt>
                <c:pt idx="55">
                  <c:v>120</c:v>
                </c:pt>
                <c:pt idx="56">
                  <c:v>120</c:v>
                </c:pt>
                <c:pt idx="57">
                  <c:v>120</c:v>
                </c:pt>
                <c:pt idx="58">
                  <c:v>121</c:v>
                </c:pt>
                <c:pt idx="59">
                  <c:v>122</c:v>
                </c:pt>
                <c:pt idx="60">
                  <c:v>137</c:v>
                </c:pt>
                <c:pt idx="61">
                  <c:v>137</c:v>
                </c:pt>
                <c:pt idx="62">
                  <c:v>137</c:v>
                </c:pt>
                <c:pt idx="63">
                  <c:v>137</c:v>
                </c:pt>
                <c:pt idx="64">
                  <c:v>137</c:v>
                </c:pt>
                <c:pt idx="65">
                  <c:v>137</c:v>
                </c:pt>
                <c:pt idx="66">
                  <c:v>137</c:v>
                </c:pt>
                <c:pt idx="67">
                  <c:v>137</c:v>
                </c:pt>
                <c:pt idx="68">
                  <c:v>137</c:v>
                </c:pt>
                <c:pt idx="69">
                  <c:v>138</c:v>
                </c:pt>
                <c:pt idx="70">
                  <c:v>141</c:v>
                </c:pt>
                <c:pt idx="71">
                  <c:v>150</c:v>
                </c:pt>
                <c:pt idx="72">
                  <c:v>153</c:v>
                </c:pt>
                <c:pt idx="73">
                  <c:v>153</c:v>
                </c:pt>
                <c:pt idx="74">
                  <c:v>163</c:v>
                </c:pt>
                <c:pt idx="75">
                  <c:v>163</c:v>
                </c:pt>
                <c:pt idx="76">
                  <c:v>163</c:v>
                </c:pt>
                <c:pt idx="77">
                  <c:v>163</c:v>
                </c:pt>
                <c:pt idx="78">
                  <c:v>163</c:v>
                </c:pt>
                <c:pt idx="79">
                  <c:v>163</c:v>
                </c:pt>
                <c:pt idx="80">
                  <c:v>164</c:v>
                </c:pt>
                <c:pt idx="81">
                  <c:v>172</c:v>
                </c:pt>
                <c:pt idx="82">
                  <c:v>172</c:v>
                </c:pt>
                <c:pt idx="83">
                  <c:v>172</c:v>
                </c:pt>
                <c:pt idx="84">
                  <c:v>172</c:v>
                </c:pt>
                <c:pt idx="85">
                  <c:v>172</c:v>
                </c:pt>
                <c:pt idx="86">
                  <c:v>172</c:v>
                </c:pt>
                <c:pt idx="87">
                  <c:v>174</c:v>
                </c:pt>
                <c:pt idx="88">
                  <c:v>184</c:v>
                </c:pt>
                <c:pt idx="89">
                  <c:v>184</c:v>
                </c:pt>
                <c:pt idx="90">
                  <c:v>184</c:v>
                </c:pt>
                <c:pt idx="91">
                  <c:v>184</c:v>
                </c:pt>
                <c:pt idx="92">
                  <c:v>184</c:v>
                </c:pt>
                <c:pt idx="93">
                  <c:v>184</c:v>
                </c:pt>
                <c:pt idx="94">
                  <c:v>184</c:v>
                </c:pt>
                <c:pt idx="95">
                  <c:v>189</c:v>
                </c:pt>
                <c:pt idx="96">
                  <c:v>189</c:v>
                </c:pt>
                <c:pt idx="97">
                  <c:v>189</c:v>
                </c:pt>
                <c:pt idx="98">
                  <c:v>189</c:v>
                </c:pt>
                <c:pt idx="99">
                  <c:v>189</c:v>
                </c:pt>
                <c:pt idx="100">
                  <c:v>189</c:v>
                </c:pt>
                <c:pt idx="101">
                  <c:v>189</c:v>
                </c:pt>
                <c:pt idx="102">
                  <c:v>192</c:v>
                </c:pt>
                <c:pt idx="103">
                  <c:v>208</c:v>
                </c:pt>
                <c:pt idx="104">
                  <c:v>208</c:v>
                </c:pt>
                <c:pt idx="105">
                  <c:v>208</c:v>
                </c:pt>
                <c:pt idx="106">
                  <c:v>208</c:v>
                </c:pt>
                <c:pt idx="107">
                  <c:v>208</c:v>
                </c:pt>
                <c:pt idx="108">
                  <c:v>208</c:v>
                </c:pt>
                <c:pt idx="109">
                  <c:v>212</c:v>
                </c:pt>
                <c:pt idx="110">
                  <c:v>219</c:v>
                </c:pt>
                <c:pt idx="111">
                  <c:v>228</c:v>
                </c:pt>
                <c:pt idx="112">
                  <c:v>232</c:v>
                </c:pt>
                <c:pt idx="113">
                  <c:v>232</c:v>
                </c:pt>
                <c:pt idx="114">
                  <c:v>232</c:v>
                </c:pt>
                <c:pt idx="115">
                  <c:v>232</c:v>
                </c:pt>
                <c:pt idx="116">
                  <c:v>232</c:v>
                </c:pt>
                <c:pt idx="117">
                  <c:v>232</c:v>
                </c:pt>
                <c:pt idx="118">
                  <c:v>232</c:v>
                </c:pt>
                <c:pt idx="119">
                  <c:v>232</c:v>
                </c:pt>
                <c:pt idx="120">
                  <c:v>232</c:v>
                </c:pt>
                <c:pt idx="121">
                  <c:v>240</c:v>
                </c:pt>
                <c:pt idx="122">
                  <c:v>240</c:v>
                </c:pt>
                <c:pt idx="123">
                  <c:v>240</c:v>
                </c:pt>
                <c:pt idx="124">
                  <c:v>240</c:v>
                </c:pt>
                <c:pt idx="125">
                  <c:v>240</c:v>
                </c:pt>
                <c:pt idx="126">
                  <c:v>240</c:v>
                </c:pt>
                <c:pt idx="127">
                  <c:v>240</c:v>
                </c:pt>
                <c:pt idx="128">
                  <c:v>240</c:v>
                </c:pt>
                <c:pt idx="129">
                  <c:v>240</c:v>
                </c:pt>
                <c:pt idx="130">
                  <c:v>241</c:v>
                </c:pt>
                <c:pt idx="131">
                  <c:v>244</c:v>
                </c:pt>
                <c:pt idx="132">
                  <c:v>244</c:v>
                </c:pt>
                <c:pt idx="133">
                  <c:v>244</c:v>
                </c:pt>
                <c:pt idx="134">
                  <c:v>244</c:v>
                </c:pt>
                <c:pt idx="135">
                  <c:v>244</c:v>
                </c:pt>
                <c:pt idx="136">
                  <c:v>244</c:v>
                </c:pt>
                <c:pt idx="137">
                  <c:v>250</c:v>
                </c:pt>
                <c:pt idx="138">
                  <c:v>250</c:v>
                </c:pt>
                <c:pt idx="139">
                  <c:v>250</c:v>
                </c:pt>
                <c:pt idx="140">
                  <c:v>250</c:v>
                </c:pt>
                <c:pt idx="141">
                  <c:v>250</c:v>
                </c:pt>
                <c:pt idx="142">
                  <c:v>250</c:v>
                </c:pt>
                <c:pt idx="143">
                  <c:v>256</c:v>
                </c:pt>
                <c:pt idx="144">
                  <c:v>272</c:v>
                </c:pt>
                <c:pt idx="145">
                  <c:v>272</c:v>
                </c:pt>
                <c:pt idx="146">
                  <c:v>272</c:v>
                </c:pt>
                <c:pt idx="147">
                  <c:v>272</c:v>
                </c:pt>
                <c:pt idx="148">
                  <c:v>272</c:v>
                </c:pt>
                <c:pt idx="149">
                  <c:v>272</c:v>
                </c:pt>
                <c:pt idx="150">
                  <c:v>272</c:v>
                </c:pt>
                <c:pt idx="151">
                  <c:v>279</c:v>
                </c:pt>
                <c:pt idx="152">
                  <c:v>283</c:v>
                </c:pt>
                <c:pt idx="153">
                  <c:v>283</c:v>
                </c:pt>
                <c:pt idx="154">
                  <c:v>283</c:v>
                </c:pt>
                <c:pt idx="155">
                  <c:v>283</c:v>
                </c:pt>
                <c:pt idx="156">
                  <c:v>283</c:v>
                </c:pt>
                <c:pt idx="157">
                  <c:v>291</c:v>
                </c:pt>
                <c:pt idx="158">
                  <c:v>291</c:v>
                </c:pt>
                <c:pt idx="159">
                  <c:v>291</c:v>
                </c:pt>
                <c:pt idx="160">
                  <c:v>291</c:v>
                </c:pt>
                <c:pt idx="161">
                  <c:v>291</c:v>
                </c:pt>
                <c:pt idx="162">
                  <c:v>291</c:v>
                </c:pt>
                <c:pt idx="163">
                  <c:v>291</c:v>
                </c:pt>
                <c:pt idx="164">
                  <c:v>291</c:v>
                </c:pt>
                <c:pt idx="165">
                  <c:v>291</c:v>
                </c:pt>
                <c:pt idx="166">
                  <c:v>291</c:v>
                </c:pt>
                <c:pt idx="167">
                  <c:v>291</c:v>
                </c:pt>
                <c:pt idx="168">
                  <c:v>291</c:v>
                </c:pt>
                <c:pt idx="169">
                  <c:v>291</c:v>
                </c:pt>
                <c:pt idx="170">
                  <c:v>291</c:v>
                </c:pt>
                <c:pt idx="171">
                  <c:v>291</c:v>
                </c:pt>
                <c:pt idx="172">
                  <c:v>291</c:v>
                </c:pt>
                <c:pt idx="173">
                  <c:v>291</c:v>
                </c:pt>
                <c:pt idx="174">
                  <c:v>291</c:v>
                </c:pt>
                <c:pt idx="175">
                  <c:v>291</c:v>
                </c:pt>
                <c:pt idx="176">
                  <c:v>291</c:v>
                </c:pt>
                <c:pt idx="177">
                  <c:v>291</c:v>
                </c:pt>
                <c:pt idx="178">
                  <c:v>291</c:v>
                </c:pt>
                <c:pt idx="179">
                  <c:v>293</c:v>
                </c:pt>
                <c:pt idx="180">
                  <c:v>293</c:v>
                </c:pt>
                <c:pt idx="181">
                  <c:v>297</c:v>
                </c:pt>
                <c:pt idx="182">
                  <c:v>297</c:v>
                </c:pt>
                <c:pt idx="183">
                  <c:v>297</c:v>
                </c:pt>
                <c:pt idx="184">
                  <c:v>297</c:v>
                </c:pt>
                <c:pt idx="185">
                  <c:v>302</c:v>
                </c:pt>
                <c:pt idx="186">
                  <c:v>319</c:v>
                </c:pt>
                <c:pt idx="187">
                  <c:v>323</c:v>
                </c:pt>
                <c:pt idx="188">
                  <c:v>323</c:v>
                </c:pt>
                <c:pt idx="189">
                  <c:v>323</c:v>
                </c:pt>
                <c:pt idx="190">
                  <c:v>323</c:v>
                </c:pt>
                <c:pt idx="191">
                  <c:v>323</c:v>
                </c:pt>
                <c:pt idx="192">
                  <c:v>323</c:v>
                </c:pt>
                <c:pt idx="193">
                  <c:v>323</c:v>
                </c:pt>
                <c:pt idx="194">
                  <c:v>323</c:v>
                </c:pt>
                <c:pt idx="195">
                  <c:v>323</c:v>
                </c:pt>
                <c:pt idx="196">
                  <c:v>323</c:v>
                </c:pt>
                <c:pt idx="197">
                  <c:v>323</c:v>
                </c:pt>
                <c:pt idx="198">
                  <c:v>323</c:v>
                </c:pt>
                <c:pt idx="199">
                  <c:v>323</c:v>
                </c:pt>
                <c:pt idx="200">
                  <c:v>323</c:v>
                </c:pt>
                <c:pt idx="201">
                  <c:v>323</c:v>
                </c:pt>
                <c:pt idx="202">
                  <c:v>323</c:v>
                </c:pt>
                <c:pt idx="203">
                  <c:v>323</c:v>
                </c:pt>
                <c:pt idx="204">
                  <c:v>323</c:v>
                </c:pt>
                <c:pt idx="205">
                  <c:v>323</c:v>
                </c:pt>
                <c:pt idx="206">
                  <c:v>323</c:v>
                </c:pt>
                <c:pt idx="207">
                  <c:v>328</c:v>
                </c:pt>
                <c:pt idx="208">
                  <c:v>328</c:v>
                </c:pt>
                <c:pt idx="209">
                  <c:v>329</c:v>
                </c:pt>
                <c:pt idx="210">
                  <c:v>333</c:v>
                </c:pt>
                <c:pt idx="211">
                  <c:v>333</c:v>
                </c:pt>
                <c:pt idx="212">
                  <c:v>333</c:v>
                </c:pt>
                <c:pt idx="213">
                  <c:v>333</c:v>
                </c:pt>
                <c:pt idx="214">
                  <c:v>333</c:v>
                </c:pt>
                <c:pt idx="215">
                  <c:v>333</c:v>
                </c:pt>
                <c:pt idx="216">
                  <c:v>333</c:v>
                </c:pt>
                <c:pt idx="217">
                  <c:v>333</c:v>
                </c:pt>
                <c:pt idx="218">
                  <c:v>333</c:v>
                </c:pt>
                <c:pt idx="219">
                  <c:v>333</c:v>
                </c:pt>
                <c:pt idx="220">
                  <c:v>333</c:v>
                </c:pt>
                <c:pt idx="221">
                  <c:v>333</c:v>
                </c:pt>
                <c:pt idx="222">
                  <c:v>333</c:v>
                </c:pt>
                <c:pt idx="223">
                  <c:v>333</c:v>
                </c:pt>
                <c:pt idx="224">
                  <c:v>333</c:v>
                </c:pt>
                <c:pt idx="225">
                  <c:v>333</c:v>
                </c:pt>
                <c:pt idx="226">
                  <c:v>333</c:v>
                </c:pt>
                <c:pt idx="227">
                  <c:v>333</c:v>
                </c:pt>
                <c:pt idx="228">
                  <c:v>333</c:v>
                </c:pt>
                <c:pt idx="229">
                  <c:v>333</c:v>
                </c:pt>
                <c:pt idx="230">
                  <c:v>333</c:v>
                </c:pt>
                <c:pt idx="231">
                  <c:v>333</c:v>
                </c:pt>
                <c:pt idx="232">
                  <c:v>333</c:v>
                </c:pt>
                <c:pt idx="233">
                  <c:v>333</c:v>
                </c:pt>
                <c:pt idx="234">
                  <c:v>333</c:v>
                </c:pt>
                <c:pt idx="235">
                  <c:v>339</c:v>
                </c:pt>
                <c:pt idx="236">
                  <c:v>339</c:v>
                </c:pt>
                <c:pt idx="237">
                  <c:v>339</c:v>
                </c:pt>
                <c:pt idx="238">
                  <c:v>342</c:v>
                </c:pt>
                <c:pt idx="239">
                  <c:v>342</c:v>
                </c:pt>
                <c:pt idx="240">
                  <c:v>342</c:v>
                </c:pt>
                <c:pt idx="241">
                  <c:v>342</c:v>
                </c:pt>
                <c:pt idx="242">
                  <c:v>342</c:v>
                </c:pt>
                <c:pt idx="243">
                  <c:v>342</c:v>
                </c:pt>
                <c:pt idx="244">
                  <c:v>342</c:v>
                </c:pt>
                <c:pt idx="245">
                  <c:v>342</c:v>
                </c:pt>
                <c:pt idx="246">
                  <c:v>342</c:v>
                </c:pt>
                <c:pt idx="247">
                  <c:v>342</c:v>
                </c:pt>
                <c:pt idx="248">
                  <c:v>342</c:v>
                </c:pt>
                <c:pt idx="249">
                  <c:v>342</c:v>
                </c:pt>
                <c:pt idx="250">
                  <c:v>342</c:v>
                </c:pt>
                <c:pt idx="251">
                  <c:v>342</c:v>
                </c:pt>
                <c:pt idx="252">
                  <c:v>342</c:v>
                </c:pt>
                <c:pt idx="253">
                  <c:v>342</c:v>
                </c:pt>
                <c:pt idx="254">
                  <c:v>342</c:v>
                </c:pt>
                <c:pt idx="255">
                  <c:v>344</c:v>
                </c:pt>
                <c:pt idx="256">
                  <c:v>349</c:v>
                </c:pt>
                <c:pt idx="257">
                  <c:v>349</c:v>
                </c:pt>
                <c:pt idx="258">
                  <c:v>349</c:v>
                </c:pt>
                <c:pt idx="259">
                  <c:v>349</c:v>
                </c:pt>
                <c:pt idx="260">
                  <c:v>349</c:v>
                </c:pt>
                <c:pt idx="261">
                  <c:v>349</c:v>
                </c:pt>
                <c:pt idx="262">
                  <c:v>349</c:v>
                </c:pt>
                <c:pt idx="263">
                  <c:v>349</c:v>
                </c:pt>
                <c:pt idx="264">
                  <c:v>349</c:v>
                </c:pt>
                <c:pt idx="265">
                  <c:v>349</c:v>
                </c:pt>
                <c:pt idx="266">
                  <c:v>349</c:v>
                </c:pt>
                <c:pt idx="267">
                  <c:v>349</c:v>
                </c:pt>
                <c:pt idx="268">
                  <c:v>349</c:v>
                </c:pt>
                <c:pt idx="269">
                  <c:v>350</c:v>
                </c:pt>
                <c:pt idx="270">
                  <c:v>350</c:v>
                </c:pt>
                <c:pt idx="271">
                  <c:v>350</c:v>
                </c:pt>
                <c:pt idx="272">
                  <c:v>350</c:v>
                </c:pt>
                <c:pt idx="273">
                  <c:v>350</c:v>
                </c:pt>
                <c:pt idx="274">
                  <c:v>350</c:v>
                </c:pt>
                <c:pt idx="275">
                  <c:v>353</c:v>
                </c:pt>
                <c:pt idx="276">
                  <c:v>359</c:v>
                </c:pt>
                <c:pt idx="277">
                  <c:v>367</c:v>
                </c:pt>
                <c:pt idx="278">
                  <c:v>367</c:v>
                </c:pt>
                <c:pt idx="279">
                  <c:v>367</c:v>
                </c:pt>
                <c:pt idx="280">
                  <c:v>367</c:v>
                </c:pt>
                <c:pt idx="281">
                  <c:v>367</c:v>
                </c:pt>
                <c:pt idx="282">
                  <c:v>367</c:v>
                </c:pt>
                <c:pt idx="283">
                  <c:v>367</c:v>
                </c:pt>
                <c:pt idx="284">
                  <c:v>367</c:v>
                </c:pt>
                <c:pt idx="285">
                  <c:v>367</c:v>
                </c:pt>
                <c:pt idx="286">
                  <c:v>367</c:v>
                </c:pt>
                <c:pt idx="287">
                  <c:v>367</c:v>
                </c:pt>
                <c:pt idx="288">
                  <c:v>367</c:v>
                </c:pt>
                <c:pt idx="289">
                  <c:v>367</c:v>
                </c:pt>
                <c:pt idx="290">
                  <c:v>367</c:v>
                </c:pt>
                <c:pt idx="291">
                  <c:v>367</c:v>
                </c:pt>
                <c:pt idx="292">
                  <c:v>367</c:v>
                </c:pt>
                <c:pt idx="293">
                  <c:v>367</c:v>
                </c:pt>
                <c:pt idx="294">
                  <c:v>367</c:v>
                </c:pt>
                <c:pt idx="295">
                  <c:v>367</c:v>
                </c:pt>
                <c:pt idx="296">
                  <c:v>367</c:v>
                </c:pt>
                <c:pt idx="297">
                  <c:v>369</c:v>
                </c:pt>
                <c:pt idx="298">
                  <c:v>379</c:v>
                </c:pt>
                <c:pt idx="299">
                  <c:v>379</c:v>
                </c:pt>
                <c:pt idx="300">
                  <c:v>379</c:v>
                </c:pt>
                <c:pt idx="301">
                  <c:v>380</c:v>
                </c:pt>
                <c:pt idx="302">
                  <c:v>380</c:v>
                </c:pt>
                <c:pt idx="303">
                  <c:v>380</c:v>
                </c:pt>
                <c:pt idx="304">
                  <c:v>380</c:v>
                </c:pt>
                <c:pt idx="305">
                  <c:v>381</c:v>
                </c:pt>
                <c:pt idx="306">
                  <c:v>386</c:v>
                </c:pt>
                <c:pt idx="307">
                  <c:v>386</c:v>
                </c:pt>
                <c:pt idx="308">
                  <c:v>386</c:v>
                </c:pt>
                <c:pt idx="309">
                  <c:v>386</c:v>
                </c:pt>
                <c:pt idx="310">
                  <c:v>386</c:v>
                </c:pt>
                <c:pt idx="311">
                  <c:v>386</c:v>
                </c:pt>
                <c:pt idx="312">
                  <c:v>386</c:v>
                </c:pt>
                <c:pt idx="313">
                  <c:v>386</c:v>
                </c:pt>
                <c:pt idx="314">
                  <c:v>386</c:v>
                </c:pt>
                <c:pt idx="315">
                  <c:v>386</c:v>
                </c:pt>
                <c:pt idx="316">
                  <c:v>386</c:v>
                </c:pt>
                <c:pt idx="317">
                  <c:v>386</c:v>
                </c:pt>
                <c:pt idx="318">
                  <c:v>386</c:v>
                </c:pt>
                <c:pt idx="319">
                  <c:v>394</c:v>
                </c:pt>
                <c:pt idx="320">
                  <c:v>399</c:v>
                </c:pt>
                <c:pt idx="321">
                  <c:v>399</c:v>
                </c:pt>
                <c:pt idx="322">
                  <c:v>400</c:v>
                </c:pt>
                <c:pt idx="323">
                  <c:v>404</c:v>
                </c:pt>
                <c:pt idx="324">
                  <c:v>404</c:v>
                </c:pt>
                <c:pt idx="325">
                  <c:v>404</c:v>
                </c:pt>
                <c:pt idx="326">
                  <c:v>404</c:v>
                </c:pt>
                <c:pt idx="327">
                  <c:v>404</c:v>
                </c:pt>
                <c:pt idx="328">
                  <c:v>404</c:v>
                </c:pt>
                <c:pt idx="329">
                  <c:v>404</c:v>
                </c:pt>
                <c:pt idx="330">
                  <c:v>404</c:v>
                </c:pt>
                <c:pt idx="331">
                  <c:v>404</c:v>
                </c:pt>
                <c:pt idx="332">
                  <c:v>404</c:v>
                </c:pt>
                <c:pt idx="333">
                  <c:v>404</c:v>
                </c:pt>
                <c:pt idx="334">
                  <c:v>404</c:v>
                </c:pt>
                <c:pt idx="335">
                  <c:v>404</c:v>
                </c:pt>
                <c:pt idx="336">
                  <c:v>404</c:v>
                </c:pt>
                <c:pt idx="337">
                  <c:v>404</c:v>
                </c:pt>
                <c:pt idx="338">
                  <c:v>404</c:v>
                </c:pt>
                <c:pt idx="339">
                  <c:v>404</c:v>
                </c:pt>
                <c:pt idx="340">
                  <c:v>404</c:v>
                </c:pt>
                <c:pt idx="341">
                  <c:v>404</c:v>
                </c:pt>
                <c:pt idx="342">
                  <c:v>404</c:v>
                </c:pt>
                <c:pt idx="343">
                  <c:v>404</c:v>
                </c:pt>
                <c:pt idx="344">
                  <c:v>404</c:v>
                </c:pt>
                <c:pt idx="345">
                  <c:v>404</c:v>
                </c:pt>
                <c:pt idx="346">
                  <c:v>404</c:v>
                </c:pt>
                <c:pt idx="347">
                  <c:v>404</c:v>
                </c:pt>
                <c:pt idx="348">
                  <c:v>404</c:v>
                </c:pt>
                <c:pt idx="349">
                  <c:v>404</c:v>
                </c:pt>
                <c:pt idx="350">
                  <c:v>404</c:v>
                </c:pt>
                <c:pt idx="351">
                  <c:v>404</c:v>
                </c:pt>
                <c:pt idx="352">
                  <c:v>404</c:v>
                </c:pt>
                <c:pt idx="353">
                  <c:v>404</c:v>
                </c:pt>
                <c:pt idx="354">
                  <c:v>404</c:v>
                </c:pt>
                <c:pt idx="355">
                  <c:v>405</c:v>
                </c:pt>
                <c:pt idx="356">
                  <c:v>410</c:v>
                </c:pt>
                <c:pt idx="357">
                  <c:v>410</c:v>
                </c:pt>
                <c:pt idx="358">
                  <c:v>411</c:v>
                </c:pt>
                <c:pt idx="359">
                  <c:v>411</c:v>
                </c:pt>
                <c:pt idx="360">
                  <c:v>415</c:v>
                </c:pt>
                <c:pt idx="361">
                  <c:v>435</c:v>
                </c:pt>
                <c:pt idx="362">
                  <c:v>435</c:v>
                </c:pt>
                <c:pt idx="363">
                  <c:v>435</c:v>
                </c:pt>
                <c:pt idx="364">
                  <c:v>435</c:v>
                </c:pt>
                <c:pt idx="365">
                  <c:v>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90-4CA7-B505-54EE7CC1BFA6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Line_Window!$AM$2:$AM$367</c:f>
              <c:numCache>
                <c:formatCode>General</c:formatCode>
                <c:ptCount val="36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3</c:v>
                </c:pt>
                <c:pt idx="37">
                  <c:v>11</c:v>
                </c:pt>
                <c:pt idx="38">
                  <c:v>12</c:v>
                </c:pt>
                <c:pt idx="39">
                  <c:v>12</c:v>
                </c:pt>
                <c:pt idx="40">
                  <c:v>12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12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12</c:v>
                </c:pt>
                <c:pt idx="58">
                  <c:v>12</c:v>
                </c:pt>
                <c:pt idx="59">
                  <c:v>12</c:v>
                </c:pt>
                <c:pt idx="60">
                  <c:v>12</c:v>
                </c:pt>
                <c:pt idx="61">
                  <c:v>12</c:v>
                </c:pt>
                <c:pt idx="62">
                  <c:v>12</c:v>
                </c:pt>
                <c:pt idx="63">
                  <c:v>12</c:v>
                </c:pt>
                <c:pt idx="64">
                  <c:v>12</c:v>
                </c:pt>
                <c:pt idx="65">
                  <c:v>12</c:v>
                </c:pt>
                <c:pt idx="66">
                  <c:v>12</c:v>
                </c:pt>
                <c:pt idx="67">
                  <c:v>12</c:v>
                </c:pt>
                <c:pt idx="68">
                  <c:v>12</c:v>
                </c:pt>
                <c:pt idx="69">
                  <c:v>16</c:v>
                </c:pt>
                <c:pt idx="70">
                  <c:v>21</c:v>
                </c:pt>
                <c:pt idx="71">
                  <c:v>30</c:v>
                </c:pt>
                <c:pt idx="72">
                  <c:v>40</c:v>
                </c:pt>
                <c:pt idx="73">
                  <c:v>40</c:v>
                </c:pt>
                <c:pt idx="74">
                  <c:v>40</c:v>
                </c:pt>
                <c:pt idx="75">
                  <c:v>40</c:v>
                </c:pt>
                <c:pt idx="76">
                  <c:v>40</c:v>
                </c:pt>
                <c:pt idx="77">
                  <c:v>40</c:v>
                </c:pt>
                <c:pt idx="78">
                  <c:v>40</c:v>
                </c:pt>
                <c:pt idx="79">
                  <c:v>40</c:v>
                </c:pt>
                <c:pt idx="80">
                  <c:v>40</c:v>
                </c:pt>
                <c:pt idx="81">
                  <c:v>40</c:v>
                </c:pt>
                <c:pt idx="82">
                  <c:v>40</c:v>
                </c:pt>
                <c:pt idx="83">
                  <c:v>40</c:v>
                </c:pt>
                <c:pt idx="84">
                  <c:v>40</c:v>
                </c:pt>
                <c:pt idx="85">
                  <c:v>45</c:v>
                </c:pt>
                <c:pt idx="86">
                  <c:v>50</c:v>
                </c:pt>
                <c:pt idx="87">
                  <c:v>50</c:v>
                </c:pt>
                <c:pt idx="88">
                  <c:v>50</c:v>
                </c:pt>
                <c:pt idx="89">
                  <c:v>50</c:v>
                </c:pt>
                <c:pt idx="90">
                  <c:v>50</c:v>
                </c:pt>
                <c:pt idx="91">
                  <c:v>54</c:v>
                </c:pt>
                <c:pt idx="92">
                  <c:v>54</c:v>
                </c:pt>
                <c:pt idx="93">
                  <c:v>57</c:v>
                </c:pt>
                <c:pt idx="94">
                  <c:v>74</c:v>
                </c:pt>
                <c:pt idx="95">
                  <c:v>74</c:v>
                </c:pt>
                <c:pt idx="96">
                  <c:v>74</c:v>
                </c:pt>
                <c:pt idx="97">
                  <c:v>74</c:v>
                </c:pt>
                <c:pt idx="98">
                  <c:v>74</c:v>
                </c:pt>
                <c:pt idx="99">
                  <c:v>74</c:v>
                </c:pt>
                <c:pt idx="100">
                  <c:v>74</c:v>
                </c:pt>
                <c:pt idx="101">
                  <c:v>74</c:v>
                </c:pt>
                <c:pt idx="102">
                  <c:v>74</c:v>
                </c:pt>
                <c:pt idx="103">
                  <c:v>74</c:v>
                </c:pt>
                <c:pt idx="104">
                  <c:v>74</c:v>
                </c:pt>
                <c:pt idx="105">
                  <c:v>74</c:v>
                </c:pt>
                <c:pt idx="106">
                  <c:v>74</c:v>
                </c:pt>
                <c:pt idx="107">
                  <c:v>74</c:v>
                </c:pt>
                <c:pt idx="108">
                  <c:v>74</c:v>
                </c:pt>
                <c:pt idx="109">
                  <c:v>74</c:v>
                </c:pt>
                <c:pt idx="110">
                  <c:v>74</c:v>
                </c:pt>
                <c:pt idx="111">
                  <c:v>76</c:v>
                </c:pt>
                <c:pt idx="112">
                  <c:v>76</c:v>
                </c:pt>
                <c:pt idx="113">
                  <c:v>76</c:v>
                </c:pt>
                <c:pt idx="114">
                  <c:v>79</c:v>
                </c:pt>
                <c:pt idx="115">
                  <c:v>79</c:v>
                </c:pt>
                <c:pt idx="116">
                  <c:v>79</c:v>
                </c:pt>
                <c:pt idx="117">
                  <c:v>79</c:v>
                </c:pt>
                <c:pt idx="118">
                  <c:v>79</c:v>
                </c:pt>
                <c:pt idx="119">
                  <c:v>79</c:v>
                </c:pt>
                <c:pt idx="120">
                  <c:v>79</c:v>
                </c:pt>
                <c:pt idx="121">
                  <c:v>80</c:v>
                </c:pt>
                <c:pt idx="122">
                  <c:v>80</c:v>
                </c:pt>
                <c:pt idx="123">
                  <c:v>83</c:v>
                </c:pt>
                <c:pt idx="124">
                  <c:v>88</c:v>
                </c:pt>
                <c:pt idx="125">
                  <c:v>88</c:v>
                </c:pt>
                <c:pt idx="126">
                  <c:v>88</c:v>
                </c:pt>
                <c:pt idx="127">
                  <c:v>88</c:v>
                </c:pt>
                <c:pt idx="128">
                  <c:v>102</c:v>
                </c:pt>
                <c:pt idx="129">
                  <c:v>102</c:v>
                </c:pt>
                <c:pt idx="130">
                  <c:v>102</c:v>
                </c:pt>
                <c:pt idx="131">
                  <c:v>102</c:v>
                </c:pt>
                <c:pt idx="132">
                  <c:v>102</c:v>
                </c:pt>
                <c:pt idx="133">
                  <c:v>102</c:v>
                </c:pt>
                <c:pt idx="134">
                  <c:v>102</c:v>
                </c:pt>
                <c:pt idx="135">
                  <c:v>102</c:v>
                </c:pt>
                <c:pt idx="136">
                  <c:v>102</c:v>
                </c:pt>
                <c:pt idx="137">
                  <c:v>102</c:v>
                </c:pt>
                <c:pt idx="138">
                  <c:v>102</c:v>
                </c:pt>
                <c:pt idx="139">
                  <c:v>102</c:v>
                </c:pt>
                <c:pt idx="140">
                  <c:v>105</c:v>
                </c:pt>
                <c:pt idx="141">
                  <c:v>121</c:v>
                </c:pt>
                <c:pt idx="142">
                  <c:v>126</c:v>
                </c:pt>
                <c:pt idx="143">
                  <c:v>129</c:v>
                </c:pt>
                <c:pt idx="144">
                  <c:v>129</c:v>
                </c:pt>
                <c:pt idx="145">
                  <c:v>129</c:v>
                </c:pt>
                <c:pt idx="146">
                  <c:v>129</c:v>
                </c:pt>
                <c:pt idx="147">
                  <c:v>129</c:v>
                </c:pt>
                <c:pt idx="148">
                  <c:v>129</c:v>
                </c:pt>
                <c:pt idx="149">
                  <c:v>133</c:v>
                </c:pt>
                <c:pt idx="150">
                  <c:v>133</c:v>
                </c:pt>
                <c:pt idx="151">
                  <c:v>133</c:v>
                </c:pt>
                <c:pt idx="152">
                  <c:v>133</c:v>
                </c:pt>
                <c:pt idx="153">
                  <c:v>133</c:v>
                </c:pt>
                <c:pt idx="154">
                  <c:v>133</c:v>
                </c:pt>
                <c:pt idx="155">
                  <c:v>133</c:v>
                </c:pt>
                <c:pt idx="156">
                  <c:v>133</c:v>
                </c:pt>
                <c:pt idx="157">
                  <c:v>133</c:v>
                </c:pt>
                <c:pt idx="158">
                  <c:v>133</c:v>
                </c:pt>
                <c:pt idx="159">
                  <c:v>133</c:v>
                </c:pt>
                <c:pt idx="160">
                  <c:v>133</c:v>
                </c:pt>
                <c:pt idx="161">
                  <c:v>133</c:v>
                </c:pt>
                <c:pt idx="162">
                  <c:v>138</c:v>
                </c:pt>
                <c:pt idx="163">
                  <c:v>145</c:v>
                </c:pt>
                <c:pt idx="164">
                  <c:v>145</c:v>
                </c:pt>
                <c:pt idx="165">
                  <c:v>145</c:v>
                </c:pt>
                <c:pt idx="166">
                  <c:v>145</c:v>
                </c:pt>
                <c:pt idx="167">
                  <c:v>145</c:v>
                </c:pt>
                <c:pt idx="168">
                  <c:v>145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145</c:v>
                </c:pt>
                <c:pt idx="178">
                  <c:v>145</c:v>
                </c:pt>
                <c:pt idx="179">
                  <c:v>145</c:v>
                </c:pt>
                <c:pt idx="180">
                  <c:v>145</c:v>
                </c:pt>
                <c:pt idx="181">
                  <c:v>145</c:v>
                </c:pt>
                <c:pt idx="182">
                  <c:v>145</c:v>
                </c:pt>
                <c:pt idx="183">
                  <c:v>145</c:v>
                </c:pt>
                <c:pt idx="184">
                  <c:v>145</c:v>
                </c:pt>
                <c:pt idx="185">
                  <c:v>145</c:v>
                </c:pt>
                <c:pt idx="186">
                  <c:v>145</c:v>
                </c:pt>
                <c:pt idx="187">
                  <c:v>145</c:v>
                </c:pt>
                <c:pt idx="188">
                  <c:v>145</c:v>
                </c:pt>
                <c:pt idx="189">
                  <c:v>145</c:v>
                </c:pt>
                <c:pt idx="190">
                  <c:v>145</c:v>
                </c:pt>
                <c:pt idx="191">
                  <c:v>145</c:v>
                </c:pt>
                <c:pt idx="192">
                  <c:v>145</c:v>
                </c:pt>
                <c:pt idx="193">
                  <c:v>145</c:v>
                </c:pt>
                <c:pt idx="194">
                  <c:v>145</c:v>
                </c:pt>
                <c:pt idx="195">
                  <c:v>145</c:v>
                </c:pt>
                <c:pt idx="196">
                  <c:v>145</c:v>
                </c:pt>
                <c:pt idx="197">
                  <c:v>145</c:v>
                </c:pt>
                <c:pt idx="198">
                  <c:v>149</c:v>
                </c:pt>
                <c:pt idx="199">
                  <c:v>149</c:v>
                </c:pt>
                <c:pt idx="200">
                  <c:v>149</c:v>
                </c:pt>
                <c:pt idx="201">
                  <c:v>149</c:v>
                </c:pt>
                <c:pt idx="202">
                  <c:v>149</c:v>
                </c:pt>
                <c:pt idx="203">
                  <c:v>149</c:v>
                </c:pt>
                <c:pt idx="204">
                  <c:v>149</c:v>
                </c:pt>
                <c:pt idx="205">
                  <c:v>149</c:v>
                </c:pt>
                <c:pt idx="206">
                  <c:v>149</c:v>
                </c:pt>
                <c:pt idx="207">
                  <c:v>149</c:v>
                </c:pt>
                <c:pt idx="208">
                  <c:v>149</c:v>
                </c:pt>
                <c:pt idx="209">
                  <c:v>155</c:v>
                </c:pt>
                <c:pt idx="210">
                  <c:v>155</c:v>
                </c:pt>
                <c:pt idx="211">
                  <c:v>162</c:v>
                </c:pt>
                <c:pt idx="212">
                  <c:v>162</c:v>
                </c:pt>
                <c:pt idx="213">
                  <c:v>162</c:v>
                </c:pt>
                <c:pt idx="214">
                  <c:v>162</c:v>
                </c:pt>
                <c:pt idx="215">
                  <c:v>162</c:v>
                </c:pt>
                <c:pt idx="216">
                  <c:v>162</c:v>
                </c:pt>
                <c:pt idx="217">
                  <c:v>162</c:v>
                </c:pt>
                <c:pt idx="218">
                  <c:v>162</c:v>
                </c:pt>
                <c:pt idx="219">
                  <c:v>178</c:v>
                </c:pt>
                <c:pt idx="220">
                  <c:v>178</c:v>
                </c:pt>
                <c:pt idx="221">
                  <c:v>178</c:v>
                </c:pt>
                <c:pt idx="222">
                  <c:v>178</c:v>
                </c:pt>
                <c:pt idx="223">
                  <c:v>178</c:v>
                </c:pt>
                <c:pt idx="224">
                  <c:v>178</c:v>
                </c:pt>
                <c:pt idx="225">
                  <c:v>179</c:v>
                </c:pt>
                <c:pt idx="226">
                  <c:v>179</c:v>
                </c:pt>
                <c:pt idx="227">
                  <c:v>179</c:v>
                </c:pt>
                <c:pt idx="228">
                  <c:v>179</c:v>
                </c:pt>
                <c:pt idx="229">
                  <c:v>179</c:v>
                </c:pt>
                <c:pt idx="230">
                  <c:v>179</c:v>
                </c:pt>
                <c:pt idx="231">
                  <c:v>179</c:v>
                </c:pt>
                <c:pt idx="232">
                  <c:v>179</c:v>
                </c:pt>
                <c:pt idx="233">
                  <c:v>179</c:v>
                </c:pt>
                <c:pt idx="234">
                  <c:v>179</c:v>
                </c:pt>
                <c:pt idx="235">
                  <c:v>179</c:v>
                </c:pt>
                <c:pt idx="236">
                  <c:v>179</c:v>
                </c:pt>
                <c:pt idx="237">
                  <c:v>179</c:v>
                </c:pt>
                <c:pt idx="238">
                  <c:v>179</c:v>
                </c:pt>
                <c:pt idx="239">
                  <c:v>179</c:v>
                </c:pt>
                <c:pt idx="240">
                  <c:v>179</c:v>
                </c:pt>
                <c:pt idx="241">
                  <c:v>179</c:v>
                </c:pt>
                <c:pt idx="242">
                  <c:v>179</c:v>
                </c:pt>
                <c:pt idx="243">
                  <c:v>179</c:v>
                </c:pt>
                <c:pt idx="244">
                  <c:v>179</c:v>
                </c:pt>
                <c:pt idx="245">
                  <c:v>179</c:v>
                </c:pt>
                <c:pt idx="246">
                  <c:v>179</c:v>
                </c:pt>
                <c:pt idx="247">
                  <c:v>179</c:v>
                </c:pt>
                <c:pt idx="248">
                  <c:v>179</c:v>
                </c:pt>
                <c:pt idx="249">
                  <c:v>179</c:v>
                </c:pt>
                <c:pt idx="250">
                  <c:v>179</c:v>
                </c:pt>
                <c:pt idx="251">
                  <c:v>179</c:v>
                </c:pt>
                <c:pt idx="252">
                  <c:v>179</c:v>
                </c:pt>
                <c:pt idx="253">
                  <c:v>179</c:v>
                </c:pt>
                <c:pt idx="254">
                  <c:v>179</c:v>
                </c:pt>
                <c:pt idx="255">
                  <c:v>179</c:v>
                </c:pt>
                <c:pt idx="256">
                  <c:v>179</c:v>
                </c:pt>
                <c:pt idx="257">
                  <c:v>179</c:v>
                </c:pt>
                <c:pt idx="258">
                  <c:v>179</c:v>
                </c:pt>
                <c:pt idx="259">
                  <c:v>179</c:v>
                </c:pt>
                <c:pt idx="260">
                  <c:v>179</c:v>
                </c:pt>
                <c:pt idx="261">
                  <c:v>179</c:v>
                </c:pt>
                <c:pt idx="262">
                  <c:v>179</c:v>
                </c:pt>
                <c:pt idx="263">
                  <c:v>179</c:v>
                </c:pt>
                <c:pt idx="264">
                  <c:v>179</c:v>
                </c:pt>
                <c:pt idx="265">
                  <c:v>181</c:v>
                </c:pt>
                <c:pt idx="266">
                  <c:v>181</c:v>
                </c:pt>
                <c:pt idx="267">
                  <c:v>181</c:v>
                </c:pt>
                <c:pt idx="268">
                  <c:v>181</c:v>
                </c:pt>
                <c:pt idx="269">
                  <c:v>181</c:v>
                </c:pt>
                <c:pt idx="270">
                  <c:v>181</c:v>
                </c:pt>
                <c:pt idx="271">
                  <c:v>181</c:v>
                </c:pt>
                <c:pt idx="272">
                  <c:v>181</c:v>
                </c:pt>
                <c:pt idx="273">
                  <c:v>181</c:v>
                </c:pt>
                <c:pt idx="274">
                  <c:v>183</c:v>
                </c:pt>
                <c:pt idx="275">
                  <c:v>190</c:v>
                </c:pt>
                <c:pt idx="276">
                  <c:v>190</c:v>
                </c:pt>
                <c:pt idx="277">
                  <c:v>190</c:v>
                </c:pt>
                <c:pt idx="278">
                  <c:v>190</c:v>
                </c:pt>
                <c:pt idx="279">
                  <c:v>190</c:v>
                </c:pt>
                <c:pt idx="280">
                  <c:v>190</c:v>
                </c:pt>
                <c:pt idx="281">
                  <c:v>190</c:v>
                </c:pt>
                <c:pt idx="282">
                  <c:v>190</c:v>
                </c:pt>
                <c:pt idx="283">
                  <c:v>190</c:v>
                </c:pt>
                <c:pt idx="284">
                  <c:v>190</c:v>
                </c:pt>
                <c:pt idx="285">
                  <c:v>190</c:v>
                </c:pt>
                <c:pt idx="286">
                  <c:v>190</c:v>
                </c:pt>
                <c:pt idx="287">
                  <c:v>190</c:v>
                </c:pt>
                <c:pt idx="288">
                  <c:v>190</c:v>
                </c:pt>
                <c:pt idx="289">
                  <c:v>190</c:v>
                </c:pt>
                <c:pt idx="290">
                  <c:v>190</c:v>
                </c:pt>
                <c:pt idx="291">
                  <c:v>190</c:v>
                </c:pt>
                <c:pt idx="292">
                  <c:v>192</c:v>
                </c:pt>
                <c:pt idx="293">
                  <c:v>192</c:v>
                </c:pt>
                <c:pt idx="294">
                  <c:v>192</c:v>
                </c:pt>
                <c:pt idx="295">
                  <c:v>192</c:v>
                </c:pt>
                <c:pt idx="296">
                  <c:v>192</c:v>
                </c:pt>
                <c:pt idx="297">
                  <c:v>192</c:v>
                </c:pt>
                <c:pt idx="298">
                  <c:v>192</c:v>
                </c:pt>
                <c:pt idx="299">
                  <c:v>192</c:v>
                </c:pt>
                <c:pt idx="300">
                  <c:v>192</c:v>
                </c:pt>
                <c:pt idx="301">
                  <c:v>192</c:v>
                </c:pt>
                <c:pt idx="302">
                  <c:v>192</c:v>
                </c:pt>
                <c:pt idx="303">
                  <c:v>192</c:v>
                </c:pt>
                <c:pt idx="304">
                  <c:v>192</c:v>
                </c:pt>
                <c:pt idx="305">
                  <c:v>192</c:v>
                </c:pt>
                <c:pt idx="306">
                  <c:v>192</c:v>
                </c:pt>
                <c:pt idx="307">
                  <c:v>192</c:v>
                </c:pt>
                <c:pt idx="308">
                  <c:v>192</c:v>
                </c:pt>
                <c:pt idx="309">
                  <c:v>192</c:v>
                </c:pt>
                <c:pt idx="310">
                  <c:v>192</c:v>
                </c:pt>
                <c:pt idx="311">
                  <c:v>192</c:v>
                </c:pt>
                <c:pt idx="312">
                  <c:v>192</c:v>
                </c:pt>
                <c:pt idx="313">
                  <c:v>192</c:v>
                </c:pt>
                <c:pt idx="314">
                  <c:v>192</c:v>
                </c:pt>
                <c:pt idx="315">
                  <c:v>192</c:v>
                </c:pt>
                <c:pt idx="316">
                  <c:v>192</c:v>
                </c:pt>
                <c:pt idx="317">
                  <c:v>192</c:v>
                </c:pt>
                <c:pt idx="318">
                  <c:v>192</c:v>
                </c:pt>
                <c:pt idx="319">
                  <c:v>192</c:v>
                </c:pt>
                <c:pt idx="320">
                  <c:v>192</c:v>
                </c:pt>
                <c:pt idx="321">
                  <c:v>192</c:v>
                </c:pt>
                <c:pt idx="322">
                  <c:v>192</c:v>
                </c:pt>
                <c:pt idx="323">
                  <c:v>192</c:v>
                </c:pt>
                <c:pt idx="324">
                  <c:v>192</c:v>
                </c:pt>
                <c:pt idx="325">
                  <c:v>192</c:v>
                </c:pt>
                <c:pt idx="326">
                  <c:v>192</c:v>
                </c:pt>
                <c:pt idx="327">
                  <c:v>192</c:v>
                </c:pt>
                <c:pt idx="328">
                  <c:v>192</c:v>
                </c:pt>
                <c:pt idx="329">
                  <c:v>192</c:v>
                </c:pt>
                <c:pt idx="330">
                  <c:v>192</c:v>
                </c:pt>
                <c:pt idx="331">
                  <c:v>192</c:v>
                </c:pt>
                <c:pt idx="332">
                  <c:v>192</c:v>
                </c:pt>
                <c:pt idx="333">
                  <c:v>192</c:v>
                </c:pt>
                <c:pt idx="334">
                  <c:v>192</c:v>
                </c:pt>
                <c:pt idx="335">
                  <c:v>192</c:v>
                </c:pt>
                <c:pt idx="336">
                  <c:v>192</c:v>
                </c:pt>
                <c:pt idx="337">
                  <c:v>192</c:v>
                </c:pt>
                <c:pt idx="338">
                  <c:v>192</c:v>
                </c:pt>
                <c:pt idx="339">
                  <c:v>192</c:v>
                </c:pt>
                <c:pt idx="340">
                  <c:v>192</c:v>
                </c:pt>
                <c:pt idx="341">
                  <c:v>192</c:v>
                </c:pt>
                <c:pt idx="342">
                  <c:v>192</c:v>
                </c:pt>
                <c:pt idx="343">
                  <c:v>192</c:v>
                </c:pt>
                <c:pt idx="344">
                  <c:v>192</c:v>
                </c:pt>
                <c:pt idx="345">
                  <c:v>192</c:v>
                </c:pt>
                <c:pt idx="346">
                  <c:v>192</c:v>
                </c:pt>
                <c:pt idx="347">
                  <c:v>192</c:v>
                </c:pt>
                <c:pt idx="348">
                  <c:v>192</c:v>
                </c:pt>
                <c:pt idx="349">
                  <c:v>192</c:v>
                </c:pt>
                <c:pt idx="350">
                  <c:v>192</c:v>
                </c:pt>
                <c:pt idx="351">
                  <c:v>192</c:v>
                </c:pt>
                <c:pt idx="352">
                  <c:v>192</c:v>
                </c:pt>
                <c:pt idx="353">
                  <c:v>192</c:v>
                </c:pt>
                <c:pt idx="354">
                  <c:v>192</c:v>
                </c:pt>
                <c:pt idx="355">
                  <c:v>192</c:v>
                </c:pt>
                <c:pt idx="356">
                  <c:v>192</c:v>
                </c:pt>
                <c:pt idx="357">
                  <c:v>192</c:v>
                </c:pt>
                <c:pt idx="358">
                  <c:v>192</c:v>
                </c:pt>
                <c:pt idx="359">
                  <c:v>192</c:v>
                </c:pt>
                <c:pt idx="360">
                  <c:v>192</c:v>
                </c:pt>
                <c:pt idx="361">
                  <c:v>192</c:v>
                </c:pt>
                <c:pt idx="362">
                  <c:v>192</c:v>
                </c:pt>
                <c:pt idx="363">
                  <c:v>192</c:v>
                </c:pt>
                <c:pt idx="364">
                  <c:v>204</c:v>
                </c:pt>
                <c:pt idx="365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90-4CA7-B505-54EE7CC1BFA6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Line_Window!$AN$2:$AN$367</c:f>
              <c:numCache>
                <c:formatCode>General</c:formatCode>
                <c:ptCount val="366"/>
                <c:pt idx="0">
                  <c:v>0</c:v>
                </c:pt>
                <c:pt idx="1">
                  <c:v>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15</c:v>
                </c:pt>
                <c:pt idx="50">
                  <c:v>15</c:v>
                </c:pt>
                <c:pt idx="51">
                  <c:v>15</c:v>
                </c:pt>
                <c:pt idx="52">
                  <c:v>15</c:v>
                </c:pt>
                <c:pt idx="53">
                  <c:v>15</c:v>
                </c:pt>
                <c:pt idx="54">
                  <c:v>15</c:v>
                </c:pt>
                <c:pt idx="55">
                  <c:v>15</c:v>
                </c:pt>
                <c:pt idx="56">
                  <c:v>15</c:v>
                </c:pt>
                <c:pt idx="57">
                  <c:v>15</c:v>
                </c:pt>
                <c:pt idx="58">
                  <c:v>15</c:v>
                </c:pt>
                <c:pt idx="59">
                  <c:v>15</c:v>
                </c:pt>
                <c:pt idx="60">
                  <c:v>15</c:v>
                </c:pt>
                <c:pt idx="61">
                  <c:v>15</c:v>
                </c:pt>
                <c:pt idx="62">
                  <c:v>15</c:v>
                </c:pt>
                <c:pt idx="63">
                  <c:v>15</c:v>
                </c:pt>
                <c:pt idx="64">
                  <c:v>15</c:v>
                </c:pt>
                <c:pt idx="65">
                  <c:v>15</c:v>
                </c:pt>
                <c:pt idx="66">
                  <c:v>15</c:v>
                </c:pt>
                <c:pt idx="67">
                  <c:v>15</c:v>
                </c:pt>
                <c:pt idx="68">
                  <c:v>15</c:v>
                </c:pt>
                <c:pt idx="69">
                  <c:v>17</c:v>
                </c:pt>
                <c:pt idx="70">
                  <c:v>17</c:v>
                </c:pt>
                <c:pt idx="71">
                  <c:v>17</c:v>
                </c:pt>
                <c:pt idx="72">
                  <c:v>17</c:v>
                </c:pt>
                <c:pt idx="73">
                  <c:v>17</c:v>
                </c:pt>
                <c:pt idx="74">
                  <c:v>17</c:v>
                </c:pt>
                <c:pt idx="75">
                  <c:v>17</c:v>
                </c:pt>
                <c:pt idx="76">
                  <c:v>17</c:v>
                </c:pt>
                <c:pt idx="77">
                  <c:v>17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30</c:v>
                </c:pt>
                <c:pt idx="99">
                  <c:v>33</c:v>
                </c:pt>
                <c:pt idx="100">
                  <c:v>33</c:v>
                </c:pt>
                <c:pt idx="101">
                  <c:v>33</c:v>
                </c:pt>
                <c:pt idx="102">
                  <c:v>33</c:v>
                </c:pt>
                <c:pt idx="103">
                  <c:v>33</c:v>
                </c:pt>
                <c:pt idx="104">
                  <c:v>33</c:v>
                </c:pt>
                <c:pt idx="105">
                  <c:v>33</c:v>
                </c:pt>
                <c:pt idx="106">
                  <c:v>36</c:v>
                </c:pt>
                <c:pt idx="107">
                  <c:v>36</c:v>
                </c:pt>
                <c:pt idx="108">
                  <c:v>36</c:v>
                </c:pt>
                <c:pt idx="109">
                  <c:v>36</c:v>
                </c:pt>
                <c:pt idx="110">
                  <c:v>36</c:v>
                </c:pt>
                <c:pt idx="111">
                  <c:v>36</c:v>
                </c:pt>
                <c:pt idx="112">
                  <c:v>38</c:v>
                </c:pt>
                <c:pt idx="113">
                  <c:v>38</c:v>
                </c:pt>
                <c:pt idx="114">
                  <c:v>38</c:v>
                </c:pt>
                <c:pt idx="115">
                  <c:v>38</c:v>
                </c:pt>
                <c:pt idx="116">
                  <c:v>38</c:v>
                </c:pt>
                <c:pt idx="117">
                  <c:v>38</c:v>
                </c:pt>
                <c:pt idx="118">
                  <c:v>38</c:v>
                </c:pt>
                <c:pt idx="119">
                  <c:v>38</c:v>
                </c:pt>
                <c:pt idx="120">
                  <c:v>38</c:v>
                </c:pt>
                <c:pt idx="121">
                  <c:v>38</c:v>
                </c:pt>
                <c:pt idx="122">
                  <c:v>38</c:v>
                </c:pt>
                <c:pt idx="123">
                  <c:v>38</c:v>
                </c:pt>
                <c:pt idx="124">
                  <c:v>38</c:v>
                </c:pt>
                <c:pt idx="125">
                  <c:v>38</c:v>
                </c:pt>
                <c:pt idx="126">
                  <c:v>38</c:v>
                </c:pt>
                <c:pt idx="127">
                  <c:v>38</c:v>
                </c:pt>
                <c:pt idx="128">
                  <c:v>38</c:v>
                </c:pt>
                <c:pt idx="129">
                  <c:v>38</c:v>
                </c:pt>
                <c:pt idx="130">
                  <c:v>38</c:v>
                </c:pt>
                <c:pt idx="131">
                  <c:v>38</c:v>
                </c:pt>
                <c:pt idx="132">
                  <c:v>38</c:v>
                </c:pt>
                <c:pt idx="133">
                  <c:v>38</c:v>
                </c:pt>
                <c:pt idx="134">
                  <c:v>38</c:v>
                </c:pt>
                <c:pt idx="135">
                  <c:v>38</c:v>
                </c:pt>
                <c:pt idx="136">
                  <c:v>38</c:v>
                </c:pt>
                <c:pt idx="137">
                  <c:v>38</c:v>
                </c:pt>
                <c:pt idx="138">
                  <c:v>38</c:v>
                </c:pt>
                <c:pt idx="139">
                  <c:v>38</c:v>
                </c:pt>
                <c:pt idx="140">
                  <c:v>42</c:v>
                </c:pt>
                <c:pt idx="141">
                  <c:v>42</c:v>
                </c:pt>
                <c:pt idx="142">
                  <c:v>42</c:v>
                </c:pt>
                <c:pt idx="143">
                  <c:v>42</c:v>
                </c:pt>
                <c:pt idx="144">
                  <c:v>42</c:v>
                </c:pt>
                <c:pt idx="145">
                  <c:v>48</c:v>
                </c:pt>
                <c:pt idx="146">
                  <c:v>55</c:v>
                </c:pt>
                <c:pt idx="147">
                  <c:v>64</c:v>
                </c:pt>
                <c:pt idx="148">
                  <c:v>64</c:v>
                </c:pt>
                <c:pt idx="149">
                  <c:v>64</c:v>
                </c:pt>
                <c:pt idx="150">
                  <c:v>64</c:v>
                </c:pt>
                <c:pt idx="151">
                  <c:v>64</c:v>
                </c:pt>
                <c:pt idx="152">
                  <c:v>64</c:v>
                </c:pt>
                <c:pt idx="153">
                  <c:v>64</c:v>
                </c:pt>
                <c:pt idx="154">
                  <c:v>64</c:v>
                </c:pt>
                <c:pt idx="155">
                  <c:v>64</c:v>
                </c:pt>
                <c:pt idx="156">
                  <c:v>69</c:v>
                </c:pt>
                <c:pt idx="157">
                  <c:v>69</c:v>
                </c:pt>
                <c:pt idx="158">
                  <c:v>69</c:v>
                </c:pt>
                <c:pt idx="159">
                  <c:v>69</c:v>
                </c:pt>
                <c:pt idx="160">
                  <c:v>69</c:v>
                </c:pt>
                <c:pt idx="161">
                  <c:v>69</c:v>
                </c:pt>
                <c:pt idx="162">
                  <c:v>70</c:v>
                </c:pt>
                <c:pt idx="163">
                  <c:v>70</c:v>
                </c:pt>
                <c:pt idx="164">
                  <c:v>70</c:v>
                </c:pt>
                <c:pt idx="165">
                  <c:v>70</c:v>
                </c:pt>
                <c:pt idx="166">
                  <c:v>70</c:v>
                </c:pt>
                <c:pt idx="167">
                  <c:v>70</c:v>
                </c:pt>
                <c:pt idx="168">
                  <c:v>70</c:v>
                </c:pt>
                <c:pt idx="169">
                  <c:v>70</c:v>
                </c:pt>
                <c:pt idx="170">
                  <c:v>70</c:v>
                </c:pt>
                <c:pt idx="171">
                  <c:v>70</c:v>
                </c:pt>
                <c:pt idx="172">
                  <c:v>70</c:v>
                </c:pt>
                <c:pt idx="173">
                  <c:v>70</c:v>
                </c:pt>
                <c:pt idx="174">
                  <c:v>70</c:v>
                </c:pt>
                <c:pt idx="175">
                  <c:v>70</c:v>
                </c:pt>
                <c:pt idx="176">
                  <c:v>70</c:v>
                </c:pt>
                <c:pt idx="177">
                  <c:v>70</c:v>
                </c:pt>
                <c:pt idx="178">
                  <c:v>70</c:v>
                </c:pt>
                <c:pt idx="179">
                  <c:v>70</c:v>
                </c:pt>
                <c:pt idx="180">
                  <c:v>70</c:v>
                </c:pt>
                <c:pt idx="181">
                  <c:v>70</c:v>
                </c:pt>
                <c:pt idx="182">
                  <c:v>70</c:v>
                </c:pt>
                <c:pt idx="183">
                  <c:v>70</c:v>
                </c:pt>
                <c:pt idx="184">
                  <c:v>70</c:v>
                </c:pt>
                <c:pt idx="185">
                  <c:v>70</c:v>
                </c:pt>
                <c:pt idx="186">
                  <c:v>70</c:v>
                </c:pt>
                <c:pt idx="187">
                  <c:v>70</c:v>
                </c:pt>
                <c:pt idx="188">
                  <c:v>70</c:v>
                </c:pt>
                <c:pt idx="189">
                  <c:v>70</c:v>
                </c:pt>
                <c:pt idx="190">
                  <c:v>70</c:v>
                </c:pt>
                <c:pt idx="191">
                  <c:v>70</c:v>
                </c:pt>
                <c:pt idx="192">
                  <c:v>70</c:v>
                </c:pt>
                <c:pt idx="193">
                  <c:v>70</c:v>
                </c:pt>
                <c:pt idx="194">
                  <c:v>70</c:v>
                </c:pt>
                <c:pt idx="195">
                  <c:v>70</c:v>
                </c:pt>
                <c:pt idx="196">
                  <c:v>74</c:v>
                </c:pt>
                <c:pt idx="197">
                  <c:v>74</c:v>
                </c:pt>
                <c:pt idx="198">
                  <c:v>74</c:v>
                </c:pt>
                <c:pt idx="199">
                  <c:v>74</c:v>
                </c:pt>
                <c:pt idx="200">
                  <c:v>74</c:v>
                </c:pt>
                <c:pt idx="201">
                  <c:v>74</c:v>
                </c:pt>
                <c:pt idx="202">
                  <c:v>74</c:v>
                </c:pt>
                <c:pt idx="203">
                  <c:v>74</c:v>
                </c:pt>
                <c:pt idx="204">
                  <c:v>74</c:v>
                </c:pt>
                <c:pt idx="205">
                  <c:v>74</c:v>
                </c:pt>
                <c:pt idx="206">
                  <c:v>74</c:v>
                </c:pt>
                <c:pt idx="207">
                  <c:v>74</c:v>
                </c:pt>
                <c:pt idx="208">
                  <c:v>74</c:v>
                </c:pt>
                <c:pt idx="209">
                  <c:v>74</c:v>
                </c:pt>
                <c:pt idx="210">
                  <c:v>74</c:v>
                </c:pt>
                <c:pt idx="211">
                  <c:v>74</c:v>
                </c:pt>
                <c:pt idx="212">
                  <c:v>74</c:v>
                </c:pt>
                <c:pt idx="213">
                  <c:v>74</c:v>
                </c:pt>
                <c:pt idx="214">
                  <c:v>74</c:v>
                </c:pt>
                <c:pt idx="215">
                  <c:v>74</c:v>
                </c:pt>
                <c:pt idx="216">
                  <c:v>74</c:v>
                </c:pt>
                <c:pt idx="217">
                  <c:v>74</c:v>
                </c:pt>
                <c:pt idx="218">
                  <c:v>74</c:v>
                </c:pt>
                <c:pt idx="219">
                  <c:v>74</c:v>
                </c:pt>
                <c:pt idx="220">
                  <c:v>74</c:v>
                </c:pt>
                <c:pt idx="221">
                  <c:v>74</c:v>
                </c:pt>
                <c:pt idx="222">
                  <c:v>74</c:v>
                </c:pt>
                <c:pt idx="223">
                  <c:v>74</c:v>
                </c:pt>
                <c:pt idx="224">
                  <c:v>74</c:v>
                </c:pt>
                <c:pt idx="225">
                  <c:v>74</c:v>
                </c:pt>
                <c:pt idx="226">
                  <c:v>74</c:v>
                </c:pt>
                <c:pt idx="227">
                  <c:v>74</c:v>
                </c:pt>
                <c:pt idx="228">
                  <c:v>74</c:v>
                </c:pt>
                <c:pt idx="229">
                  <c:v>74</c:v>
                </c:pt>
                <c:pt idx="230">
                  <c:v>74</c:v>
                </c:pt>
                <c:pt idx="231">
                  <c:v>74</c:v>
                </c:pt>
                <c:pt idx="232">
                  <c:v>74</c:v>
                </c:pt>
                <c:pt idx="233">
                  <c:v>74</c:v>
                </c:pt>
                <c:pt idx="234">
                  <c:v>74</c:v>
                </c:pt>
                <c:pt idx="235">
                  <c:v>74</c:v>
                </c:pt>
                <c:pt idx="236">
                  <c:v>74</c:v>
                </c:pt>
                <c:pt idx="237">
                  <c:v>74</c:v>
                </c:pt>
                <c:pt idx="238">
                  <c:v>74</c:v>
                </c:pt>
                <c:pt idx="239">
                  <c:v>74</c:v>
                </c:pt>
                <c:pt idx="240">
                  <c:v>74</c:v>
                </c:pt>
                <c:pt idx="241">
                  <c:v>74</c:v>
                </c:pt>
                <c:pt idx="242">
                  <c:v>74</c:v>
                </c:pt>
                <c:pt idx="243">
                  <c:v>74</c:v>
                </c:pt>
                <c:pt idx="244">
                  <c:v>74</c:v>
                </c:pt>
                <c:pt idx="245">
                  <c:v>74</c:v>
                </c:pt>
                <c:pt idx="246">
                  <c:v>74</c:v>
                </c:pt>
                <c:pt idx="247">
                  <c:v>74</c:v>
                </c:pt>
                <c:pt idx="248">
                  <c:v>74</c:v>
                </c:pt>
                <c:pt idx="249">
                  <c:v>74</c:v>
                </c:pt>
                <c:pt idx="250">
                  <c:v>74</c:v>
                </c:pt>
                <c:pt idx="251">
                  <c:v>74</c:v>
                </c:pt>
                <c:pt idx="252">
                  <c:v>74</c:v>
                </c:pt>
                <c:pt idx="253">
                  <c:v>74</c:v>
                </c:pt>
                <c:pt idx="254">
                  <c:v>74</c:v>
                </c:pt>
                <c:pt idx="255">
                  <c:v>74</c:v>
                </c:pt>
                <c:pt idx="256">
                  <c:v>74</c:v>
                </c:pt>
                <c:pt idx="257">
                  <c:v>74</c:v>
                </c:pt>
                <c:pt idx="258">
                  <c:v>74</c:v>
                </c:pt>
                <c:pt idx="259">
                  <c:v>74</c:v>
                </c:pt>
                <c:pt idx="260">
                  <c:v>74</c:v>
                </c:pt>
                <c:pt idx="261">
                  <c:v>74</c:v>
                </c:pt>
                <c:pt idx="262">
                  <c:v>74</c:v>
                </c:pt>
                <c:pt idx="263">
                  <c:v>74</c:v>
                </c:pt>
                <c:pt idx="264">
                  <c:v>74</c:v>
                </c:pt>
                <c:pt idx="265">
                  <c:v>74</c:v>
                </c:pt>
                <c:pt idx="266">
                  <c:v>74</c:v>
                </c:pt>
                <c:pt idx="267">
                  <c:v>74</c:v>
                </c:pt>
                <c:pt idx="268">
                  <c:v>74</c:v>
                </c:pt>
                <c:pt idx="269">
                  <c:v>74</c:v>
                </c:pt>
                <c:pt idx="270">
                  <c:v>74</c:v>
                </c:pt>
                <c:pt idx="271">
                  <c:v>74</c:v>
                </c:pt>
                <c:pt idx="272">
                  <c:v>74</c:v>
                </c:pt>
                <c:pt idx="273">
                  <c:v>74</c:v>
                </c:pt>
                <c:pt idx="274">
                  <c:v>74</c:v>
                </c:pt>
                <c:pt idx="275">
                  <c:v>74</c:v>
                </c:pt>
                <c:pt idx="276">
                  <c:v>74</c:v>
                </c:pt>
                <c:pt idx="277">
                  <c:v>77</c:v>
                </c:pt>
                <c:pt idx="278">
                  <c:v>80</c:v>
                </c:pt>
                <c:pt idx="279">
                  <c:v>80</c:v>
                </c:pt>
                <c:pt idx="280">
                  <c:v>80</c:v>
                </c:pt>
                <c:pt idx="281">
                  <c:v>80</c:v>
                </c:pt>
                <c:pt idx="282">
                  <c:v>80</c:v>
                </c:pt>
                <c:pt idx="283">
                  <c:v>80</c:v>
                </c:pt>
                <c:pt idx="284">
                  <c:v>80</c:v>
                </c:pt>
                <c:pt idx="285">
                  <c:v>80</c:v>
                </c:pt>
                <c:pt idx="286">
                  <c:v>80</c:v>
                </c:pt>
                <c:pt idx="287">
                  <c:v>80</c:v>
                </c:pt>
                <c:pt idx="288">
                  <c:v>80</c:v>
                </c:pt>
                <c:pt idx="289">
                  <c:v>80</c:v>
                </c:pt>
                <c:pt idx="290">
                  <c:v>80</c:v>
                </c:pt>
                <c:pt idx="291">
                  <c:v>80</c:v>
                </c:pt>
                <c:pt idx="292">
                  <c:v>80</c:v>
                </c:pt>
                <c:pt idx="293">
                  <c:v>80</c:v>
                </c:pt>
                <c:pt idx="294">
                  <c:v>80</c:v>
                </c:pt>
                <c:pt idx="295">
                  <c:v>80</c:v>
                </c:pt>
                <c:pt idx="296">
                  <c:v>80</c:v>
                </c:pt>
                <c:pt idx="297">
                  <c:v>80</c:v>
                </c:pt>
                <c:pt idx="298">
                  <c:v>80</c:v>
                </c:pt>
                <c:pt idx="299">
                  <c:v>80</c:v>
                </c:pt>
                <c:pt idx="300">
                  <c:v>80</c:v>
                </c:pt>
                <c:pt idx="301">
                  <c:v>80</c:v>
                </c:pt>
                <c:pt idx="302">
                  <c:v>80</c:v>
                </c:pt>
                <c:pt idx="303">
                  <c:v>80</c:v>
                </c:pt>
                <c:pt idx="304">
                  <c:v>80</c:v>
                </c:pt>
                <c:pt idx="305">
                  <c:v>80</c:v>
                </c:pt>
                <c:pt idx="306">
                  <c:v>80</c:v>
                </c:pt>
                <c:pt idx="307">
                  <c:v>80</c:v>
                </c:pt>
                <c:pt idx="308">
                  <c:v>80</c:v>
                </c:pt>
                <c:pt idx="309">
                  <c:v>81</c:v>
                </c:pt>
                <c:pt idx="310">
                  <c:v>84</c:v>
                </c:pt>
                <c:pt idx="311">
                  <c:v>84</c:v>
                </c:pt>
                <c:pt idx="312">
                  <c:v>84</c:v>
                </c:pt>
                <c:pt idx="313">
                  <c:v>84</c:v>
                </c:pt>
                <c:pt idx="314">
                  <c:v>84</c:v>
                </c:pt>
                <c:pt idx="315">
                  <c:v>84</c:v>
                </c:pt>
                <c:pt idx="316">
                  <c:v>84</c:v>
                </c:pt>
                <c:pt idx="317">
                  <c:v>84</c:v>
                </c:pt>
                <c:pt idx="318">
                  <c:v>84</c:v>
                </c:pt>
                <c:pt idx="319">
                  <c:v>84</c:v>
                </c:pt>
                <c:pt idx="320">
                  <c:v>84</c:v>
                </c:pt>
                <c:pt idx="321">
                  <c:v>84</c:v>
                </c:pt>
                <c:pt idx="322">
                  <c:v>84</c:v>
                </c:pt>
                <c:pt idx="323">
                  <c:v>84</c:v>
                </c:pt>
                <c:pt idx="324">
                  <c:v>84</c:v>
                </c:pt>
                <c:pt idx="325">
                  <c:v>84</c:v>
                </c:pt>
                <c:pt idx="326">
                  <c:v>84</c:v>
                </c:pt>
                <c:pt idx="327">
                  <c:v>84</c:v>
                </c:pt>
                <c:pt idx="328">
                  <c:v>84</c:v>
                </c:pt>
                <c:pt idx="329">
                  <c:v>84</c:v>
                </c:pt>
                <c:pt idx="330">
                  <c:v>84</c:v>
                </c:pt>
                <c:pt idx="331">
                  <c:v>84</c:v>
                </c:pt>
                <c:pt idx="332">
                  <c:v>84</c:v>
                </c:pt>
                <c:pt idx="333">
                  <c:v>84</c:v>
                </c:pt>
                <c:pt idx="334">
                  <c:v>84</c:v>
                </c:pt>
                <c:pt idx="335">
                  <c:v>84</c:v>
                </c:pt>
                <c:pt idx="336">
                  <c:v>84</c:v>
                </c:pt>
                <c:pt idx="337">
                  <c:v>84</c:v>
                </c:pt>
                <c:pt idx="338">
                  <c:v>84</c:v>
                </c:pt>
                <c:pt idx="339">
                  <c:v>84</c:v>
                </c:pt>
                <c:pt idx="340">
                  <c:v>84</c:v>
                </c:pt>
                <c:pt idx="341">
                  <c:v>84</c:v>
                </c:pt>
                <c:pt idx="342">
                  <c:v>84</c:v>
                </c:pt>
                <c:pt idx="343">
                  <c:v>84</c:v>
                </c:pt>
                <c:pt idx="344">
                  <c:v>84</c:v>
                </c:pt>
                <c:pt idx="345">
                  <c:v>84</c:v>
                </c:pt>
                <c:pt idx="346">
                  <c:v>84</c:v>
                </c:pt>
                <c:pt idx="347">
                  <c:v>84</c:v>
                </c:pt>
                <c:pt idx="348">
                  <c:v>84</c:v>
                </c:pt>
                <c:pt idx="349">
                  <c:v>84</c:v>
                </c:pt>
                <c:pt idx="350">
                  <c:v>84</c:v>
                </c:pt>
                <c:pt idx="351">
                  <c:v>84</c:v>
                </c:pt>
                <c:pt idx="352">
                  <c:v>84</c:v>
                </c:pt>
                <c:pt idx="353">
                  <c:v>84</c:v>
                </c:pt>
                <c:pt idx="354">
                  <c:v>84</c:v>
                </c:pt>
                <c:pt idx="355">
                  <c:v>84</c:v>
                </c:pt>
                <c:pt idx="356">
                  <c:v>84</c:v>
                </c:pt>
                <c:pt idx="357">
                  <c:v>84</c:v>
                </c:pt>
                <c:pt idx="358">
                  <c:v>84</c:v>
                </c:pt>
                <c:pt idx="359">
                  <c:v>84</c:v>
                </c:pt>
                <c:pt idx="360">
                  <c:v>84</c:v>
                </c:pt>
                <c:pt idx="361">
                  <c:v>88</c:v>
                </c:pt>
                <c:pt idx="362">
                  <c:v>95</c:v>
                </c:pt>
                <c:pt idx="363">
                  <c:v>101</c:v>
                </c:pt>
                <c:pt idx="364">
                  <c:v>125</c:v>
                </c:pt>
                <c:pt idx="365">
                  <c:v>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90-4CA7-B505-54EE7CC1BFA6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Line_Window!$AO$2:$AO$367</c:f>
              <c:numCache>
                <c:formatCode>General</c:formatCode>
                <c:ptCount val="366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16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  <c:pt idx="10">
                  <c:v>23</c:v>
                </c:pt>
                <c:pt idx="11">
                  <c:v>24</c:v>
                </c:pt>
                <c:pt idx="12">
                  <c:v>24</c:v>
                </c:pt>
                <c:pt idx="13">
                  <c:v>24</c:v>
                </c:pt>
                <c:pt idx="14">
                  <c:v>28</c:v>
                </c:pt>
                <c:pt idx="15">
                  <c:v>28</c:v>
                </c:pt>
                <c:pt idx="16">
                  <c:v>28</c:v>
                </c:pt>
                <c:pt idx="17">
                  <c:v>28</c:v>
                </c:pt>
                <c:pt idx="18">
                  <c:v>28</c:v>
                </c:pt>
                <c:pt idx="19">
                  <c:v>28</c:v>
                </c:pt>
                <c:pt idx="20">
                  <c:v>28</c:v>
                </c:pt>
                <c:pt idx="21">
                  <c:v>28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28</c:v>
                </c:pt>
                <c:pt idx="26">
                  <c:v>28</c:v>
                </c:pt>
                <c:pt idx="27">
                  <c:v>28</c:v>
                </c:pt>
                <c:pt idx="28">
                  <c:v>28</c:v>
                </c:pt>
                <c:pt idx="29">
                  <c:v>28</c:v>
                </c:pt>
                <c:pt idx="30">
                  <c:v>28</c:v>
                </c:pt>
                <c:pt idx="31">
                  <c:v>28</c:v>
                </c:pt>
                <c:pt idx="32">
                  <c:v>28</c:v>
                </c:pt>
                <c:pt idx="33">
                  <c:v>28</c:v>
                </c:pt>
                <c:pt idx="34">
                  <c:v>28</c:v>
                </c:pt>
                <c:pt idx="35">
                  <c:v>28</c:v>
                </c:pt>
                <c:pt idx="36">
                  <c:v>28</c:v>
                </c:pt>
                <c:pt idx="37">
                  <c:v>28</c:v>
                </c:pt>
                <c:pt idx="38">
                  <c:v>28</c:v>
                </c:pt>
                <c:pt idx="39">
                  <c:v>28</c:v>
                </c:pt>
                <c:pt idx="40">
                  <c:v>28</c:v>
                </c:pt>
                <c:pt idx="41">
                  <c:v>28</c:v>
                </c:pt>
                <c:pt idx="42">
                  <c:v>28</c:v>
                </c:pt>
                <c:pt idx="43">
                  <c:v>28</c:v>
                </c:pt>
                <c:pt idx="44">
                  <c:v>28</c:v>
                </c:pt>
                <c:pt idx="45">
                  <c:v>28</c:v>
                </c:pt>
                <c:pt idx="46">
                  <c:v>28</c:v>
                </c:pt>
                <c:pt idx="47">
                  <c:v>28</c:v>
                </c:pt>
                <c:pt idx="48">
                  <c:v>28</c:v>
                </c:pt>
                <c:pt idx="49">
                  <c:v>28</c:v>
                </c:pt>
                <c:pt idx="50">
                  <c:v>28</c:v>
                </c:pt>
                <c:pt idx="51">
                  <c:v>28</c:v>
                </c:pt>
                <c:pt idx="52">
                  <c:v>28</c:v>
                </c:pt>
                <c:pt idx="53">
                  <c:v>28</c:v>
                </c:pt>
                <c:pt idx="54">
                  <c:v>28</c:v>
                </c:pt>
                <c:pt idx="55">
                  <c:v>28</c:v>
                </c:pt>
                <c:pt idx="56">
                  <c:v>28</c:v>
                </c:pt>
                <c:pt idx="57">
                  <c:v>28</c:v>
                </c:pt>
                <c:pt idx="58">
                  <c:v>28</c:v>
                </c:pt>
                <c:pt idx="59">
                  <c:v>28</c:v>
                </c:pt>
                <c:pt idx="60">
                  <c:v>28</c:v>
                </c:pt>
                <c:pt idx="61">
                  <c:v>28</c:v>
                </c:pt>
                <c:pt idx="62">
                  <c:v>28</c:v>
                </c:pt>
                <c:pt idx="63">
                  <c:v>28</c:v>
                </c:pt>
                <c:pt idx="64">
                  <c:v>28</c:v>
                </c:pt>
                <c:pt idx="65">
                  <c:v>28</c:v>
                </c:pt>
                <c:pt idx="66">
                  <c:v>28</c:v>
                </c:pt>
                <c:pt idx="67">
                  <c:v>28</c:v>
                </c:pt>
                <c:pt idx="68">
                  <c:v>28</c:v>
                </c:pt>
                <c:pt idx="69">
                  <c:v>28</c:v>
                </c:pt>
                <c:pt idx="70">
                  <c:v>28</c:v>
                </c:pt>
                <c:pt idx="71">
                  <c:v>31</c:v>
                </c:pt>
                <c:pt idx="72">
                  <c:v>31</c:v>
                </c:pt>
                <c:pt idx="73">
                  <c:v>31</c:v>
                </c:pt>
                <c:pt idx="74">
                  <c:v>31</c:v>
                </c:pt>
                <c:pt idx="75">
                  <c:v>31</c:v>
                </c:pt>
                <c:pt idx="76">
                  <c:v>31</c:v>
                </c:pt>
                <c:pt idx="77">
                  <c:v>31</c:v>
                </c:pt>
                <c:pt idx="78">
                  <c:v>31</c:v>
                </c:pt>
                <c:pt idx="79">
                  <c:v>31</c:v>
                </c:pt>
                <c:pt idx="80">
                  <c:v>31</c:v>
                </c:pt>
                <c:pt idx="81">
                  <c:v>31</c:v>
                </c:pt>
                <c:pt idx="82">
                  <c:v>31</c:v>
                </c:pt>
                <c:pt idx="83">
                  <c:v>44</c:v>
                </c:pt>
                <c:pt idx="84">
                  <c:v>44</c:v>
                </c:pt>
                <c:pt idx="85">
                  <c:v>44</c:v>
                </c:pt>
                <c:pt idx="86">
                  <c:v>44</c:v>
                </c:pt>
                <c:pt idx="87">
                  <c:v>44</c:v>
                </c:pt>
                <c:pt idx="88">
                  <c:v>44</c:v>
                </c:pt>
                <c:pt idx="89">
                  <c:v>44</c:v>
                </c:pt>
                <c:pt idx="90">
                  <c:v>44</c:v>
                </c:pt>
                <c:pt idx="91">
                  <c:v>44</c:v>
                </c:pt>
                <c:pt idx="92">
                  <c:v>44</c:v>
                </c:pt>
                <c:pt idx="93">
                  <c:v>44</c:v>
                </c:pt>
                <c:pt idx="94">
                  <c:v>44</c:v>
                </c:pt>
                <c:pt idx="95">
                  <c:v>44</c:v>
                </c:pt>
                <c:pt idx="96">
                  <c:v>44</c:v>
                </c:pt>
                <c:pt idx="97">
                  <c:v>44</c:v>
                </c:pt>
                <c:pt idx="98">
                  <c:v>44</c:v>
                </c:pt>
                <c:pt idx="99">
                  <c:v>52</c:v>
                </c:pt>
                <c:pt idx="100">
                  <c:v>57</c:v>
                </c:pt>
                <c:pt idx="101">
                  <c:v>57</c:v>
                </c:pt>
                <c:pt idx="102">
                  <c:v>57</c:v>
                </c:pt>
                <c:pt idx="103">
                  <c:v>57</c:v>
                </c:pt>
                <c:pt idx="104">
                  <c:v>57</c:v>
                </c:pt>
                <c:pt idx="105">
                  <c:v>57</c:v>
                </c:pt>
                <c:pt idx="106">
                  <c:v>57</c:v>
                </c:pt>
                <c:pt idx="107">
                  <c:v>57</c:v>
                </c:pt>
                <c:pt idx="108">
                  <c:v>58</c:v>
                </c:pt>
                <c:pt idx="109">
                  <c:v>58</c:v>
                </c:pt>
                <c:pt idx="110">
                  <c:v>60</c:v>
                </c:pt>
                <c:pt idx="111">
                  <c:v>60</c:v>
                </c:pt>
                <c:pt idx="112">
                  <c:v>60</c:v>
                </c:pt>
                <c:pt idx="113">
                  <c:v>60</c:v>
                </c:pt>
                <c:pt idx="114">
                  <c:v>60</c:v>
                </c:pt>
                <c:pt idx="115">
                  <c:v>60</c:v>
                </c:pt>
                <c:pt idx="116">
                  <c:v>60</c:v>
                </c:pt>
                <c:pt idx="117">
                  <c:v>60</c:v>
                </c:pt>
                <c:pt idx="118">
                  <c:v>60</c:v>
                </c:pt>
                <c:pt idx="119">
                  <c:v>63</c:v>
                </c:pt>
                <c:pt idx="120">
                  <c:v>63</c:v>
                </c:pt>
                <c:pt idx="121">
                  <c:v>63</c:v>
                </c:pt>
                <c:pt idx="122">
                  <c:v>63</c:v>
                </c:pt>
                <c:pt idx="123">
                  <c:v>63</c:v>
                </c:pt>
                <c:pt idx="124">
                  <c:v>63</c:v>
                </c:pt>
                <c:pt idx="125">
                  <c:v>63</c:v>
                </c:pt>
                <c:pt idx="126">
                  <c:v>66</c:v>
                </c:pt>
                <c:pt idx="127">
                  <c:v>66</c:v>
                </c:pt>
                <c:pt idx="128">
                  <c:v>66</c:v>
                </c:pt>
                <c:pt idx="129">
                  <c:v>66</c:v>
                </c:pt>
                <c:pt idx="130">
                  <c:v>66</c:v>
                </c:pt>
                <c:pt idx="131">
                  <c:v>66</c:v>
                </c:pt>
                <c:pt idx="132">
                  <c:v>66</c:v>
                </c:pt>
                <c:pt idx="133">
                  <c:v>67</c:v>
                </c:pt>
                <c:pt idx="134">
                  <c:v>67</c:v>
                </c:pt>
                <c:pt idx="135">
                  <c:v>67</c:v>
                </c:pt>
                <c:pt idx="136">
                  <c:v>67</c:v>
                </c:pt>
                <c:pt idx="137">
                  <c:v>67</c:v>
                </c:pt>
                <c:pt idx="138">
                  <c:v>67</c:v>
                </c:pt>
                <c:pt idx="139">
                  <c:v>72</c:v>
                </c:pt>
                <c:pt idx="140">
                  <c:v>79</c:v>
                </c:pt>
                <c:pt idx="141">
                  <c:v>79</c:v>
                </c:pt>
                <c:pt idx="142">
                  <c:v>79</c:v>
                </c:pt>
                <c:pt idx="143">
                  <c:v>79</c:v>
                </c:pt>
                <c:pt idx="144">
                  <c:v>79</c:v>
                </c:pt>
                <c:pt idx="145">
                  <c:v>82</c:v>
                </c:pt>
                <c:pt idx="146">
                  <c:v>86</c:v>
                </c:pt>
                <c:pt idx="147">
                  <c:v>95</c:v>
                </c:pt>
                <c:pt idx="148">
                  <c:v>104</c:v>
                </c:pt>
                <c:pt idx="149">
                  <c:v>104</c:v>
                </c:pt>
                <c:pt idx="150">
                  <c:v>107</c:v>
                </c:pt>
                <c:pt idx="151">
                  <c:v>107</c:v>
                </c:pt>
                <c:pt idx="152">
                  <c:v>107</c:v>
                </c:pt>
                <c:pt idx="153">
                  <c:v>111</c:v>
                </c:pt>
                <c:pt idx="154">
                  <c:v>117</c:v>
                </c:pt>
                <c:pt idx="155">
                  <c:v>117</c:v>
                </c:pt>
                <c:pt idx="156">
                  <c:v>117</c:v>
                </c:pt>
                <c:pt idx="157">
                  <c:v>117</c:v>
                </c:pt>
                <c:pt idx="158">
                  <c:v>117</c:v>
                </c:pt>
                <c:pt idx="159">
                  <c:v>117</c:v>
                </c:pt>
                <c:pt idx="160">
                  <c:v>121</c:v>
                </c:pt>
                <c:pt idx="161">
                  <c:v>128</c:v>
                </c:pt>
                <c:pt idx="162">
                  <c:v>128</c:v>
                </c:pt>
                <c:pt idx="163">
                  <c:v>128</c:v>
                </c:pt>
                <c:pt idx="164">
                  <c:v>128</c:v>
                </c:pt>
                <c:pt idx="165">
                  <c:v>128</c:v>
                </c:pt>
                <c:pt idx="166">
                  <c:v>128</c:v>
                </c:pt>
                <c:pt idx="167">
                  <c:v>128</c:v>
                </c:pt>
                <c:pt idx="168">
                  <c:v>128</c:v>
                </c:pt>
                <c:pt idx="169">
                  <c:v>128</c:v>
                </c:pt>
                <c:pt idx="170">
                  <c:v>128</c:v>
                </c:pt>
                <c:pt idx="171">
                  <c:v>128</c:v>
                </c:pt>
                <c:pt idx="172">
                  <c:v>128</c:v>
                </c:pt>
                <c:pt idx="173">
                  <c:v>128</c:v>
                </c:pt>
                <c:pt idx="174">
                  <c:v>129</c:v>
                </c:pt>
                <c:pt idx="175">
                  <c:v>134</c:v>
                </c:pt>
                <c:pt idx="176">
                  <c:v>134</c:v>
                </c:pt>
                <c:pt idx="177">
                  <c:v>134</c:v>
                </c:pt>
                <c:pt idx="178">
                  <c:v>134</c:v>
                </c:pt>
                <c:pt idx="179">
                  <c:v>134</c:v>
                </c:pt>
                <c:pt idx="180">
                  <c:v>134</c:v>
                </c:pt>
                <c:pt idx="181">
                  <c:v>136</c:v>
                </c:pt>
                <c:pt idx="182">
                  <c:v>153</c:v>
                </c:pt>
                <c:pt idx="183">
                  <c:v>159</c:v>
                </c:pt>
                <c:pt idx="184">
                  <c:v>161</c:v>
                </c:pt>
                <c:pt idx="185">
                  <c:v>166</c:v>
                </c:pt>
                <c:pt idx="186">
                  <c:v>166</c:v>
                </c:pt>
                <c:pt idx="187">
                  <c:v>166</c:v>
                </c:pt>
                <c:pt idx="188">
                  <c:v>166</c:v>
                </c:pt>
                <c:pt idx="189">
                  <c:v>166</c:v>
                </c:pt>
                <c:pt idx="190">
                  <c:v>166</c:v>
                </c:pt>
                <c:pt idx="191">
                  <c:v>166</c:v>
                </c:pt>
                <c:pt idx="192">
                  <c:v>166</c:v>
                </c:pt>
                <c:pt idx="193">
                  <c:v>166</c:v>
                </c:pt>
                <c:pt idx="194">
                  <c:v>166</c:v>
                </c:pt>
                <c:pt idx="195">
                  <c:v>172</c:v>
                </c:pt>
                <c:pt idx="196">
                  <c:v>187</c:v>
                </c:pt>
                <c:pt idx="197">
                  <c:v>190</c:v>
                </c:pt>
                <c:pt idx="198">
                  <c:v>190</c:v>
                </c:pt>
                <c:pt idx="199">
                  <c:v>190</c:v>
                </c:pt>
                <c:pt idx="200">
                  <c:v>190</c:v>
                </c:pt>
                <c:pt idx="201">
                  <c:v>190</c:v>
                </c:pt>
                <c:pt idx="202">
                  <c:v>190</c:v>
                </c:pt>
                <c:pt idx="203">
                  <c:v>199</c:v>
                </c:pt>
                <c:pt idx="204">
                  <c:v>199</c:v>
                </c:pt>
                <c:pt idx="205">
                  <c:v>199</c:v>
                </c:pt>
                <c:pt idx="206">
                  <c:v>199</c:v>
                </c:pt>
                <c:pt idx="207">
                  <c:v>199</c:v>
                </c:pt>
                <c:pt idx="208">
                  <c:v>199</c:v>
                </c:pt>
                <c:pt idx="209">
                  <c:v>199</c:v>
                </c:pt>
                <c:pt idx="210">
                  <c:v>207</c:v>
                </c:pt>
                <c:pt idx="211">
                  <c:v>207</c:v>
                </c:pt>
                <c:pt idx="212">
                  <c:v>207</c:v>
                </c:pt>
                <c:pt idx="213">
                  <c:v>207</c:v>
                </c:pt>
                <c:pt idx="214">
                  <c:v>207</c:v>
                </c:pt>
                <c:pt idx="215">
                  <c:v>207</c:v>
                </c:pt>
                <c:pt idx="216">
                  <c:v>207</c:v>
                </c:pt>
                <c:pt idx="217">
                  <c:v>207</c:v>
                </c:pt>
                <c:pt idx="218">
                  <c:v>218</c:v>
                </c:pt>
                <c:pt idx="219">
                  <c:v>233</c:v>
                </c:pt>
                <c:pt idx="220">
                  <c:v>233</c:v>
                </c:pt>
                <c:pt idx="221">
                  <c:v>233</c:v>
                </c:pt>
                <c:pt idx="222">
                  <c:v>233</c:v>
                </c:pt>
                <c:pt idx="223">
                  <c:v>233</c:v>
                </c:pt>
                <c:pt idx="224">
                  <c:v>233</c:v>
                </c:pt>
                <c:pt idx="225">
                  <c:v>233</c:v>
                </c:pt>
                <c:pt idx="226">
                  <c:v>233</c:v>
                </c:pt>
                <c:pt idx="227">
                  <c:v>233</c:v>
                </c:pt>
                <c:pt idx="228">
                  <c:v>233</c:v>
                </c:pt>
                <c:pt idx="229">
                  <c:v>233</c:v>
                </c:pt>
                <c:pt idx="230">
                  <c:v>233</c:v>
                </c:pt>
                <c:pt idx="231">
                  <c:v>233</c:v>
                </c:pt>
                <c:pt idx="232">
                  <c:v>233</c:v>
                </c:pt>
                <c:pt idx="233">
                  <c:v>233</c:v>
                </c:pt>
                <c:pt idx="234">
                  <c:v>233</c:v>
                </c:pt>
                <c:pt idx="235">
                  <c:v>233</c:v>
                </c:pt>
                <c:pt idx="236">
                  <c:v>233</c:v>
                </c:pt>
                <c:pt idx="237">
                  <c:v>233</c:v>
                </c:pt>
                <c:pt idx="238">
                  <c:v>233</c:v>
                </c:pt>
                <c:pt idx="239">
                  <c:v>233</c:v>
                </c:pt>
                <c:pt idx="240">
                  <c:v>233</c:v>
                </c:pt>
                <c:pt idx="241">
                  <c:v>233</c:v>
                </c:pt>
                <c:pt idx="242">
                  <c:v>233</c:v>
                </c:pt>
                <c:pt idx="243">
                  <c:v>233</c:v>
                </c:pt>
                <c:pt idx="244">
                  <c:v>233</c:v>
                </c:pt>
                <c:pt idx="245">
                  <c:v>233</c:v>
                </c:pt>
                <c:pt idx="246">
                  <c:v>233</c:v>
                </c:pt>
                <c:pt idx="247">
                  <c:v>233</c:v>
                </c:pt>
                <c:pt idx="248">
                  <c:v>233</c:v>
                </c:pt>
                <c:pt idx="249">
                  <c:v>233</c:v>
                </c:pt>
                <c:pt idx="250">
                  <c:v>233</c:v>
                </c:pt>
                <c:pt idx="251">
                  <c:v>233</c:v>
                </c:pt>
                <c:pt idx="252">
                  <c:v>235</c:v>
                </c:pt>
                <c:pt idx="253">
                  <c:v>235</c:v>
                </c:pt>
                <c:pt idx="254">
                  <c:v>235</c:v>
                </c:pt>
                <c:pt idx="255">
                  <c:v>235</c:v>
                </c:pt>
                <c:pt idx="256">
                  <c:v>235</c:v>
                </c:pt>
                <c:pt idx="257">
                  <c:v>235</c:v>
                </c:pt>
                <c:pt idx="258">
                  <c:v>235</c:v>
                </c:pt>
                <c:pt idx="259">
                  <c:v>235</c:v>
                </c:pt>
                <c:pt idx="260">
                  <c:v>236</c:v>
                </c:pt>
                <c:pt idx="261">
                  <c:v>248</c:v>
                </c:pt>
                <c:pt idx="262">
                  <c:v>255</c:v>
                </c:pt>
                <c:pt idx="263">
                  <c:v>255</c:v>
                </c:pt>
                <c:pt idx="264">
                  <c:v>255</c:v>
                </c:pt>
                <c:pt idx="265">
                  <c:v>255</c:v>
                </c:pt>
                <c:pt idx="266">
                  <c:v>260</c:v>
                </c:pt>
                <c:pt idx="267">
                  <c:v>262</c:v>
                </c:pt>
                <c:pt idx="268">
                  <c:v>262</c:v>
                </c:pt>
                <c:pt idx="269">
                  <c:v>262</c:v>
                </c:pt>
                <c:pt idx="270">
                  <c:v>262</c:v>
                </c:pt>
                <c:pt idx="271">
                  <c:v>262</c:v>
                </c:pt>
                <c:pt idx="272">
                  <c:v>262</c:v>
                </c:pt>
                <c:pt idx="273">
                  <c:v>265</c:v>
                </c:pt>
                <c:pt idx="274">
                  <c:v>265</c:v>
                </c:pt>
                <c:pt idx="275">
                  <c:v>272</c:v>
                </c:pt>
                <c:pt idx="276">
                  <c:v>272</c:v>
                </c:pt>
                <c:pt idx="277">
                  <c:v>272</c:v>
                </c:pt>
                <c:pt idx="278">
                  <c:v>275</c:v>
                </c:pt>
                <c:pt idx="279">
                  <c:v>278</c:v>
                </c:pt>
                <c:pt idx="280">
                  <c:v>278</c:v>
                </c:pt>
                <c:pt idx="281">
                  <c:v>278</c:v>
                </c:pt>
                <c:pt idx="282">
                  <c:v>278</c:v>
                </c:pt>
                <c:pt idx="283">
                  <c:v>282</c:v>
                </c:pt>
                <c:pt idx="284">
                  <c:v>282</c:v>
                </c:pt>
                <c:pt idx="285">
                  <c:v>286</c:v>
                </c:pt>
                <c:pt idx="286">
                  <c:v>298</c:v>
                </c:pt>
                <c:pt idx="287">
                  <c:v>303</c:v>
                </c:pt>
                <c:pt idx="288">
                  <c:v>303</c:v>
                </c:pt>
                <c:pt idx="289">
                  <c:v>303</c:v>
                </c:pt>
                <c:pt idx="290">
                  <c:v>303</c:v>
                </c:pt>
                <c:pt idx="291">
                  <c:v>303</c:v>
                </c:pt>
                <c:pt idx="292">
                  <c:v>303</c:v>
                </c:pt>
                <c:pt idx="293">
                  <c:v>303</c:v>
                </c:pt>
                <c:pt idx="294">
                  <c:v>303</c:v>
                </c:pt>
                <c:pt idx="295">
                  <c:v>303</c:v>
                </c:pt>
                <c:pt idx="296">
                  <c:v>303</c:v>
                </c:pt>
                <c:pt idx="297">
                  <c:v>303</c:v>
                </c:pt>
                <c:pt idx="298">
                  <c:v>303</c:v>
                </c:pt>
                <c:pt idx="299">
                  <c:v>303</c:v>
                </c:pt>
                <c:pt idx="300">
                  <c:v>304</c:v>
                </c:pt>
                <c:pt idx="301">
                  <c:v>317</c:v>
                </c:pt>
                <c:pt idx="302">
                  <c:v>317</c:v>
                </c:pt>
                <c:pt idx="303">
                  <c:v>317</c:v>
                </c:pt>
                <c:pt idx="304">
                  <c:v>317</c:v>
                </c:pt>
                <c:pt idx="305">
                  <c:v>317</c:v>
                </c:pt>
                <c:pt idx="306">
                  <c:v>317</c:v>
                </c:pt>
                <c:pt idx="307">
                  <c:v>317</c:v>
                </c:pt>
                <c:pt idx="308">
                  <c:v>317</c:v>
                </c:pt>
                <c:pt idx="309">
                  <c:v>320</c:v>
                </c:pt>
                <c:pt idx="310">
                  <c:v>320</c:v>
                </c:pt>
                <c:pt idx="311">
                  <c:v>320</c:v>
                </c:pt>
                <c:pt idx="312">
                  <c:v>320</c:v>
                </c:pt>
                <c:pt idx="313">
                  <c:v>320</c:v>
                </c:pt>
                <c:pt idx="314">
                  <c:v>320</c:v>
                </c:pt>
                <c:pt idx="315">
                  <c:v>320</c:v>
                </c:pt>
                <c:pt idx="316">
                  <c:v>320</c:v>
                </c:pt>
                <c:pt idx="317">
                  <c:v>323</c:v>
                </c:pt>
                <c:pt idx="318">
                  <c:v>323</c:v>
                </c:pt>
                <c:pt idx="319">
                  <c:v>323</c:v>
                </c:pt>
                <c:pt idx="320">
                  <c:v>323</c:v>
                </c:pt>
                <c:pt idx="321">
                  <c:v>323</c:v>
                </c:pt>
                <c:pt idx="322">
                  <c:v>326</c:v>
                </c:pt>
                <c:pt idx="323">
                  <c:v>326</c:v>
                </c:pt>
                <c:pt idx="324">
                  <c:v>326</c:v>
                </c:pt>
                <c:pt idx="325">
                  <c:v>326</c:v>
                </c:pt>
                <c:pt idx="326">
                  <c:v>326</c:v>
                </c:pt>
                <c:pt idx="327">
                  <c:v>329</c:v>
                </c:pt>
                <c:pt idx="328">
                  <c:v>329</c:v>
                </c:pt>
                <c:pt idx="329">
                  <c:v>329</c:v>
                </c:pt>
                <c:pt idx="330">
                  <c:v>329</c:v>
                </c:pt>
                <c:pt idx="331">
                  <c:v>329</c:v>
                </c:pt>
                <c:pt idx="332">
                  <c:v>329</c:v>
                </c:pt>
                <c:pt idx="333">
                  <c:v>329</c:v>
                </c:pt>
                <c:pt idx="334">
                  <c:v>329</c:v>
                </c:pt>
                <c:pt idx="335">
                  <c:v>329</c:v>
                </c:pt>
                <c:pt idx="336">
                  <c:v>329</c:v>
                </c:pt>
                <c:pt idx="337">
                  <c:v>329</c:v>
                </c:pt>
                <c:pt idx="338">
                  <c:v>329</c:v>
                </c:pt>
                <c:pt idx="339">
                  <c:v>329</c:v>
                </c:pt>
                <c:pt idx="340">
                  <c:v>329</c:v>
                </c:pt>
                <c:pt idx="341">
                  <c:v>329</c:v>
                </c:pt>
                <c:pt idx="342">
                  <c:v>329</c:v>
                </c:pt>
                <c:pt idx="343">
                  <c:v>329</c:v>
                </c:pt>
                <c:pt idx="344">
                  <c:v>329</c:v>
                </c:pt>
                <c:pt idx="345">
                  <c:v>329</c:v>
                </c:pt>
                <c:pt idx="346">
                  <c:v>329</c:v>
                </c:pt>
                <c:pt idx="347">
                  <c:v>329</c:v>
                </c:pt>
                <c:pt idx="348">
                  <c:v>329</c:v>
                </c:pt>
                <c:pt idx="349">
                  <c:v>329</c:v>
                </c:pt>
                <c:pt idx="350">
                  <c:v>329</c:v>
                </c:pt>
                <c:pt idx="351">
                  <c:v>329</c:v>
                </c:pt>
                <c:pt idx="352">
                  <c:v>329</c:v>
                </c:pt>
                <c:pt idx="353">
                  <c:v>329</c:v>
                </c:pt>
                <c:pt idx="354">
                  <c:v>332</c:v>
                </c:pt>
                <c:pt idx="355">
                  <c:v>339</c:v>
                </c:pt>
                <c:pt idx="356">
                  <c:v>346</c:v>
                </c:pt>
                <c:pt idx="357">
                  <c:v>370</c:v>
                </c:pt>
                <c:pt idx="358">
                  <c:v>386</c:v>
                </c:pt>
                <c:pt idx="359">
                  <c:v>400</c:v>
                </c:pt>
                <c:pt idx="360">
                  <c:v>402</c:v>
                </c:pt>
                <c:pt idx="361">
                  <c:v>409</c:v>
                </c:pt>
                <c:pt idx="362">
                  <c:v>420</c:v>
                </c:pt>
                <c:pt idx="363">
                  <c:v>420</c:v>
                </c:pt>
                <c:pt idx="364">
                  <c:v>425</c:v>
                </c:pt>
                <c:pt idx="365">
                  <c:v>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90-4CA7-B505-54EE7CC1BFA6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Line_Window!$AP$2:$AP$367</c:f>
              <c:numCache>
                <c:formatCode>General</c:formatCode>
                <c:ptCount val="366"/>
                <c:pt idx="0">
                  <c:v>11</c:v>
                </c:pt>
                <c:pt idx="1">
                  <c:v>12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  <c:pt idx="20">
                  <c:v>17</c:v>
                </c:pt>
                <c:pt idx="21">
                  <c:v>17</c:v>
                </c:pt>
                <c:pt idx="22">
                  <c:v>17</c:v>
                </c:pt>
                <c:pt idx="23">
                  <c:v>22</c:v>
                </c:pt>
                <c:pt idx="24">
                  <c:v>22</c:v>
                </c:pt>
                <c:pt idx="25">
                  <c:v>22</c:v>
                </c:pt>
                <c:pt idx="26">
                  <c:v>22</c:v>
                </c:pt>
                <c:pt idx="27">
                  <c:v>22</c:v>
                </c:pt>
                <c:pt idx="28">
                  <c:v>22</c:v>
                </c:pt>
                <c:pt idx="29">
                  <c:v>22</c:v>
                </c:pt>
                <c:pt idx="30">
                  <c:v>22</c:v>
                </c:pt>
                <c:pt idx="31">
                  <c:v>22</c:v>
                </c:pt>
                <c:pt idx="32">
                  <c:v>22</c:v>
                </c:pt>
                <c:pt idx="33">
                  <c:v>22</c:v>
                </c:pt>
                <c:pt idx="34">
                  <c:v>28</c:v>
                </c:pt>
                <c:pt idx="35">
                  <c:v>33</c:v>
                </c:pt>
                <c:pt idx="36">
                  <c:v>33</c:v>
                </c:pt>
                <c:pt idx="37">
                  <c:v>33</c:v>
                </c:pt>
                <c:pt idx="38">
                  <c:v>33</c:v>
                </c:pt>
                <c:pt idx="39">
                  <c:v>33</c:v>
                </c:pt>
                <c:pt idx="40">
                  <c:v>33</c:v>
                </c:pt>
                <c:pt idx="41">
                  <c:v>33</c:v>
                </c:pt>
                <c:pt idx="42">
                  <c:v>33</c:v>
                </c:pt>
                <c:pt idx="43">
                  <c:v>33</c:v>
                </c:pt>
                <c:pt idx="44">
                  <c:v>33</c:v>
                </c:pt>
                <c:pt idx="45">
                  <c:v>33</c:v>
                </c:pt>
                <c:pt idx="46">
                  <c:v>33</c:v>
                </c:pt>
                <c:pt idx="47">
                  <c:v>33</c:v>
                </c:pt>
                <c:pt idx="48">
                  <c:v>33</c:v>
                </c:pt>
                <c:pt idx="49">
                  <c:v>33</c:v>
                </c:pt>
                <c:pt idx="50">
                  <c:v>33</c:v>
                </c:pt>
                <c:pt idx="51">
                  <c:v>33</c:v>
                </c:pt>
                <c:pt idx="52">
                  <c:v>33</c:v>
                </c:pt>
                <c:pt idx="53">
                  <c:v>36</c:v>
                </c:pt>
                <c:pt idx="54">
                  <c:v>36</c:v>
                </c:pt>
                <c:pt idx="55">
                  <c:v>36</c:v>
                </c:pt>
                <c:pt idx="56">
                  <c:v>36</c:v>
                </c:pt>
                <c:pt idx="57">
                  <c:v>36</c:v>
                </c:pt>
                <c:pt idx="58">
                  <c:v>36</c:v>
                </c:pt>
                <c:pt idx="59">
                  <c:v>36</c:v>
                </c:pt>
                <c:pt idx="60">
                  <c:v>36</c:v>
                </c:pt>
                <c:pt idx="61">
                  <c:v>36</c:v>
                </c:pt>
                <c:pt idx="62">
                  <c:v>36</c:v>
                </c:pt>
                <c:pt idx="63">
                  <c:v>36</c:v>
                </c:pt>
                <c:pt idx="64">
                  <c:v>36</c:v>
                </c:pt>
                <c:pt idx="65">
                  <c:v>36</c:v>
                </c:pt>
                <c:pt idx="66">
                  <c:v>36</c:v>
                </c:pt>
                <c:pt idx="67">
                  <c:v>36</c:v>
                </c:pt>
                <c:pt idx="68">
                  <c:v>40</c:v>
                </c:pt>
                <c:pt idx="69">
                  <c:v>44</c:v>
                </c:pt>
                <c:pt idx="70">
                  <c:v>44</c:v>
                </c:pt>
                <c:pt idx="71">
                  <c:v>44</c:v>
                </c:pt>
                <c:pt idx="72">
                  <c:v>44</c:v>
                </c:pt>
                <c:pt idx="73">
                  <c:v>44</c:v>
                </c:pt>
                <c:pt idx="74">
                  <c:v>44</c:v>
                </c:pt>
                <c:pt idx="75">
                  <c:v>44</c:v>
                </c:pt>
                <c:pt idx="76">
                  <c:v>44</c:v>
                </c:pt>
                <c:pt idx="77">
                  <c:v>44</c:v>
                </c:pt>
                <c:pt idx="78">
                  <c:v>44</c:v>
                </c:pt>
                <c:pt idx="79">
                  <c:v>44</c:v>
                </c:pt>
                <c:pt idx="80">
                  <c:v>44</c:v>
                </c:pt>
                <c:pt idx="81">
                  <c:v>44</c:v>
                </c:pt>
                <c:pt idx="82">
                  <c:v>51</c:v>
                </c:pt>
                <c:pt idx="83">
                  <c:v>59</c:v>
                </c:pt>
                <c:pt idx="84">
                  <c:v>59</c:v>
                </c:pt>
                <c:pt idx="85">
                  <c:v>59</c:v>
                </c:pt>
                <c:pt idx="86">
                  <c:v>59</c:v>
                </c:pt>
                <c:pt idx="87">
                  <c:v>61</c:v>
                </c:pt>
                <c:pt idx="88">
                  <c:v>61</c:v>
                </c:pt>
                <c:pt idx="89">
                  <c:v>61</c:v>
                </c:pt>
                <c:pt idx="90">
                  <c:v>61</c:v>
                </c:pt>
                <c:pt idx="91">
                  <c:v>65</c:v>
                </c:pt>
                <c:pt idx="92">
                  <c:v>72</c:v>
                </c:pt>
                <c:pt idx="93">
                  <c:v>72</c:v>
                </c:pt>
                <c:pt idx="94">
                  <c:v>72</c:v>
                </c:pt>
                <c:pt idx="95">
                  <c:v>75</c:v>
                </c:pt>
                <c:pt idx="96">
                  <c:v>82</c:v>
                </c:pt>
                <c:pt idx="97">
                  <c:v>97</c:v>
                </c:pt>
                <c:pt idx="98">
                  <c:v>97</c:v>
                </c:pt>
                <c:pt idx="99">
                  <c:v>97</c:v>
                </c:pt>
                <c:pt idx="100">
                  <c:v>97</c:v>
                </c:pt>
                <c:pt idx="101">
                  <c:v>100</c:v>
                </c:pt>
                <c:pt idx="102">
                  <c:v>105</c:v>
                </c:pt>
                <c:pt idx="103">
                  <c:v>115</c:v>
                </c:pt>
                <c:pt idx="104">
                  <c:v>124</c:v>
                </c:pt>
                <c:pt idx="105">
                  <c:v>125</c:v>
                </c:pt>
                <c:pt idx="106">
                  <c:v>127</c:v>
                </c:pt>
                <c:pt idx="107">
                  <c:v>127</c:v>
                </c:pt>
                <c:pt idx="108">
                  <c:v>127</c:v>
                </c:pt>
                <c:pt idx="109">
                  <c:v>127</c:v>
                </c:pt>
                <c:pt idx="110">
                  <c:v>127</c:v>
                </c:pt>
                <c:pt idx="111">
                  <c:v>130</c:v>
                </c:pt>
                <c:pt idx="112">
                  <c:v>130</c:v>
                </c:pt>
                <c:pt idx="113">
                  <c:v>130</c:v>
                </c:pt>
                <c:pt idx="114">
                  <c:v>130</c:v>
                </c:pt>
                <c:pt idx="115">
                  <c:v>130</c:v>
                </c:pt>
                <c:pt idx="116">
                  <c:v>130</c:v>
                </c:pt>
                <c:pt idx="117">
                  <c:v>134</c:v>
                </c:pt>
                <c:pt idx="118">
                  <c:v>145</c:v>
                </c:pt>
                <c:pt idx="119">
                  <c:v>145</c:v>
                </c:pt>
                <c:pt idx="120">
                  <c:v>145</c:v>
                </c:pt>
                <c:pt idx="121">
                  <c:v>154</c:v>
                </c:pt>
                <c:pt idx="122">
                  <c:v>159</c:v>
                </c:pt>
                <c:pt idx="123">
                  <c:v>159</c:v>
                </c:pt>
                <c:pt idx="124">
                  <c:v>159</c:v>
                </c:pt>
                <c:pt idx="125">
                  <c:v>165</c:v>
                </c:pt>
                <c:pt idx="126">
                  <c:v>165</c:v>
                </c:pt>
                <c:pt idx="127">
                  <c:v>165</c:v>
                </c:pt>
                <c:pt idx="128">
                  <c:v>165</c:v>
                </c:pt>
                <c:pt idx="129">
                  <c:v>171</c:v>
                </c:pt>
                <c:pt idx="130">
                  <c:v>174</c:v>
                </c:pt>
                <c:pt idx="131">
                  <c:v>181</c:v>
                </c:pt>
                <c:pt idx="132">
                  <c:v>190</c:v>
                </c:pt>
                <c:pt idx="133">
                  <c:v>196</c:v>
                </c:pt>
                <c:pt idx="134">
                  <c:v>204</c:v>
                </c:pt>
                <c:pt idx="135">
                  <c:v>209</c:v>
                </c:pt>
                <c:pt idx="136">
                  <c:v>214</c:v>
                </c:pt>
                <c:pt idx="137">
                  <c:v>214</c:v>
                </c:pt>
                <c:pt idx="138">
                  <c:v>220</c:v>
                </c:pt>
                <c:pt idx="139">
                  <c:v>228</c:v>
                </c:pt>
                <c:pt idx="140">
                  <c:v>232</c:v>
                </c:pt>
                <c:pt idx="141">
                  <c:v>232</c:v>
                </c:pt>
                <c:pt idx="142">
                  <c:v>232</c:v>
                </c:pt>
                <c:pt idx="143">
                  <c:v>232</c:v>
                </c:pt>
                <c:pt idx="144">
                  <c:v>232</c:v>
                </c:pt>
                <c:pt idx="145">
                  <c:v>235</c:v>
                </c:pt>
                <c:pt idx="146">
                  <c:v>243</c:v>
                </c:pt>
                <c:pt idx="147">
                  <c:v>243</c:v>
                </c:pt>
                <c:pt idx="148">
                  <c:v>243</c:v>
                </c:pt>
                <c:pt idx="149">
                  <c:v>243</c:v>
                </c:pt>
                <c:pt idx="150">
                  <c:v>243</c:v>
                </c:pt>
                <c:pt idx="151">
                  <c:v>243</c:v>
                </c:pt>
                <c:pt idx="152">
                  <c:v>243</c:v>
                </c:pt>
                <c:pt idx="153">
                  <c:v>252</c:v>
                </c:pt>
                <c:pt idx="154">
                  <c:v>252</c:v>
                </c:pt>
                <c:pt idx="155">
                  <c:v>252</c:v>
                </c:pt>
                <c:pt idx="156">
                  <c:v>252</c:v>
                </c:pt>
                <c:pt idx="157">
                  <c:v>252</c:v>
                </c:pt>
                <c:pt idx="158">
                  <c:v>252</c:v>
                </c:pt>
                <c:pt idx="159">
                  <c:v>260</c:v>
                </c:pt>
                <c:pt idx="160">
                  <c:v>270</c:v>
                </c:pt>
                <c:pt idx="161">
                  <c:v>270</c:v>
                </c:pt>
                <c:pt idx="162">
                  <c:v>273</c:v>
                </c:pt>
                <c:pt idx="163">
                  <c:v>273</c:v>
                </c:pt>
                <c:pt idx="164">
                  <c:v>273</c:v>
                </c:pt>
                <c:pt idx="165">
                  <c:v>273</c:v>
                </c:pt>
                <c:pt idx="166">
                  <c:v>285</c:v>
                </c:pt>
                <c:pt idx="167">
                  <c:v>296</c:v>
                </c:pt>
                <c:pt idx="168">
                  <c:v>296</c:v>
                </c:pt>
                <c:pt idx="169">
                  <c:v>296</c:v>
                </c:pt>
                <c:pt idx="170">
                  <c:v>296</c:v>
                </c:pt>
                <c:pt idx="171">
                  <c:v>296</c:v>
                </c:pt>
                <c:pt idx="172">
                  <c:v>296</c:v>
                </c:pt>
                <c:pt idx="173">
                  <c:v>299</c:v>
                </c:pt>
                <c:pt idx="174">
                  <c:v>306</c:v>
                </c:pt>
                <c:pt idx="175">
                  <c:v>306</c:v>
                </c:pt>
                <c:pt idx="176">
                  <c:v>309</c:v>
                </c:pt>
                <c:pt idx="177">
                  <c:v>309</c:v>
                </c:pt>
                <c:pt idx="178">
                  <c:v>309</c:v>
                </c:pt>
                <c:pt idx="179">
                  <c:v>314</c:v>
                </c:pt>
                <c:pt idx="180">
                  <c:v>318</c:v>
                </c:pt>
                <c:pt idx="181">
                  <c:v>326</c:v>
                </c:pt>
                <c:pt idx="182">
                  <c:v>326</c:v>
                </c:pt>
                <c:pt idx="183">
                  <c:v>326</c:v>
                </c:pt>
                <c:pt idx="184">
                  <c:v>326</c:v>
                </c:pt>
                <c:pt idx="185">
                  <c:v>333</c:v>
                </c:pt>
                <c:pt idx="186">
                  <c:v>338</c:v>
                </c:pt>
                <c:pt idx="187">
                  <c:v>350</c:v>
                </c:pt>
                <c:pt idx="188">
                  <c:v>366</c:v>
                </c:pt>
                <c:pt idx="189">
                  <c:v>366</c:v>
                </c:pt>
                <c:pt idx="190">
                  <c:v>366</c:v>
                </c:pt>
                <c:pt idx="191">
                  <c:v>366</c:v>
                </c:pt>
                <c:pt idx="192">
                  <c:v>366</c:v>
                </c:pt>
                <c:pt idx="193">
                  <c:v>366</c:v>
                </c:pt>
                <c:pt idx="194">
                  <c:v>373</c:v>
                </c:pt>
                <c:pt idx="195">
                  <c:v>383</c:v>
                </c:pt>
                <c:pt idx="196">
                  <c:v>386</c:v>
                </c:pt>
                <c:pt idx="197">
                  <c:v>392</c:v>
                </c:pt>
                <c:pt idx="198">
                  <c:v>392</c:v>
                </c:pt>
                <c:pt idx="199">
                  <c:v>392</c:v>
                </c:pt>
                <c:pt idx="200">
                  <c:v>392</c:v>
                </c:pt>
                <c:pt idx="201">
                  <c:v>397</c:v>
                </c:pt>
                <c:pt idx="202">
                  <c:v>404</c:v>
                </c:pt>
                <c:pt idx="203">
                  <c:v>404</c:v>
                </c:pt>
                <c:pt idx="204">
                  <c:v>404</c:v>
                </c:pt>
                <c:pt idx="205">
                  <c:v>407</c:v>
                </c:pt>
                <c:pt idx="206">
                  <c:v>407</c:v>
                </c:pt>
                <c:pt idx="207">
                  <c:v>407</c:v>
                </c:pt>
                <c:pt idx="208">
                  <c:v>407</c:v>
                </c:pt>
                <c:pt idx="209">
                  <c:v>415</c:v>
                </c:pt>
                <c:pt idx="210">
                  <c:v>420</c:v>
                </c:pt>
                <c:pt idx="211">
                  <c:v>422</c:v>
                </c:pt>
                <c:pt idx="212">
                  <c:v>422</c:v>
                </c:pt>
                <c:pt idx="213">
                  <c:v>422</c:v>
                </c:pt>
                <c:pt idx="214">
                  <c:v>422</c:v>
                </c:pt>
                <c:pt idx="215">
                  <c:v>422</c:v>
                </c:pt>
                <c:pt idx="216">
                  <c:v>426</c:v>
                </c:pt>
                <c:pt idx="217">
                  <c:v>426</c:v>
                </c:pt>
                <c:pt idx="218">
                  <c:v>426</c:v>
                </c:pt>
                <c:pt idx="219">
                  <c:v>426</c:v>
                </c:pt>
                <c:pt idx="220">
                  <c:v>426</c:v>
                </c:pt>
                <c:pt idx="221">
                  <c:v>432</c:v>
                </c:pt>
                <c:pt idx="222">
                  <c:v>441</c:v>
                </c:pt>
                <c:pt idx="223">
                  <c:v>449</c:v>
                </c:pt>
                <c:pt idx="224">
                  <c:v>449</c:v>
                </c:pt>
                <c:pt idx="225">
                  <c:v>449</c:v>
                </c:pt>
                <c:pt idx="226">
                  <c:v>449</c:v>
                </c:pt>
                <c:pt idx="227">
                  <c:v>451</c:v>
                </c:pt>
                <c:pt idx="228">
                  <c:v>451</c:v>
                </c:pt>
                <c:pt idx="229">
                  <c:v>451</c:v>
                </c:pt>
                <c:pt idx="230">
                  <c:v>451</c:v>
                </c:pt>
                <c:pt idx="231">
                  <c:v>451</c:v>
                </c:pt>
                <c:pt idx="232">
                  <c:v>451</c:v>
                </c:pt>
                <c:pt idx="233">
                  <c:v>458</c:v>
                </c:pt>
                <c:pt idx="234">
                  <c:v>464</c:v>
                </c:pt>
                <c:pt idx="235">
                  <c:v>472</c:v>
                </c:pt>
                <c:pt idx="236">
                  <c:v>482</c:v>
                </c:pt>
                <c:pt idx="237">
                  <c:v>497</c:v>
                </c:pt>
                <c:pt idx="238">
                  <c:v>497</c:v>
                </c:pt>
                <c:pt idx="239">
                  <c:v>497</c:v>
                </c:pt>
                <c:pt idx="240">
                  <c:v>497</c:v>
                </c:pt>
                <c:pt idx="241">
                  <c:v>497</c:v>
                </c:pt>
                <c:pt idx="242">
                  <c:v>497</c:v>
                </c:pt>
                <c:pt idx="243">
                  <c:v>500</c:v>
                </c:pt>
                <c:pt idx="244">
                  <c:v>505</c:v>
                </c:pt>
                <c:pt idx="245">
                  <c:v>505</c:v>
                </c:pt>
                <c:pt idx="246">
                  <c:v>505</c:v>
                </c:pt>
                <c:pt idx="247">
                  <c:v>505</c:v>
                </c:pt>
                <c:pt idx="248">
                  <c:v>511</c:v>
                </c:pt>
                <c:pt idx="249">
                  <c:v>511</c:v>
                </c:pt>
                <c:pt idx="250">
                  <c:v>512</c:v>
                </c:pt>
                <c:pt idx="251">
                  <c:v>515</c:v>
                </c:pt>
                <c:pt idx="252">
                  <c:v>515</c:v>
                </c:pt>
                <c:pt idx="253">
                  <c:v>520</c:v>
                </c:pt>
                <c:pt idx="254">
                  <c:v>520</c:v>
                </c:pt>
                <c:pt idx="255">
                  <c:v>520</c:v>
                </c:pt>
                <c:pt idx="256">
                  <c:v>520</c:v>
                </c:pt>
                <c:pt idx="257">
                  <c:v>524</c:v>
                </c:pt>
                <c:pt idx="258">
                  <c:v>529</c:v>
                </c:pt>
                <c:pt idx="259">
                  <c:v>529</c:v>
                </c:pt>
                <c:pt idx="260">
                  <c:v>529</c:v>
                </c:pt>
                <c:pt idx="261">
                  <c:v>531</c:v>
                </c:pt>
                <c:pt idx="262">
                  <c:v>533</c:v>
                </c:pt>
                <c:pt idx="263">
                  <c:v>535</c:v>
                </c:pt>
                <c:pt idx="264">
                  <c:v>538</c:v>
                </c:pt>
                <c:pt idx="265">
                  <c:v>540</c:v>
                </c:pt>
                <c:pt idx="266">
                  <c:v>540</c:v>
                </c:pt>
                <c:pt idx="267">
                  <c:v>540</c:v>
                </c:pt>
                <c:pt idx="268">
                  <c:v>540</c:v>
                </c:pt>
                <c:pt idx="269">
                  <c:v>542</c:v>
                </c:pt>
                <c:pt idx="270">
                  <c:v>554</c:v>
                </c:pt>
                <c:pt idx="271">
                  <c:v>558</c:v>
                </c:pt>
                <c:pt idx="272">
                  <c:v>563</c:v>
                </c:pt>
                <c:pt idx="273">
                  <c:v>564</c:v>
                </c:pt>
                <c:pt idx="274">
                  <c:v>567</c:v>
                </c:pt>
                <c:pt idx="275">
                  <c:v>567</c:v>
                </c:pt>
                <c:pt idx="276">
                  <c:v>567</c:v>
                </c:pt>
                <c:pt idx="277">
                  <c:v>567</c:v>
                </c:pt>
                <c:pt idx="278">
                  <c:v>567</c:v>
                </c:pt>
                <c:pt idx="279">
                  <c:v>570</c:v>
                </c:pt>
                <c:pt idx="280">
                  <c:v>570</c:v>
                </c:pt>
                <c:pt idx="281">
                  <c:v>570</c:v>
                </c:pt>
                <c:pt idx="282">
                  <c:v>570</c:v>
                </c:pt>
                <c:pt idx="283">
                  <c:v>570</c:v>
                </c:pt>
                <c:pt idx="284">
                  <c:v>570</c:v>
                </c:pt>
                <c:pt idx="285">
                  <c:v>572</c:v>
                </c:pt>
                <c:pt idx="286">
                  <c:v>588</c:v>
                </c:pt>
                <c:pt idx="287">
                  <c:v>588</c:v>
                </c:pt>
                <c:pt idx="288">
                  <c:v>588</c:v>
                </c:pt>
                <c:pt idx="289">
                  <c:v>588</c:v>
                </c:pt>
                <c:pt idx="290">
                  <c:v>588</c:v>
                </c:pt>
                <c:pt idx="291">
                  <c:v>588</c:v>
                </c:pt>
                <c:pt idx="292">
                  <c:v>588</c:v>
                </c:pt>
                <c:pt idx="293">
                  <c:v>595</c:v>
                </c:pt>
                <c:pt idx="294">
                  <c:v>598</c:v>
                </c:pt>
                <c:pt idx="295">
                  <c:v>598</c:v>
                </c:pt>
                <c:pt idx="296">
                  <c:v>598</c:v>
                </c:pt>
                <c:pt idx="297">
                  <c:v>598</c:v>
                </c:pt>
                <c:pt idx="298">
                  <c:v>598</c:v>
                </c:pt>
                <c:pt idx="299">
                  <c:v>598</c:v>
                </c:pt>
                <c:pt idx="300">
                  <c:v>598</c:v>
                </c:pt>
                <c:pt idx="301">
                  <c:v>598</c:v>
                </c:pt>
                <c:pt idx="302">
                  <c:v>598</c:v>
                </c:pt>
                <c:pt idx="303">
                  <c:v>598</c:v>
                </c:pt>
                <c:pt idx="304">
                  <c:v>598</c:v>
                </c:pt>
                <c:pt idx="305">
                  <c:v>598</c:v>
                </c:pt>
                <c:pt idx="306">
                  <c:v>598</c:v>
                </c:pt>
                <c:pt idx="307">
                  <c:v>598</c:v>
                </c:pt>
                <c:pt idx="308">
                  <c:v>598</c:v>
                </c:pt>
                <c:pt idx="309">
                  <c:v>598</c:v>
                </c:pt>
                <c:pt idx="310">
                  <c:v>598</c:v>
                </c:pt>
                <c:pt idx="311">
                  <c:v>598</c:v>
                </c:pt>
                <c:pt idx="312">
                  <c:v>598</c:v>
                </c:pt>
                <c:pt idx="313">
                  <c:v>598</c:v>
                </c:pt>
                <c:pt idx="314">
                  <c:v>598</c:v>
                </c:pt>
                <c:pt idx="315">
                  <c:v>598</c:v>
                </c:pt>
                <c:pt idx="316">
                  <c:v>598</c:v>
                </c:pt>
                <c:pt idx="317">
                  <c:v>598</c:v>
                </c:pt>
                <c:pt idx="318">
                  <c:v>598</c:v>
                </c:pt>
                <c:pt idx="319">
                  <c:v>598</c:v>
                </c:pt>
                <c:pt idx="320">
                  <c:v>598</c:v>
                </c:pt>
                <c:pt idx="321">
                  <c:v>598</c:v>
                </c:pt>
                <c:pt idx="322">
                  <c:v>598</c:v>
                </c:pt>
                <c:pt idx="323">
                  <c:v>598</c:v>
                </c:pt>
                <c:pt idx="324">
                  <c:v>598</c:v>
                </c:pt>
                <c:pt idx="325">
                  <c:v>598</c:v>
                </c:pt>
                <c:pt idx="326">
                  <c:v>598</c:v>
                </c:pt>
                <c:pt idx="327">
                  <c:v>598</c:v>
                </c:pt>
                <c:pt idx="328">
                  <c:v>607</c:v>
                </c:pt>
                <c:pt idx="329">
                  <c:v>613</c:v>
                </c:pt>
                <c:pt idx="330">
                  <c:v>613</c:v>
                </c:pt>
                <c:pt idx="331">
                  <c:v>613</c:v>
                </c:pt>
                <c:pt idx="332">
                  <c:v>613</c:v>
                </c:pt>
                <c:pt idx="333">
                  <c:v>613</c:v>
                </c:pt>
                <c:pt idx="334">
                  <c:v>613</c:v>
                </c:pt>
                <c:pt idx="335">
                  <c:v>613</c:v>
                </c:pt>
                <c:pt idx="336">
                  <c:v>613</c:v>
                </c:pt>
                <c:pt idx="337">
                  <c:v>613</c:v>
                </c:pt>
                <c:pt idx="338">
                  <c:v>613</c:v>
                </c:pt>
                <c:pt idx="339">
                  <c:v>613</c:v>
                </c:pt>
                <c:pt idx="340">
                  <c:v>613</c:v>
                </c:pt>
                <c:pt idx="341">
                  <c:v>613</c:v>
                </c:pt>
                <c:pt idx="342">
                  <c:v>613</c:v>
                </c:pt>
                <c:pt idx="343">
                  <c:v>613</c:v>
                </c:pt>
                <c:pt idx="344">
                  <c:v>613</c:v>
                </c:pt>
                <c:pt idx="345">
                  <c:v>613</c:v>
                </c:pt>
                <c:pt idx="346">
                  <c:v>613</c:v>
                </c:pt>
                <c:pt idx="347">
                  <c:v>613</c:v>
                </c:pt>
                <c:pt idx="348">
                  <c:v>613</c:v>
                </c:pt>
                <c:pt idx="349">
                  <c:v>614</c:v>
                </c:pt>
                <c:pt idx="350">
                  <c:v>618</c:v>
                </c:pt>
                <c:pt idx="351">
                  <c:v>618</c:v>
                </c:pt>
                <c:pt idx="352">
                  <c:v>618</c:v>
                </c:pt>
                <c:pt idx="353">
                  <c:v>619</c:v>
                </c:pt>
                <c:pt idx="354">
                  <c:v>619</c:v>
                </c:pt>
                <c:pt idx="355">
                  <c:v>620</c:v>
                </c:pt>
                <c:pt idx="356">
                  <c:v>627</c:v>
                </c:pt>
                <c:pt idx="357">
                  <c:v>627</c:v>
                </c:pt>
                <c:pt idx="358">
                  <c:v>627</c:v>
                </c:pt>
                <c:pt idx="359">
                  <c:v>627</c:v>
                </c:pt>
                <c:pt idx="360">
                  <c:v>627</c:v>
                </c:pt>
                <c:pt idx="361">
                  <c:v>627</c:v>
                </c:pt>
                <c:pt idx="362">
                  <c:v>627</c:v>
                </c:pt>
                <c:pt idx="363">
                  <c:v>627</c:v>
                </c:pt>
                <c:pt idx="364">
                  <c:v>627</c:v>
                </c:pt>
                <c:pt idx="365">
                  <c:v>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390-4CA7-B505-54EE7CC1BFA6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Line_Window!$AQ$2:$AQ$367</c:f>
              <c:numCache>
                <c:formatCode>General</c:formatCode>
                <c:ptCount val="366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  <c:pt idx="20">
                  <c:v>17</c:v>
                </c:pt>
                <c:pt idx="21">
                  <c:v>17</c:v>
                </c:pt>
                <c:pt idx="22">
                  <c:v>17</c:v>
                </c:pt>
                <c:pt idx="23">
                  <c:v>17</c:v>
                </c:pt>
                <c:pt idx="24">
                  <c:v>17</c:v>
                </c:pt>
                <c:pt idx="25">
                  <c:v>17</c:v>
                </c:pt>
                <c:pt idx="26">
                  <c:v>17</c:v>
                </c:pt>
                <c:pt idx="27">
                  <c:v>17</c:v>
                </c:pt>
                <c:pt idx="28">
                  <c:v>17</c:v>
                </c:pt>
                <c:pt idx="29">
                  <c:v>17</c:v>
                </c:pt>
                <c:pt idx="30">
                  <c:v>17</c:v>
                </c:pt>
                <c:pt idx="31">
                  <c:v>17</c:v>
                </c:pt>
                <c:pt idx="32">
                  <c:v>17</c:v>
                </c:pt>
                <c:pt idx="33">
                  <c:v>17</c:v>
                </c:pt>
                <c:pt idx="34">
                  <c:v>17</c:v>
                </c:pt>
                <c:pt idx="35">
                  <c:v>17</c:v>
                </c:pt>
                <c:pt idx="36">
                  <c:v>17</c:v>
                </c:pt>
                <c:pt idx="37">
                  <c:v>17</c:v>
                </c:pt>
                <c:pt idx="38">
                  <c:v>17</c:v>
                </c:pt>
                <c:pt idx="39">
                  <c:v>17</c:v>
                </c:pt>
                <c:pt idx="40">
                  <c:v>17</c:v>
                </c:pt>
                <c:pt idx="41">
                  <c:v>17</c:v>
                </c:pt>
                <c:pt idx="42">
                  <c:v>17</c:v>
                </c:pt>
                <c:pt idx="43">
                  <c:v>17</c:v>
                </c:pt>
                <c:pt idx="44">
                  <c:v>17</c:v>
                </c:pt>
                <c:pt idx="45">
                  <c:v>17</c:v>
                </c:pt>
                <c:pt idx="46">
                  <c:v>17</c:v>
                </c:pt>
                <c:pt idx="47">
                  <c:v>17</c:v>
                </c:pt>
                <c:pt idx="48">
                  <c:v>17</c:v>
                </c:pt>
                <c:pt idx="49">
                  <c:v>17</c:v>
                </c:pt>
                <c:pt idx="50">
                  <c:v>17</c:v>
                </c:pt>
                <c:pt idx="51">
                  <c:v>17</c:v>
                </c:pt>
                <c:pt idx="52">
                  <c:v>17</c:v>
                </c:pt>
                <c:pt idx="53">
                  <c:v>17</c:v>
                </c:pt>
                <c:pt idx="54">
                  <c:v>17</c:v>
                </c:pt>
                <c:pt idx="55">
                  <c:v>17</c:v>
                </c:pt>
                <c:pt idx="56">
                  <c:v>17</c:v>
                </c:pt>
                <c:pt idx="57">
                  <c:v>17</c:v>
                </c:pt>
                <c:pt idx="58">
                  <c:v>17</c:v>
                </c:pt>
                <c:pt idx="59">
                  <c:v>17</c:v>
                </c:pt>
                <c:pt idx="60">
                  <c:v>17</c:v>
                </c:pt>
                <c:pt idx="61">
                  <c:v>19</c:v>
                </c:pt>
                <c:pt idx="62">
                  <c:v>19</c:v>
                </c:pt>
                <c:pt idx="63">
                  <c:v>24</c:v>
                </c:pt>
                <c:pt idx="64">
                  <c:v>26</c:v>
                </c:pt>
                <c:pt idx="65">
                  <c:v>26</c:v>
                </c:pt>
                <c:pt idx="66">
                  <c:v>29</c:v>
                </c:pt>
                <c:pt idx="67">
                  <c:v>33</c:v>
                </c:pt>
                <c:pt idx="68">
                  <c:v>33</c:v>
                </c:pt>
                <c:pt idx="69">
                  <c:v>33</c:v>
                </c:pt>
                <c:pt idx="70">
                  <c:v>33</c:v>
                </c:pt>
                <c:pt idx="71">
                  <c:v>33</c:v>
                </c:pt>
                <c:pt idx="72">
                  <c:v>33</c:v>
                </c:pt>
                <c:pt idx="73">
                  <c:v>33</c:v>
                </c:pt>
                <c:pt idx="74">
                  <c:v>34</c:v>
                </c:pt>
                <c:pt idx="75">
                  <c:v>34</c:v>
                </c:pt>
                <c:pt idx="76">
                  <c:v>37</c:v>
                </c:pt>
                <c:pt idx="77">
                  <c:v>41</c:v>
                </c:pt>
                <c:pt idx="78">
                  <c:v>43</c:v>
                </c:pt>
                <c:pt idx="79">
                  <c:v>45</c:v>
                </c:pt>
                <c:pt idx="80">
                  <c:v>52</c:v>
                </c:pt>
                <c:pt idx="81">
                  <c:v>52</c:v>
                </c:pt>
                <c:pt idx="82">
                  <c:v>52</c:v>
                </c:pt>
                <c:pt idx="83">
                  <c:v>52</c:v>
                </c:pt>
                <c:pt idx="84">
                  <c:v>52</c:v>
                </c:pt>
                <c:pt idx="85">
                  <c:v>52</c:v>
                </c:pt>
                <c:pt idx="86">
                  <c:v>54</c:v>
                </c:pt>
                <c:pt idx="87">
                  <c:v>54</c:v>
                </c:pt>
                <c:pt idx="88">
                  <c:v>67</c:v>
                </c:pt>
                <c:pt idx="89">
                  <c:v>67</c:v>
                </c:pt>
                <c:pt idx="90">
                  <c:v>67</c:v>
                </c:pt>
                <c:pt idx="91">
                  <c:v>73</c:v>
                </c:pt>
                <c:pt idx="92">
                  <c:v>78</c:v>
                </c:pt>
                <c:pt idx="93">
                  <c:v>82</c:v>
                </c:pt>
                <c:pt idx="94">
                  <c:v>90</c:v>
                </c:pt>
                <c:pt idx="95">
                  <c:v>98</c:v>
                </c:pt>
                <c:pt idx="96">
                  <c:v>98</c:v>
                </c:pt>
                <c:pt idx="97">
                  <c:v>98</c:v>
                </c:pt>
                <c:pt idx="98">
                  <c:v>98</c:v>
                </c:pt>
                <c:pt idx="99">
                  <c:v>99</c:v>
                </c:pt>
                <c:pt idx="100">
                  <c:v>105</c:v>
                </c:pt>
                <c:pt idx="101">
                  <c:v>111</c:v>
                </c:pt>
                <c:pt idx="102">
                  <c:v>118</c:v>
                </c:pt>
                <c:pt idx="103">
                  <c:v>118</c:v>
                </c:pt>
                <c:pt idx="104">
                  <c:v>121</c:v>
                </c:pt>
                <c:pt idx="105">
                  <c:v>121</c:v>
                </c:pt>
                <c:pt idx="106">
                  <c:v>121</c:v>
                </c:pt>
                <c:pt idx="107">
                  <c:v>121</c:v>
                </c:pt>
                <c:pt idx="108">
                  <c:v>126</c:v>
                </c:pt>
                <c:pt idx="109">
                  <c:v>133</c:v>
                </c:pt>
                <c:pt idx="110">
                  <c:v>133</c:v>
                </c:pt>
                <c:pt idx="111">
                  <c:v>133</c:v>
                </c:pt>
                <c:pt idx="112">
                  <c:v>133</c:v>
                </c:pt>
                <c:pt idx="113">
                  <c:v>133</c:v>
                </c:pt>
                <c:pt idx="114">
                  <c:v>133</c:v>
                </c:pt>
                <c:pt idx="115">
                  <c:v>139</c:v>
                </c:pt>
                <c:pt idx="116">
                  <c:v>147</c:v>
                </c:pt>
                <c:pt idx="117">
                  <c:v>152</c:v>
                </c:pt>
                <c:pt idx="118">
                  <c:v>157</c:v>
                </c:pt>
                <c:pt idx="119">
                  <c:v>162</c:v>
                </c:pt>
                <c:pt idx="120">
                  <c:v>170</c:v>
                </c:pt>
                <c:pt idx="121">
                  <c:v>177</c:v>
                </c:pt>
                <c:pt idx="122">
                  <c:v>184</c:v>
                </c:pt>
                <c:pt idx="123">
                  <c:v>192</c:v>
                </c:pt>
                <c:pt idx="124">
                  <c:v>192</c:v>
                </c:pt>
                <c:pt idx="125">
                  <c:v>192</c:v>
                </c:pt>
                <c:pt idx="126">
                  <c:v>192</c:v>
                </c:pt>
                <c:pt idx="127">
                  <c:v>192</c:v>
                </c:pt>
                <c:pt idx="128">
                  <c:v>197</c:v>
                </c:pt>
                <c:pt idx="129">
                  <c:v>204</c:v>
                </c:pt>
                <c:pt idx="130">
                  <c:v>213</c:v>
                </c:pt>
                <c:pt idx="131">
                  <c:v>220</c:v>
                </c:pt>
                <c:pt idx="132">
                  <c:v>226</c:v>
                </c:pt>
                <c:pt idx="133">
                  <c:v>233</c:v>
                </c:pt>
                <c:pt idx="134">
                  <c:v>239</c:v>
                </c:pt>
                <c:pt idx="135">
                  <c:v>244</c:v>
                </c:pt>
                <c:pt idx="136">
                  <c:v>252</c:v>
                </c:pt>
                <c:pt idx="137">
                  <c:v>259</c:v>
                </c:pt>
                <c:pt idx="138">
                  <c:v>259</c:v>
                </c:pt>
                <c:pt idx="139">
                  <c:v>262</c:v>
                </c:pt>
                <c:pt idx="140">
                  <c:v>267</c:v>
                </c:pt>
                <c:pt idx="141">
                  <c:v>274</c:v>
                </c:pt>
                <c:pt idx="142">
                  <c:v>277</c:v>
                </c:pt>
                <c:pt idx="143">
                  <c:v>284</c:v>
                </c:pt>
                <c:pt idx="144">
                  <c:v>294</c:v>
                </c:pt>
                <c:pt idx="145">
                  <c:v>300</c:v>
                </c:pt>
                <c:pt idx="146">
                  <c:v>303</c:v>
                </c:pt>
                <c:pt idx="147">
                  <c:v>303</c:v>
                </c:pt>
                <c:pt idx="148">
                  <c:v>308</c:v>
                </c:pt>
                <c:pt idx="149">
                  <c:v>314</c:v>
                </c:pt>
                <c:pt idx="150">
                  <c:v>321</c:v>
                </c:pt>
                <c:pt idx="151">
                  <c:v>330</c:v>
                </c:pt>
                <c:pt idx="152">
                  <c:v>330</c:v>
                </c:pt>
                <c:pt idx="153">
                  <c:v>336</c:v>
                </c:pt>
                <c:pt idx="154">
                  <c:v>336</c:v>
                </c:pt>
                <c:pt idx="155">
                  <c:v>336</c:v>
                </c:pt>
                <c:pt idx="156">
                  <c:v>344</c:v>
                </c:pt>
                <c:pt idx="157">
                  <c:v>348</c:v>
                </c:pt>
                <c:pt idx="158">
                  <c:v>359</c:v>
                </c:pt>
                <c:pt idx="159">
                  <c:v>368</c:v>
                </c:pt>
                <c:pt idx="160">
                  <c:v>374</c:v>
                </c:pt>
                <c:pt idx="161">
                  <c:v>379</c:v>
                </c:pt>
                <c:pt idx="162">
                  <c:v>386</c:v>
                </c:pt>
                <c:pt idx="163">
                  <c:v>392</c:v>
                </c:pt>
                <c:pt idx="164">
                  <c:v>400</c:v>
                </c:pt>
                <c:pt idx="165">
                  <c:v>407</c:v>
                </c:pt>
                <c:pt idx="166">
                  <c:v>410</c:v>
                </c:pt>
                <c:pt idx="167">
                  <c:v>415</c:v>
                </c:pt>
                <c:pt idx="168">
                  <c:v>420</c:v>
                </c:pt>
                <c:pt idx="169">
                  <c:v>428</c:v>
                </c:pt>
                <c:pt idx="170">
                  <c:v>432</c:v>
                </c:pt>
                <c:pt idx="171">
                  <c:v>439</c:v>
                </c:pt>
                <c:pt idx="172">
                  <c:v>449</c:v>
                </c:pt>
                <c:pt idx="173">
                  <c:v>458</c:v>
                </c:pt>
                <c:pt idx="174">
                  <c:v>466</c:v>
                </c:pt>
                <c:pt idx="175">
                  <c:v>471</c:v>
                </c:pt>
                <c:pt idx="176">
                  <c:v>471</c:v>
                </c:pt>
                <c:pt idx="177">
                  <c:v>471</c:v>
                </c:pt>
                <c:pt idx="178">
                  <c:v>478</c:v>
                </c:pt>
                <c:pt idx="179">
                  <c:v>486</c:v>
                </c:pt>
                <c:pt idx="180">
                  <c:v>486</c:v>
                </c:pt>
                <c:pt idx="181">
                  <c:v>486</c:v>
                </c:pt>
                <c:pt idx="182">
                  <c:v>486</c:v>
                </c:pt>
                <c:pt idx="183">
                  <c:v>486</c:v>
                </c:pt>
                <c:pt idx="184">
                  <c:v>490</c:v>
                </c:pt>
                <c:pt idx="185">
                  <c:v>498</c:v>
                </c:pt>
                <c:pt idx="186">
                  <c:v>498</c:v>
                </c:pt>
                <c:pt idx="187">
                  <c:v>498</c:v>
                </c:pt>
                <c:pt idx="188">
                  <c:v>498</c:v>
                </c:pt>
                <c:pt idx="189">
                  <c:v>498</c:v>
                </c:pt>
                <c:pt idx="190">
                  <c:v>498</c:v>
                </c:pt>
                <c:pt idx="191">
                  <c:v>498</c:v>
                </c:pt>
                <c:pt idx="192">
                  <c:v>502</c:v>
                </c:pt>
                <c:pt idx="193">
                  <c:v>507</c:v>
                </c:pt>
                <c:pt idx="194">
                  <c:v>507</c:v>
                </c:pt>
                <c:pt idx="195">
                  <c:v>507</c:v>
                </c:pt>
                <c:pt idx="196">
                  <c:v>507</c:v>
                </c:pt>
                <c:pt idx="197">
                  <c:v>507</c:v>
                </c:pt>
                <c:pt idx="198">
                  <c:v>507</c:v>
                </c:pt>
                <c:pt idx="199">
                  <c:v>511</c:v>
                </c:pt>
                <c:pt idx="200">
                  <c:v>514</c:v>
                </c:pt>
                <c:pt idx="201">
                  <c:v>514</c:v>
                </c:pt>
                <c:pt idx="202">
                  <c:v>515</c:v>
                </c:pt>
                <c:pt idx="203">
                  <c:v>515</c:v>
                </c:pt>
                <c:pt idx="204">
                  <c:v>515</c:v>
                </c:pt>
                <c:pt idx="205">
                  <c:v>515</c:v>
                </c:pt>
                <c:pt idx="206">
                  <c:v>515</c:v>
                </c:pt>
                <c:pt idx="207">
                  <c:v>515</c:v>
                </c:pt>
                <c:pt idx="208">
                  <c:v>515</c:v>
                </c:pt>
                <c:pt idx="209">
                  <c:v>515</c:v>
                </c:pt>
                <c:pt idx="210">
                  <c:v>515</c:v>
                </c:pt>
                <c:pt idx="211">
                  <c:v>515</c:v>
                </c:pt>
                <c:pt idx="212">
                  <c:v>515</c:v>
                </c:pt>
                <c:pt idx="213">
                  <c:v>518</c:v>
                </c:pt>
                <c:pt idx="214">
                  <c:v>526</c:v>
                </c:pt>
                <c:pt idx="215">
                  <c:v>528</c:v>
                </c:pt>
                <c:pt idx="216">
                  <c:v>536</c:v>
                </c:pt>
                <c:pt idx="217">
                  <c:v>543</c:v>
                </c:pt>
                <c:pt idx="218">
                  <c:v>548</c:v>
                </c:pt>
                <c:pt idx="219">
                  <c:v>552</c:v>
                </c:pt>
                <c:pt idx="220">
                  <c:v>559</c:v>
                </c:pt>
                <c:pt idx="221">
                  <c:v>567</c:v>
                </c:pt>
                <c:pt idx="222">
                  <c:v>570</c:v>
                </c:pt>
                <c:pt idx="223">
                  <c:v>570</c:v>
                </c:pt>
                <c:pt idx="224">
                  <c:v>570</c:v>
                </c:pt>
                <c:pt idx="225">
                  <c:v>570</c:v>
                </c:pt>
                <c:pt idx="226">
                  <c:v>573</c:v>
                </c:pt>
                <c:pt idx="227">
                  <c:v>578</c:v>
                </c:pt>
                <c:pt idx="228">
                  <c:v>583</c:v>
                </c:pt>
                <c:pt idx="229">
                  <c:v>583</c:v>
                </c:pt>
                <c:pt idx="230">
                  <c:v>583</c:v>
                </c:pt>
                <c:pt idx="231">
                  <c:v>583</c:v>
                </c:pt>
                <c:pt idx="232">
                  <c:v>583</c:v>
                </c:pt>
                <c:pt idx="233">
                  <c:v>584</c:v>
                </c:pt>
                <c:pt idx="234">
                  <c:v>586</c:v>
                </c:pt>
                <c:pt idx="235">
                  <c:v>593</c:v>
                </c:pt>
                <c:pt idx="236">
                  <c:v>593</c:v>
                </c:pt>
                <c:pt idx="237">
                  <c:v>593</c:v>
                </c:pt>
                <c:pt idx="238">
                  <c:v>593</c:v>
                </c:pt>
                <c:pt idx="239">
                  <c:v>593</c:v>
                </c:pt>
                <c:pt idx="240">
                  <c:v>593</c:v>
                </c:pt>
                <c:pt idx="241">
                  <c:v>597</c:v>
                </c:pt>
                <c:pt idx="242">
                  <c:v>603</c:v>
                </c:pt>
                <c:pt idx="243">
                  <c:v>603</c:v>
                </c:pt>
                <c:pt idx="244">
                  <c:v>603</c:v>
                </c:pt>
                <c:pt idx="245">
                  <c:v>608</c:v>
                </c:pt>
                <c:pt idx="246">
                  <c:v>608</c:v>
                </c:pt>
                <c:pt idx="247">
                  <c:v>608</c:v>
                </c:pt>
                <c:pt idx="248">
                  <c:v>613</c:v>
                </c:pt>
                <c:pt idx="249">
                  <c:v>622</c:v>
                </c:pt>
                <c:pt idx="250">
                  <c:v>622</c:v>
                </c:pt>
                <c:pt idx="251">
                  <c:v>622</c:v>
                </c:pt>
                <c:pt idx="252">
                  <c:v>622</c:v>
                </c:pt>
                <c:pt idx="253">
                  <c:v>626</c:v>
                </c:pt>
                <c:pt idx="254">
                  <c:v>632</c:v>
                </c:pt>
                <c:pt idx="255">
                  <c:v>636</c:v>
                </c:pt>
                <c:pt idx="256">
                  <c:v>639</c:v>
                </c:pt>
                <c:pt idx="257">
                  <c:v>654</c:v>
                </c:pt>
                <c:pt idx="258">
                  <c:v>667</c:v>
                </c:pt>
                <c:pt idx="259">
                  <c:v>667</c:v>
                </c:pt>
                <c:pt idx="260">
                  <c:v>671</c:v>
                </c:pt>
                <c:pt idx="261">
                  <c:v>674</c:v>
                </c:pt>
                <c:pt idx="262">
                  <c:v>679</c:v>
                </c:pt>
                <c:pt idx="263">
                  <c:v>685</c:v>
                </c:pt>
                <c:pt idx="264">
                  <c:v>685</c:v>
                </c:pt>
                <c:pt idx="265">
                  <c:v>685</c:v>
                </c:pt>
                <c:pt idx="266">
                  <c:v>685</c:v>
                </c:pt>
                <c:pt idx="267">
                  <c:v>685</c:v>
                </c:pt>
                <c:pt idx="268">
                  <c:v>685</c:v>
                </c:pt>
                <c:pt idx="269">
                  <c:v>685</c:v>
                </c:pt>
                <c:pt idx="270">
                  <c:v>685</c:v>
                </c:pt>
                <c:pt idx="271">
                  <c:v>685</c:v>
                </c:pt>
                <c:pt idx="272">
                  <c:v>685</c:v>
                </c:pt>
                <c:pt idx="273">
                  <c:v>685</c:v>
                </c:pt>
                <c:pt idx="274">
                  <c:v>685</c:v>
                </c:pt>
                <c:pt idx="275">
                  <c:v>687</c:v>
                </c:pt>
                <c:pt idx="276">
                  <c:v>709</c:v>
                </c:pt>
                <c:pt idx="277">
                  <c:v>725</c:v>
                </c:pt>
                <c:pt idx="278">
                  <c:v>725</c:v>
                </c:pt>
                <c:pt idx="279">
                  <c:v>725</c:v>
                </c:pt>
                <c:pt idx="280">
                  <c:v>725</c:v>
                </c:pt>
                <c:pt idx="281">
                  <c:v>725</c:v>
                </c:pt>
                <c:pt idx="282">
                  <c:v>725</c:v>
                </c:pt>
                <c:pt idx="283">
                  <c:v>725</c:v>
                </c:pt>
                <c:pt idx="284">
                  <c:v>725</c:v>
                </c:pt>
                <c:pt idx="285">
                  <c:v>725</c:v>
                </c:pt>
                <c:pt idx="286">
                  <c:v>725</c:v>
                </c:pt>
                <c:pt idx="287">
                  <c:v>725</c:v>
                </c:pt>
                <c:pt idx="288">
                  <c:v>725</c:v>
                </c:pt>
                <c:pt idx="289">
                  <c:v>725</c:v>
                </c:pt>
                <c:pt idx="290">
                  <c:v>725</c:v>
                </c:pt>
                <c:pt idx="291">
                  <c:v>725</c:v>
                </c:pt>
                <c:pt idx="292">
                  <c:v>725</c:v>
                </c:pt>
                <c:pt idx="293">
                  <c:v>725</c:v>
                </c:pt>
                <c:pt idx="294">
                  <c:v>725</c:v>
                </c:pt>
                <c:pt idx="295">
                  <c:v>725</c:v>
                </c:pt>
                <c:pt idx="296">
                  <c:v>727</c:v>
                </c:pt>
                <c:pt idx="297">
                  <c:v>733</c:v>
                </c:pt>
                <c:pt idx="298">
                  <c:v>746</c:v>
                </c:pt>
                <c:pt idx="299">
                  <c:v>747</c:v>
                </c:pt>
                <c:pt idx="300">
                  <c:v>747</c:v>
                </c:pt>
                <c:pt idx="301">
                  <c:v>747</c:v>
                </c:pt>
                <c:pt idx="302">
                  <c:v>749</c:v>
                </c:pt>
                <c:pt idx="303">
                  <c:v>749</c:v>
                </c:pt>
                <c:pt idx="304">
                  <c:v>749</c:v>
                </c:pt>
                <c:pt idx="305">
                  <c:v>749</c:v>
                </c:pt>
                <c:pt idx="306">
                  <c:v>749</c:v>
                </c:pt>
                <c:pt idx="307">
                  <c:v>749</c:v>
                </c:pt>
                <c:pt idx="308">
                  <c:v>749</c:v>
                </c:pt>
                <c:pt idx="309">
                  <c:v>749</c:v>
                </c:pt>
                <c:pt idx="310">
                  <c:v>749</c:v>
                </c:pt>
                <c:pt idx="311">
                  <c:v>749</c:v>
                </c:pt>
                <c:pt idx="312">
                  <c:v>749</c:v>
                </c:pt>
                <c:pt idx="313">
                  <c:v>749</c:v>
                </c:pt>
                <c:pt idx="314">
                  <c:v>749</c:v>
                </c:pt>
                <c:pt idx="315">
                  <c:v>749</c:v>
                </c:pt>
                <c:pt idx="316">
                  <c:v>749</c:v>
                </c:pt>
                <c:pt idx="317">
                  <c:v>749</c:v>
                </c:pt>
                <c:pt idx="318">
                  <c:v>749</c:v>
                </c:pt>
                <c:pt idx="319">
                  <c:v>749</c:v>
                </c:pt>
                <c:pt idx="320">
                  <c:v>749</c:v>
                </c:pt>
                <c:pt idx="321">
                  <c:v>749</c:v>
                </c:pt>
                <c:pt idx="322">
                  <c:v>749</c:v>
                </c:pt>
                <c:pt idx="323">
                  <c:v>749</c:v>
                </c:pt>
                <c:pt idx="324">
                  <c:v>749</c:v>
                </c:pt>
                <c:pt idx="325">
                  <c:v>749</c:v>
                </c:pt>
                <c:pt idx="326">
                  <c:v>749</c:v>
                </c:pt>
                <c:pt idx="327">
                  <c:v>749</c:v>
                </c:pt>
                <c:pt idx="328">
                  <c:v>749</c:v>
                </c:pt>
                <c:pt idx="329">
                  <c:v>749</c:v>
                </c:pt>
                <c:pt idx="330">
                  <c:v>749</c:v>
                </c:pt>
                <c:pt idx="331">
                  <c:v>749</c:v>
                </c:pt>
                <c:pt idx="332">
                  <c:v>749</c:v>
                </c:pt>
                <c:pt idx="333">
                  <c:v>749</c:v>
                </c:pt>
                <c:pt idx="334">
                  <c:v>749</c:v>
                </c:pt>
                <c:pt idx="335">
                  <c:v>749</c:v>
                </c:pt>
                <c:pt idx="336">
                  <c:v>749</c:v>
                </c:pt>
                <c:pt idx="337">
                  <c:v>749</c:v>
                </c:pt>
                <c:pt idx="338">
                  <c:v>749</c:v>
                </c:pt>
                <c:pt idx="339">
                  <c:v>749</c:v>
                </c:pt>
                <c:pt idx="340">
                  <c:v>749</c:v>
                </c:pt>
                <c:pt idx="341">
                  <c:v>749</c:v>
                </c:pt>
                <c:pt idx="342">
                  <c:v>749</c:v>
                </c:pt>
                <c:pt idx="343">
                  <c:v>749</c:v>
                </c:pt>
                <c:pt idx="344">
                  <c:v>749</c:v>
                </c:pt>
                <c:pt idx="345">
                  <c:v>749</c:v>
                </c:pt>
                <c:pt idx="346">
                  <c:v>749</c:v>
                </c:pt>
                <c:pt idx="347">
                  <c:v>749</c:v>
                </c:pt>
                <c:pt idx="348">
                  <c:v>749</c:v>
                </c:pt>
                <c:pt idx="349">
                  <c:v>749</c:v>
                </c:pt>
                <c:pt idx="350">
                  <c:v>749</c:v>
                </c:pt>
                <c:pt idx="351">
                  <c:v>749</c:v>
                </c:pt>
                <c:pt idx="352">
                  <c:v>749</c:v>
                </c:pt>
                <c:pt idx="353">
                  <c:v>749</c:v>
                </c:pt>
                <c:pt idx="354">
                  <c:v>749</c:v>
                </c:pt>
                <c:pt idx="355">
                  <c:v>749</c:v>
                </c:pt>
                <c:pt idx="356">
                  <c:v>749</c:v>
                </c:pt>
                <c:pt idx="357">
                  <c:v>749</c:v>
                </c:pt>
                <c:pt idx="358">
                  <c:v>749</c:v>
                </c:pt>
                <c:pt idx="359">
                  <c:v>749</c:v>
                </c:pt>
                <c:pt idx="360">
                  <c:v>749</c:v>
                </c:pt>
                <c:pt idx="361">
                  <c:v>749</c:v>
                </c:pt>
                <c:pt idx="362">
                  <c:v>749</c:v>
                </c:pt>
                <c:pt idx="363">
                  <c:v>749</c:v>
                </c:pt>
                <c:pt idx="364">
                  <c:v>749</c:v>
                </c:pt>
                <c:pt idx="365">
                  <c:v>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390-4CA7-B505-54EE7CC1BFA6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Line_Window!$AR$2:$AR$367</c:f>
              <c:numCache>
                <c:formatCode>General</c:formatCode>
                <c:ptCount val="366"/>
                <c:pt idx="0">
                  <c:v>11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12</c:v>
                </c:pt>
                <c:pt idx="31">
                  <c:v>12</c:v>
                </c:pt>
                <c:pt idx="32">
                  <c:v>12</c:v>
                </c:pt>
                <c:pt idx="33">
                  <c:v>12</c:v>
                </c:pt>
                <c:pt idx="34">
                  <c:v>12</c:v>
                </c:pt>
                <c:pt idx="35">
                  <c:v>12</c:v>
                </c:pt>
                <c:pt idx="36">
                  <c:v>12</c:v>
                </c:pt>
                <c:pt idx="37">
                  <c:v>12</c:v>
                </c:pt>
                <c:pt idx="38">
                  <c:v>12</c:v>
                </c:pt>
                <c:pt idx="39">
                  <c:v>12</c:v>
                </c:pt>
                <c:pt idx="40">
                  <c:v>12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12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15</c:v>
                </c:pt>
                <c:pt idx="58">
                  <c:v>20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26</c:v>
                </c:pt>
                <c:pt idx="67">
                  <c:v>26</c:v>
                </c:pt>
                <c:pt idx="68">
                  <c:v>26</c:v>
                </c:pt>
                <c:pt idx="69">
                  <c:v>26</c:v>
                </c:pt>
                <c:pt idx="70">
                  <c:v>30</c:v>
                </c:pt>
                <c:pt idx="71">
                  <c:v>35</c:v>
                </c:pt>
                <c:pt idx="72">
                  <c:v>35</c:v>
                </c:pt>
                <c:pt idx="73">
                  <c:v>35</c:v>
                </c:pt>
                <c:pt idx="74">
                  <c:v>35</c:v>
                </c:pt>
                <c:pt idx="75">
                  <c:v>35</c:v>
                </c:pt>
                <c:pt idx="76">
                  <c:v>39</c:v>
                </c:pt>
                <c:pt idx="77">
                  <c:v>40</c:v>
                </c:pt>
                <c:pt idx="78">
                  <c:v>40</c:v>
                </c:pt>
                <c:pt idx="79">
                  <c:v>40</c:v>
                </c:pt>
                <c:pt idx="80">
                  <c:v>45</c:v>
                </c:pt>
                <c:pt idx="81">
                  <c:v>45</c:v>
                </c:pt>
                <c:pt idx="82">
                  <c:v>48</c:v>
                </c:pt>
                <c:pt idx="83">
                  <c:v>60</c:v>
                </c:pt>
                <c:pt idx="84">
                  <c:v>61</c:v>
                </c:pt>
                <c:pt idx="85">
                  <c:v>61</c:v>
                </c:pt>
                <c:pt idx="86">
                  <c:v>61</c:v>
                </c:pt>
                <c:pt idx="87">
                  <c:v>65</c:v>
                </c:pt>
                <c:pt idx="88">
                  <c:v>65</c:v>
                </c:pt>
                <c:pt idx="89">
                  <c:v>65</c:v>
                </c:pt>
                <c:pt idx="90">
                  <c:v>65</c:v>
                </c:pt>
                <c:pt idx="91">
                  <c:v>65</c:v>
                </c:pt>
                <c:pt idx="92">
                  <c:v>65</c:v>
                </c:pt>
                <c:pt idx="93">
                  <c:v>71</c:v>
                </c:pt>
                <c:pt idx="94">
                  <c:v>88</c:v>
                </c:pt>
                <c:pt idx="95">
                  <c:v>98</c:v>
                </c:pt>
                <c:pt idx="96">
                  <c:v>103</c:v>
                </c:pt>
                <c:pt idx="97">
                  <c:v>108</c:v>
                </c:pt>
                <c:pt idx="98">
                  <c:v>112</c:v>
                </c:pt>
                <c:pt idx="99">
                  <c:v>112</c:v>
                </c:pt>
                <c:pt idx="100">
                  <c:v>120</c:v>
                </c:pt>
                <c:pt idx="101">
                  <c:v>120</c:v>
                </c:pt>
                <c:pt idx="102">
                  <c:v>120</c:v>
                </c:pt>
                <c:pt idx="103">
                  <c:v>120</c:v>
                </c:pt>
                <c:pt idx="104">
                  <c:v>120</c:v>
                </c:pt>
                <c:pt idx="105">
                  <c:v>120</c:v>
                </c:pt>
                <c:pt idx="106">
                  <c:v>120</c:v>
                </c:pt>
                <c:pt idx="107">
                  <c:v>123</c:v>
                </c:pt>
                <c:pt idx="108">
                  <c:v>126</c:v>
                </c:pt>
                <c:pt idx="109">
                  <c:v>126</c:v>
                </c:pt>
                <c:pt idx="110">
                  <c:v>130</c:v>
                </c:pt>
                <c:pt idx="111">
                  <c:v>136</c:v>
                </c:pt>
                <c:pt idx="112">
                  <c:v>143</c:v>
                </c:pt>
                <c:pt idx="113">
                  <c:v>149</c:v>
                </c:pt>
                <c:pt idx="114">
                  <c:v>158</c:v>
                </c:pt>
                <c:pt idx="115">
                  <c:v>166</c:v>
                </c:pt>
                <c:pt idx="116">
                  <c:v>169</c:v>
                </c:pt>
                <c:pt idx="117">
                  <c:v>175</c:v>
                </c:pt>
                <c:pt idx="118">
                  <c:v>182</c:v>
                </c:pt>
                <c:pt idx="119">
                  <c:v>189</c:v>
                </c:pt>
                <c:pt idx="120">
                  <c:v>197</c:v>
                </c:pt>
                <c:pt idx="121">
                  <c:v>204</c:v>
                </c:pt>
                <c:pt idx="122">
                  <c:v>209</c:v>
                </c:pt>
                <c:pt idx="123">
                  <c:v>209</c:v>
                </c:pt>
                <c:pt idx="124">
                  <c:v>209</c:v>
                </c:pt>
                <c:pt idx="125">
                  <c:v>209</c:v>
                </c:pt>
                <c:pt idx="126">
                  <c:v>209</c:v>
                </c:pt>
                <c:pt idx="127">
                  <c:v>209</c:v>
                </c:pt>
                <c:pt idx="128">
                  <c:v>214</c:v>
                </c:pt>
                <c:pt idx="129">
                  <c:v>220</c:v>
                </c:pt>
                <c:pt idx="130">
                  <c:v>220</c:v>
                </c:pt>
                <c:pt idx="131">
                  <c:v>220</c:v>
                </c:pt>
                <c:pt idx="132">
                  <c:v>220</c:v>
                </c:pt>
                <c:pt idx="133">
                  <c:v>220</c:v>
                </c:pt>
                <c:pt idx="134">
                  <c:v>220</c:v>
                </c:pt>
                <c:pt idx="135">
                  <c:v>225</c:v>
                </c:pt>
                <c:pt idx="136">
                  <c:v>229</c:v>
                </c:pt>
                <c:pt idx="137">
                  <c:v>229</c:v>
                </c:pt>
                <c:pt idx="138">
                  <c:v>229</c:v>
                </c:pt>
                <c:pt idx="139">
                  <c:v>229</c:v>
                </c:pt>
                <c:pt idx="140">
                  <c:v>229</c:v>
                </c:pt>
                <c:pt idx="141">
                  <c:v>231</c:v>
                </c:pt>
                <c:pt idx="142">
                  <c:v>238</c:v>
                </c:pt>
                <c:pt idx="143">
                  <c:v>246</c:v>
                </c:pt>
                <c:pt idx="144">
                  <c:v>253</c:v>
                </c:pt>
                <c:pt idx="145">
                  <c:v>258</c:v>
                </c:pt>
                <c:pt idx="146">
                  <c:v>264</c:v>
                </c:pt>
                <c:pt idx="147">
                  <c:v>268</c:v>
                </c:pt>
                <c:pt idx="148">
                  <c:v>272</c:v>
                </c:pt>
                <c:pt idx="149">
                  <c:v>277</c:v>
                </c:pt>
                <c:pt idx="150">
                  <c:v>282</c:v>
                </c:pt>
                <c:pt idx="151">
                  <c:v>282</c:v>
                </c:pt>
                <c:pt idx="152">
                  <c:v>282</c:v>
                </c:pt>
                <c:pt idx="153">
                  <c:v>282</c:v>
                </c:pt>
                <c:pt idx="154">
                  <c:v>286</c:v>
                </c:pt>
                <c:pt idx="155">
                  <c:v>286</c:v>
                </c:pt>
                <c:pt idx="156">
                  <c:v>290</c:v>
                </c:pt>
                <c:pt idx="157">
                  <c:v>301</c:v>
                </c:pt>
                <c:pt idx="158">
                  <c:v>301</c:v>
                </c:pt>
                <c:pt idx="159">
                  <c:v>302</c:v>
                </c:pt>
                <c:pt idx="160">
                  <c:v>302</c:v>
                </c:pt>
                <c:pt idx="161">
                  <c:v>302</c:v>
                </c:pt>
                <c:pt idx="162">
                  <c:v>302</c:v>
                </c:pt>
                <c:pt idx="163">
                  <c:v>313</c:v>
                </c:pt>
                <c:pt idx="164">
                  <c:v>324</c:v>
                </c:pt>
                <c:pt idx="165">
                  <c:v>329</c:v>
                </c:pt>
                <c:pt idx="166">
                  <c:v>329</c:v>
                </c:pt>
                <c:pt idx="167">
                  <c:v>329</c:v>
                </c:pt>
                <c:pt idx="168">
                  <c:v>329</c:v>
                </c:pt>
                <c:pt idx="169">
                  <c:v>329</c:v>
                </c:pt>
                <c:pt idx="170">
                  <c:v>334</c:v>
                </c:pt>
                <c:pt idx="171">
                  <c:v>339</c:v>
                </c:pt>
                <c:pt idx="172">
                  <c:v>339</c:v>
                </c:pt>
                <c:pt idx="173">
                  <c:v>339</c:v>
                </c:pt>
                <c:pt idx="174">
                  <c:v>339</c:v>
                </c:pt>
                <c:pt idx="175">
                  <c:v>339</c:v>
                </c:pt>
                <c:pt idx="176">
                  <c:v>339</c:v>
                </c:pt>
                <c:pt idx="177">
                  <c:v>341</c:v>
                </c:pt>
                <c:pt idx="178">
                  <c:v>345</c:v>
                </c:pt>
                <c:pt idx="179">
                  <c:v>345</c:v>
                </c:pt>
                <c:pt idx="180">
                  <c:v>345</c:v>
                </c:pt>
                <c:pt idx="181">
                  <c:v>345</c:v>
                </c:pt>
                <c:pt idx="182">
                  <c:v>351</c:v>
                </c:pt>
                <c:pt idx="183">
                  <c:v>359</c:v>
                </c:pt>
                <c:pt idx="184">
                  <c:v>367</c:v>
                </c:pt>
                <c:pt idx="185">
                  <c:v>374</c:v>
                </c:pt>
                <c:pt idx="186">
                  <c:v>374</c:v>
                </c:pt>
                <c:pt idx="187">
                  <c:v>379</c:v>
                </c:pt>
                <c:pt idx="188">
                  <c:v>379</c:v>
                </c:pt>
                <c:pt idx="189">
                  <c:v>379</c:v>
                </c:pt>
                <c:pt idx="190">
                  <c:v>379</c:v>
                </c:pt>
                <c:pt idx="191">
                  <c:v>384</c:v>
                </c:pt>
                <c:pt idx="192">
                  <c:v>391</c:v>
                </c:pt>
                <c:pt idx="193">
                  <c:v>391</c:v>
                </c:pt>
                <c:pt idx="194">
                  <c:v>391</c:v>
                </c:pt>
                <c:pt idx="195">
                  <c:v>391</c:v>
                </c:pt>
                <c:pt idx="196">
                  <c:v>391</c:v>
                </c:pt>
                <c:pt idx="197">
                  <c:v>391</c:v>
                </c:pt>
                <c:pt idx="198">
                  <c:v>391</c:v>
                </c:pt>
                <c:pt idx="199">
                  <c:v>391</c:v>
                </c:pt>
                <c:pt idx="200">
                  <c:v>391</c:v>
                </c:pt>
                <c:pt idx="201">
                  <c:v>391</c:v>
                </c:pt>
                <c:pt idx="202">
                  <c:v>391</c:v>
                </c:pt>
                <c:pt idx="203">
                  <c:v>391</c:v>
                </c:pt>
                <c:pt idx="204">
                  <c:v>391</c:v>
                </c:pt>
                <c:pt idx="205">
                  <c:v>391</c:v>
                </c:pt>
                <c:pt idx="206">
                  <c:v>391</c:v>
                </c:pt>
                <c:pt idx="207">
                  <c:v>391</c:v>
                </c:pt>
                <c:pt idx="208">
                  <c:v>391</c:v>
                </c:pt>
                <c:pt idx="209">
                  <c:v>391</c:v>
                </c:pt>
                <c:pt idx="210">
                  <c:v>391</c:v>
                </c:pt>
                <c:pt idx="211">
                  <c:v>391</c:v>
                </c:pt>
                <c:pt idx="212">
                  <c:v>391</c:v>
                </c:pt>
                <c:pt idx="213">
                  <c:v>391</c:v>
                </c:pt>
                <c:pt idx="214">
                  <c:v>391</c:v>
                </c:pt>
                <c:pt idx="215">
                  <c:v>391</c:v>
                </c:pt>
                <c:pt idx="216">
                  <c:v>391</c:v>
                </c:pt>
                <c:pt idx="217">
                  <c:v>391</c:v>
                </c:pt>
                <c:pt idx="218">
                  <c:v>391</c:v>
                </c:pt>
                <c:pt idx="219">
                  <c:v>391</c:v>
                </c:pt>
                <c:pt idx="220">
                  <c:v>391</c:v>
                </c:pt>
                <c:pt idx="221">
                  <c:v>391</c:v>
                </c:pt>
                <c:pt idx="222">
                  <c:v>391</c:v>
                </c:pt>
                <c:pt idx="223">
                  <c:v>391</c:v>
                </c:pt>
                <c:pt idx="224">
                  <c:v>391</c:v>
                </c:pt>
                <c:pt idx="225">
                  <c:v>391</c:v>
                </c:pt>
                <c:pt idx="226">
                  <c:v>391</c:v>
                </c:pt>
                <c:pt idx="227">
                  <c:v>391</c:v>
                </c:pt>
                <c:pt idx="228">
                  <c:v>391</c:v>
                </c:pt>
                <c:pt idx="229">
                  <c:v>391</c:v>
                </c:pt>
                <c:pt idx="230">
                  <c:v>391</c:v>
                </c:pt>
                <c:pt idx="231">
                  <c:v>391</c:v>
                </c:pt>
                <c:pt idx="232">
                  <c:v>391</c:v>
                </c:pt>
                <c:pt idx="233">
                  <c:v>391</c:v>
                </c:pt>
                <c:pt idx="234">
                  <c:v>391</c:v>
                </c:pt>
                <c:pt idx="235">
                  <c:v>391</c:v>
                </c:pt>
                <c:pt idx="236">
                  <c:v>391</c:v>
                </c:pt>
                <c:pt idx="237">
                  <c:v>391</c:v>
                </c:pt>
                <c:pt idx="238">
                  <c:v>391</c:v>
                </c:pt>
                <c:pt idx="239">
                  <c:v>391</c:v>
                </c:pt>
                <c:pt idx="240">
                  <c:v>391</c:v>
                </c:pt>
                <c:pt idx="241">
                  <c:v>391</c:v>
                </c:pt>
                <c:pt idx="242">
                  <c:v>391</c:v>
                </c:pt>
                <c:pt idx="243">
                  <c:v>391</c:v>
                </c:pt>
                <c:pt idx="244">
                  <c:v>391</c:v>
                </c:pt>
                <c:pt idx="245">
                  <c:v>391</c:v>
                </c:pt>
                <c:pt idx="246">
                  <c:v>391</c:v>
                </c:pt>
                <c:pt idx="247">
                  <c:v>391</c:v>
                </c:pt>
                <c:pt idx="248">
                  <c:v>391</c:v>
                </c:pt>
                <c:pt idx="249">
                  <c:v>391</c:v>
                </c:pt>
                <c:pt idx="250">
                  <c:v>391</c:v>
                </c:pt>
                <c:pt idx="251">
                  <c:v>391</c:v>
                </c:pt>
                <c:pt idx="252">
                  <c:v>391</c:v>
                </c:pt>
                <c:pt idx="253">
                  <c:v>391</c:v>
                </c:pt>
                <c:pt idx="254">
                  <c:v>391</c:v>
                </c:pt>
                <c:pt idx="255">
                  <c:v>391</c:v>
                </c:pt>
                <c:pt idx="256">
                  <c:v>391</c:v>
                </c:pt>
                <c:pt idx="257">
                  <c:v>391</c:v>
                </c:pt>
                <c:pt idx="258">
                  <c:v>391</c:v>
                </c:pt>
                <c:pt idx="259">
                  <c:v>391</c:v>
                </c:pt>
                <c:pt idx="260">
                  <c:v>391</c:v>
                </c:pt>
                <c:pt idx="261">
                  <c:v>391</c:v>
                </c:pt>
                <c:pt idx="262">
                  <c:v>391</c:v>
                </c:pt>
                <c:pt idx="263">
                  <c:v>391</c:v>
                </c:pt>
                <c:pt idx="264">
                  <c:v>391</c:v>
                </c:pt>
                <c:pt idx="265">
                  <c:v>391</c:v>
                </c:pt>
                <c:pt idx="266">
                  <c:v>391</c:v>
                </c:pt>
                <c:pt idx="267">
                  <c:v>391</c:v>
                </c:pt>
                <c:pt idx="268">
                  <c:v>391</c:v>
                </c:pt>
                <c:pt idx="269">
                  <c:v>391</c:v>
                </c:pt>
                <c:pt idx="270">
                  <c:v>391</c:v>
                </c:pt>
                <c:pt idx="271">
                  <c:v>391</c:v>
                </c:pt>
                <c:pt idx="272">
                  <c:v>391</c:v>
                </c:pt>
                <c:pt idx="273">
                  <c:v>391</c:v>
                </c:pt>
                <c:pt idx="274">
                  <c:v>391</c:v>
                </c:pt>
                <c:pt idx="275">
                  <c:v>391</c:v>
                </c:pt>
                <c:pt idx="276">
                  <c:v>391</c:v>
                </c:pt>
                <c:pt idx="277">
                  <c:v>391</c:v>
                </c:pt>
                <c:pt idx="278">
                  <c:v>391</c:v>
                </c:pt>
                <c:pt idx="279">
                  <c:v>391</c:v>
                </c:pt>
                <c:pt idx="280">
                  <c:v>391</c:v>
                </c:pt>
                <c:pt idx="281">
                  <c:v>391</c:v>
                </c:pt>
                <c:pt idx="282">
                  <c:v>391</c:v>
                </c:pt>
                <c:pt idx="283">
                  <c:v>391</c:v>
                </c:pt>
                <c:pt idx="284">
                  <c:v>391</c:v>
                </c:pt>
                <c:pt idx="285">
                  <c:v>391</c:v>
                </c:pt>
                <c:pt idx="286">
                  <c:v>391</c:v>
                </c:pt>
                <c:pt idx="287">
                  <c:v>391</c:v>
                </c:pt>
                <c:pt idx="288">
                  <c:v>391</c:v>
                </c:pt>
                <c:pt idx="289">
                  <c:v>391</c:v>
                </c:pt>
                <c:pt idx="290">
                  <c:v>391</c:v>
                </c:pt>
                <c:pt idx="291">
                  <c:v>391</c:v>
                </c:pt>
                <c:pt idx="292">
                  <c:v>391</c:v>
                </c:pt>
                <c:pt idx="293">
                  <c:v>391</c:v>
                </c:pt>
                <c:pt idx="294">
                  <c:v>391</c:v>
                </c:pt>
                <c:pt idx="295">
                  <c:v>391</c:v>
                </c:pt>
                <c:pt idx="296">
                  <c:v>391</c:v>
                </c:pt>
                <c:pt idx="297">
                  <c:v>391</c:v>
                </c:pt>
                <c:pt idx="298">
                  <c:v>391</c:v>
                </c:pt>
                <c:pt idx="299">
                  <c:v>391</c:v>
                </c:pt>
                <c:pt idx="300">
                  <c:v>391</c:v>
                </c:pt>
                <c:pt idx="301">
                  <c:v>391</c:v>
                </c:pt>
                <c:pt idx="302">
                  <c:v>391</c:v>
                </c:pt>
                <c:pt idx="303">
                  <c:v>391</c:v>
                </c:pt>
                <c:pt idx="304">
                  <c:v>391</c:v>
                </c:pt>
                <c:pt idx="305">
                  <c:v>391</c:v>
                </c:pt>
                <c:pt idx="306">
                  <c:v>391</c:v>
                </c:pt>
                <c:pt idx="307">
                  <c:v>391</c:v>
                </c:pt>
                <c:pt idx="308">
                  <c:v>391</c:v>
                </c:pt>
                <c:pt idx="309">
                  <c:v>391</c:v>
                </c:pt>
                <c:pt idx="310">
                  <c:v>391</c:v>
                </c:pt>
                <c:pt idx="311">
                  <c:v>391</c:v>
                </c:pt>
                <c:pt idx="312">
                  <c:v>391</c:v>
                </c:pt>
                <c:pt idx="313">
                  <c:v>391</c:v>
                </c:pt>
                <c:pt idx="314">
                  <c:v>391</c:v>
                </c:pt>
                <c:pt idx="315">
                  <c:v>391</c:v>
                </c:pt>
                <c:pt idx="316">
                  <c:v>391</c:v>
                </c:pt>
                <c:pt idx="317">
                  <c:v>391</c:v>
                </c:pt>
                <c:pt idx="318">
                  <c:v>391</c:v>
                </c:pt>
                <c:pt idx="319">
                  <c:v>391</c:v>
                </c:pt>
                <c:pt idx="320">
                  <c:v>391</c:v>
                </c:pt>
                <c:pt idx="321">
                  <c:v>391</c:v>
                </c:pt>
                <c:pt idx="322">
                  <c:v>391</c:v>
                </c:pt>
                <c:pt idx="323">
                  <c:v>391</c:v>
                </c:pt>
                <c:pt idx="324">
                  <c:v>391</c:v>
                </c:pt>
                <c:pt idx="325">
                  <c:v>391</c:v>
                </c:pt>
                <c:pt idx="326">
                  <c:v>391</c:v>
                </c:pt>
                <c:pt idx="327">
                  <c:v>391</c:v>
                </c:pt>
                <c:pt idx="328">
                  <c:v>391</c:v>
                </c:pt>
                <c:pt idx="329">
                  <c:v>391</c:v>
                </c:pt>
                <c:pt idx="330">
                  <c:v>391</c:v>
                </c:pt>
                <c:pt idx="331">
                  <c:v>391</c:v>
                </c:pt>
                <c:pt idx="332">
                  <c:v>391</c:v>
                </c:pt>
                <c:pt idx="333">
                  <c:v>391</c:v>
                </c:pt>
                <c:pt idx="334">
                  <c:v>391</c:v>
                </c:pt>
                <c:pt idx="335">
                  <c:v>391</c:v>
                </c:pt>
                <c:pt idx="336">
                  <c:v>391</c:v>
                </c:pt>
                <c:pt idx="337">
                  <c:v>391</c:v>
                </c:pt>
                <c:pt idx="338">
                  <c:v>391</c:v>
                </c:pt>
                <c:pt idx="339">
                  <c:v>391</c:v>
                </c:pt>
                <c:pt idx="340">
                  <c:v>391</c:v>
                </c:pt>
                <c:pt idx="341">
                  <c:v>391</c:v>
                </c:pt>
                <c:pt idx="342">
                  <c:v>391</c:v>
                </c:pt>
                <c:pt idx="343">
                  <c:v>391</c:v>
                </c:pt>
                <c:pt idx="344">
                  <c:v>391</c:v>
                </c:pt>
                <c:pt idx="345">
                  <c:v>391</c:v>
                </c:pt>
                <c:pt idx="346">
                  <c:v>391</c:v>
                </c:pt>
                <c:pt idx="347">
                  <c:v>391</c:v>
                </c:pt>
                <c:pt idx="348">
                  <c:v>391</c:v>
                </c:pt>
                <c:pt idx="349">
                  <c:v>391</c:v>
                </c:pt>
                <c:pt idx="350">
                  <c:v>391</c:v>
                </c:pt>
                <c:pt idx="351">
                  <c:v>391</c:v>
                </c:pt>
                <c:pt idx="352">
                  <c:v>391</c:v>
                </c:pt>
                <c:pt idx="353">
                  <c:v>391</c:v>
                </c:pt>
                <c:pt idx="354">
                  <c:v>391</c:v>
                </c:pt>
                <c:pt idx="355">
                  <c:v>391</c:v>
                </c:pt>
                <c:pt idx="356">
                  <c:v>391</c:v>
                </c:pt>
                <c:pt idx="357">
                  <c:v>391</c:v>
                </c:pt>
                <c:pt idx="358">
                  <c:v>391</c:v>
                </c:pt>
                <c:pt idx="359">
                  <c:v>391</c:v>
                </c:pt>
                <c:pt idx="360">
                  <c:v>391</c:v>
                </c:pt>
                <c:pt idx="361">
                  <c:v>391</c:v>
                </c:pt>
                <c:pt idx="362">
                  <c:v>391</c:v>
                </c:pt>
                <c:pt idx="363">
                  <c:v>391</c:v>
                </c:pt>
                <c:pt idx="364">
                  <c:v>391</c:v>
                </c:pt>
                <c:pt idx="365">
                  <c:v>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90-4CA7-B505-54EE7CC1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day of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# hours (cum)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strRef>
              <c:f>Status!$N$2</c:f>
              <c:strCache>
                <c:ptCount val="1"/>
                <c:pt idx="0">
                  <c:v>2025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2E3E80"/>
              </a:solidFill>
              <a:ln>
                <a:noFill/>
              </a:ln>
            </c:spPr>
          </c:marker>
          <c:xVal>
            <c:numRef>
              <c:f>Line_Window!$BR$2:$BR$367</c:f>
              <c:numCache>
                <c:formatCode>General</c:formatCode>
                <c:ptCount val="366"/>
                <c:pt idx="0">
                  <c:v>10.05</c:v>
                </c:pt>
                <c:pt idx="1">
                  <c:v>152.94</c:v>
                </c:pt>
                <c:pt idx="2">
                  <c:v>116.66</c:v>
                </c:pt>
                <c:pt idx="3">
                  <c:v>151.24</c:v>
                </c:pt>
                <c:pt idx="4">
                  <c:v>100.33</c:v>
                </c:pt>
                <c:pt idx="5">
                  <c:v>41.37</c:v>
                </c:pt>
                <c:pt idx="6">
                  <c:v>101.11</c:v>
                </c:pt>
                <c:pt idx="7">
                  <c:v>155.46</c:v>
                </c:pt>
                <c:pt idx="8">
                  <c:v>164.88</c:v>
                </c:pt>
                <c:pt idx="9">
                  <c:v>144.12</c:v>
                </c:pt>
                <c:pt idx="10">
                  <c:v>122.34</c:v>
                </c:pt>
                <c:pt idx="11">
                  <c:v>146.66</c:v>
                </c:pt>
                <c:pt idx="12">
                  <c:v>223.09</c:v>
                </c:pt>
                <c:pt idx="13">
                  <c:v>184.03</c:v>
                </c:pt>
                <c:pt idx="14">
                  <c:v>377.99</c:v>
                </c:pt>
                <c:pt idx="15">
                  <c:v>199.65</c:v>
                </c:pt>
                <c:pt idx="16">
                  <c:v>208.13</c:v>
                </c:pt>
                <c:pt idx="17">
                  <c:v>167.85</c:v>
                </c:pt>
                <c:pt idx="18">
                  <c:v>159.04</c:v>
                </c:pt>
                <c:pt idx="19">
                  <c:v>583.4</c:v>
                </c:pt>
                <c:pt idx="20">
                  <c:v>301.15</c:v>
                </c:pt>
                <c:pt idx="21">
                  <c:v>238.6</c:v>
                </c:pt>
                <c:pt idx="22">
                  <c:v>159.03</c:v>
                </c:pt>
                <c:pt idx="23">
                  <c:v>116.23</c:v>
                </c:pt>
                <c:pt idx="24">
                  <c:v>151.0</c:v>
                </c:pt>
                <c:pt idx="25">
                  <c:v>132.77</c:v>
                </c:pt>
                <c:pt idx="26">
                  <c:v>118.67</c:v>
                </c:pt>
                <c:pt idx="27">
                  <c:v>149.6</c:v>
                </c:pt>
                <c:pt idx="28">
                  <c:v>150.09</c:v>
                </c:pt>
                <c:pt idx="29">
                  <c:v>180.36</c:v>
                </c:pt>
                <c:pt idx="30">
                  <c:v>185.26</c:v>
                </c:pt>
                <c:pt idx="31">
                  <c:v>168.27</c:v>
                </c:pt>
                <c:pt idx="32">
                  <c:v>173.95</c:v>
                </c:pt>
                <c:pt idx="33">
                  <c:v>243.23</c:v>
                </c:pt>
                <c:pt idx="34">
                  <c:v>211.99</c:v>
                </c:pt>
                <c:pt idx="35">
                  <c:v>189.9</c:v>
                </c:pt>
                <c:pt idx="36">
                  <c:v>219.42</c:v>
                </c:pt>
                <c:pt idx="37">
                  <c:v>164.21</c:v>
                </c:pt>
                <c:pt idx="38">
                  <c:v>161.1</c:v>
                </c:pt>
                <c:pt idx="39">
                  <c:v>161.93</c:v>
                </c:pt>
                <c:pt idx="40">
                  <c:v>181.36</c:v>
                </c:pt>
                <c:pt idx="41">
                  <c:v>168.19</c:v>
                </c:pt>
                <c:pt idx="42">
                  <c:v>197.13</c:v>
                </c:pt>
                <c:pt idx="43">
                  <c:v>222.36</c:v>
                </c:pt>
                <c:pt idx="44">
                  <c:v>298.91</c:v>
                </c:pt>
                <c:pt idx="45">
                  <c:v>174.7</c:v>
                </c:pt>
                <c:pt idx="46">
                  <c:v>169.98</c:v>
                </c:pt>
                <c:pt idx="47">
                  <c:v>271.0</c:v>
                </c:pt>
                <c:pt idx="48">
                  <c:v>193.8</c:v>
                </c:pt>
                <c:pt idx="49">
                  <c:v>166.37</c:v>
                </c:pt>
                <c:pt idx="50">
                  <c:v>127.98</c:v>
                </c:pt>
                <c:pt idx="51">
                  <c:v>152.5</c:v>
                </c:pt>
                <c:pt idx="52">
                  <c:v>115.18</c:v>
                </c:pt>
                <c:pt idx="53">
                  <c:v>154.69</c:v>
                </c:pt>
                <c:pt idx="54">
                  <c:v>148.71</c:v>
                </c:pt>
                <c:pt idx="55">
                  <c:v>233.05</c:v>
                </c:pt>
                <c:pt idx="56">
                  <c:v>175.19</c:v>
                </c:pt>
                <c:pt idx="57">
                  <c:v>174.71</c:v>
                </c:pt>
                <c:pt idx="58">
                  <c:v>161.82</c:v>
                </c:pt>
                <c:pt idx="59">
                  <c:v>158.55</c:v>
                </c:pt>
                <c:pt idx="60">
                  <c:v>146.1</c:v>
                </c:pt>
                <c:pt idx="61">
                  <c:v>183.95</c:v>
                </c:pt>
                <c:pt idx="62">
                  <c:v>180.92</c:v>
                </c:pt>
                <c:pt idx="63">
                  <c:v>146.23</c:v>
                </c:pt>
                <c:pt idx="64">
                  <c:v>165.36</c:v>
                </c:pt>
                <c:pt idx="65">
                  <c:v>216.64</c:v>
                </c:pt>
                <c:pt idx="66">
                  <c:v>174.05</c:v>
                </c:pt>
                <c:pt idx="67">
                  <c:v>136.7</c:v>
                </c:pt>
                <c:pt idx="68">
                  <c:v>174.92</c:v>
                </c:pt>
                <c:pt idx="69">
                  <c:v>205.02</c:v>
                </c:pt>
                <c:pt idx="70">
                  <c:v>199.75</c:v>
                </c:pt>
                <c:pt idx="71">
                  <c:v>173.47</c:v>
                </c:pt>
                <c:pt idx="72">
                  <c:v>155.33</c:v>
                </c:pt>
                <c:pt idx="73">
                  <c:v>132.96</c:v>
                </c:pt>
                <c:pt idx="74">
                  <c:v>140.0</c:v>
                </c:pt>
                <c:pt idx="75">
                  <c:v>177.33</c:v>
                </c:pt>
                <c:pt idx="76">
                  <c:v>170.91</c:v>
                </c:pt>
                <c:pt idx="77">
                  <c:v>248.18</c:v>
                </c:pt>
                <c:pt idx="78">
                  <c:v>280.07</c:v>
                </c:pt>
                <c:pt idx="79">
                  <c:v>156.0</c:v>
                </c:pt>
                <c:pt idx="80">
                  <c:v>60.03</c:v>
                </c:pt>
                <c:pt idx="81">
                  <c:v>142.51</c:v>
                </c:pt>
                <c:pt idx="82">
                  <c:v>211.99</c:v>
                </c:pt>
                <c:pt idx="83">
                  <c:v>166.36</c:v>
                </c:pt>
                <c:pt idx="84">
                  <c:v>169.54</c:v>
                </c:pt>
                <c:pt idx="85">
                  <c:v>170.7</c:v>
                </c:pt>
                <c:pt idx="86">
                  <c:v>165.99</c:v>
                </c:pt>
                <c:pt idx="87">
                  <c:v>152.22</c:v>
                </c:pt>
                <c:pt idx="88">
                  <c:v>65.57</c:v>
                </c:pt>
                <c:pt idx="89">
                  <c:v>183.96</c:v>
                </c:pt>
                <c:pt idx="90">
                  <c:v>179.96</c:v>
                </c:pt>
                <c:pt idx="91">
                  <c:v>150.31</c:v>
                </c:pt>
                <c:pt idx="92">
                  <c:v>163.48</c:v>
                </c:pt>
                <c:pt idx="93">
                  <c:v>180.17</c:v>
                </c:pt>
                <c:pt idx="94">
                  <c:v>105.9</c:v>
                </c:pt>
                <c:pt idx="95">
                  <c:v>132.9</c:v>
                </c:pt>
                <c:pt idx="96">
                  <c:v>175.97</c:v>
                </c:pt>
                <c:pt idx="97">
                  <c:v>180.55</c:v>
                </c:pt>
                <c:pt idx="98">
                  <c:v>175.56</c:v>
                </c:pt>
                <c:pt idx="99">
                  <c:v>170.59</c:v>
                </c:pt>
                <c:pt idx="100">
                  <c:v>155.0</c:v>
                </c:pt>
                <c:pt idx="101">
                  <c:v>150.06</c:v>
                </c:pt>
                <c:pt idx="102">
                  <c:v>120.65</c:v>
                </c:pt>
                <c:pt idx="103">
                  <c:v>180.0</c:v>
                </c:pt>
                <c:pt idx="104">
                  <c:v>141.54</c:v>
                </c:pt>
                <c:pt idx="105">
                  <c:v>146.52</c:v>
                </c:pt>
                <c:pt idx="106">
                  <c:v>130.0</c:v>
                </c:pt>
                <c:pt idx="107">
                  <c:v>126.52</c:v>
                </c:pt>
                <c:pt idx="108">
                  <c:v>142.71</c:v>
                </c:pt>
                <c:pt idx="109">
                  <c:v>144.95</c:v>
                </c:pt>
                <c:pt idx="110">
                  <c:v>139.14</c:v>
                </c:pt>
                <c:pt idx="111">
                  <c:v>263.2</c:v>
                </c:pt>
                <c:pt idx="112">
                  <c:v>155.97</c:v>
                </c:pt>
                <c:pt idx="113">
                  <c:v>121.61</c:v>
                </c:pt>
                <c:pt idx="114">
                  <c:v>123.78</c:v>
                </c:pt>
                <c:pt idx="115">
                  <c:v>107.4</c:v>
                </c:pt>
                <c:pt idx="116">
                  <c:v>124.23</c:v>
                </c:pt>
                <c:pt idx="117">
                  <c:v>194.81</c:v>
                </c:pt>
                <c:pt idx="118">
                  <c:v>174.75</c:v>
                </c:pt>
                <c:pt idx="119">
                  <c:v>176.43</c:v>
                </c:pt>
                <c:pt idx="120">
                  <c:v>164.38</c:v>
                </c:pt>
                <c:pt idx="121">
                  <c:v>150.4</c:v>
                </c:pt>
                <c:pt idx="122">
                  <c:v>92.86</c:v>
                </c:pt>
                <c:pt idx="123">
                  <c:v>112.38</c:v>
                </c:pt>
                <c:pt idx="124">
                  <c:v>128.92</c:v>
                </c:pt>
                <c:pt idx="125">
                  <c:v>161.18</c:v>
                </c:pt>
                <c:pt idx="126">
                  <c:v>147.15</c:v>
                </c:pt>
                <c:pt idx="127">
                  <c:v>185.08</c:v>
                </c:pt>
                <c:pt idx="128">
                  <c:v>149.13</c:v>
                </c:pt>
                <c:pt idx="129">
                  <c:v>163.2</c:v>
                </c:pt>
                <c:pt idx="130">
                  <c:v>124.86</c:v>
                </c:pt>
                <c:pt idx="131">
                  <c:v>172.7</c:v>
                </c:pt>
                <c:pt idx="132">
                  <c:v>223.58</c:v>
                </c:pt>
                <c:pt idx="133">
                  <c:v>158.45</c:v>
                </c:pt>
                <c:pt idx="134">
                  <c:v>130.74</c:v>
                </c:pt>
                <c:pt idx="135">
                  <c:v>154.91</c:v>
                </c:pt>
                <c:pt idx="136">
                  <c:v>130.21</c:v>
                </c:pt>
                <c:pt idx="137">
                  <c:v>130.47</c:v>
                </c:pt>
                <c:pt idx="138">
                  <c:v>229.11</c:v>
                </c:pt>
                <c:pt idx="139">
                  <c:v>192.25</c:v>
                </c:pt>
                <c:pt idx="140">
                  <c:v>116.54</c:v>
                </c:pt>
                <c:pt idx="141">
                  <c:v>127.25</c:v>
                </c:pt>
                <c:pt idx="142">
                  <c:v>139.29</c:v>
                </c:pt>
                <c:pt idx="143">
                  <c:v>111.0</c:v>
                </c:pt>
                <c:pt idx="144">
                  <c:v>107.41</c:v>
                </c:pt>
                <c:pt idx="145">
                  <c:v>169.87</c:v>
                </c:pt>
                <c:pt idx="146">
                  <c:v>137.6</c:v>
                </c:pt>
                <c:pt idx="147">
                  <c:v>139.91</c:v>
                </c:pt>
                <c:pt idx="148">
                  <c:v>92.06</c:v>
                </c:pt>
                <c:pt idx="149">
                  <c:v>145.89</c:v>
                </c:pt>
                <c:pt idx="150">
                  <c:v>192.37</c:v>
                </c:pt>
                <c:pt idx="151">
                  <c:v>106.86</c:v>
                </c:pt>
                <c:pt idx="152">
                  <c:v>245.37</c:v>
                </c:pt>
                <c:pt idx="153">
                  <c:v>132.9</c:v>
                </c:pt>
                <c:pt idx="154">
                  <c:v>192.85</c:v>
                </c:pt>
                <c:pt idx="155">
                  <c:v>136.4</c:v>
                </c:pt>
                <c:pt idx="156">
                  <c:v>129.29</c:v>
                </c:pt>
                <c:pt idx="157">
                  <c:v>110.26</c:v>
                </c:pt>
                <c:pt idx="158">
                  <c:v>76.86</c:v>
                </c:pt>
                <c:pt idx="159">
                  <c:v>148.42</c:v>
                </c:pt>
                <c:pt idx="160">
                  <c:v>97.94</c:v>
                </c:pt>
                <c:pt idx="161">
                  <c:v>217.0</c:v>
                </c:pt>
                <c:pt idx="162">
                  <c:v>132.0</c:v>
                </c:pt>
                <c:pt idx="163">
                  <c:v>111.19</c:v>
                </c:pt>
                <c:pt idx="164">
                  <c:v>127.27</c:v>
                </c:pt>
                <c:pt idx="165">
                  <c:v>135.43</c:v>
                </c:pt>
                <c:pt idx="166">
                  <c:v>190.0</c:v>
                </c:pt>
                <c:pt idx="167">
                  <c:v>241.8</c:v>
                </c:pt>
                <c:pt idx="168">
                  <c:v>175.32</c:v>
                </c:pt>
                <c:pt idx="169">
                  <c:v>141.8</c:v>
                </c:pt>
                <c:pt idx="170">
                  <c:v>201.29</c:v>
                </c:pt>
                <c:pt idx="171">
                  <c:v>165.3</c:v>
                </c:pt>
                <c:pt idx="172">
                  <c:v>134.33</c:v>
                </c:pt>
                <c:pt idx="173">
                  <c:v>97.78</c:v>
                </c:pt>
                <c:pt idx="174">
                  <c:v>123.9</c:v>
                </c:pt>
                <c:pt idx="175">
                  <c:v>247.02</c:v>
                </c:pt>
                <c:pt idx="176">
                  <c:v>120.91</c:v>
                </c:pt>
                <c:pt idx="177">
                  <c:v>134.94</c:v>
                </c:pt>
                <c:pt idx="178">
                  <c:v>123.86</c:v>
                </c:pt>
                <c:pt idx="179">
                  <c:v>118.07</c:v>
                </c:pt>
                <c:pt idx="180">
                  <c:v>288.97</c:v>
                </c:pt>
                <c:pt idx="181">
                  <c:v>476.19</c:v>
                </c:pt>
                <c:pt idx="182">
                  <c:v>240.07</c:v>
                </c:pt>
                <c:pt idx="183">
                  <c:v>166.67</c:v>
                </c:pt>
                <c:pt idx="184">
                  <c:v>150.1</c:v>
                </c:pt>
                <c:pt idx="185">
                  <c:v>122.96</c:v>
                </c:pt>
                <c:pt idx="186">
                  <c:v>125.04</c:v>
                </c:pt>
                <c:pt idx="187">
                  <c:v>152.29</c:v>
                </c:pt>
                <c:pt idx="188">
                  <c:v>123.34</c:v>
                </c:pt>
                <c:pt idx="189">
                  <c:v>138.24</c:v>
                </c:pt>
                <c:pt idx="190">
                  <c:v>134.67</c:v>
                </c:pt>
                <c:pt idx="191">
                  <c:v>118.08</c:v>
                </c:pt>
                <c:pt idx="192">
                  <c:v>125.02</c:v>
                </c:pt>
                <c:pt idx="193">
                  <c:v>127.7</c:v>
                </c:pt>
                <c:pt idx="194">
                  <c:v>141.57</c:v>
                </c:pt>
                <c:pt idx="195">
                  <c:v>141.99</c:v>
                </c:pt>
                <c:pt idx="196">
                  <c:v>129.04</c:v>
                </c:pt>
                <c:pt idx="197">
                  <c:v>132.0</c:v>
                </c:pt>
                <c:pt idx="198">
                  <c:v>146.55</c:v>
                </c:pt>
                <c:pt idx="199">
                  <c:v>114.47</c:v>
                </c:pt>
                <c:pt idx="200">
                  <c:v>116.0</c:v>
                </c:pt>
                <c:pt idx="201">
                  <c:v>126.56</c:v>
                </c:pt>
                <c:pt idx="202">
                  <c:v>113.22</c:v>
                </c:pt>
                <c:pt idx="203">
                  <c:v>119.74</c:v>
                </c:pt>
                <c:pt idx="204">
                  <c:v>154.16</c:v>
                </c:pt>
                <c:pt idx="205">
                  <c:v>121.21</c:v>
                </c:pt>
                <c:pt idx="206">
                  <c:v>127.07</c:v>
                </c:pt>
                <c:pt idx="207">
                  <c:v>114.71</c:v>
                </c:pt>
                <c:pt idx="208">
                  <c:v>121.97</c:v>
                </c:pt>
                <c:pt idx="209">
                  <c:v>126.01</c:v>
                </c:pt>
                <c:pt idx="210">
                  <c:v>109.07</c:v>
                </c:pt>
                <c:pt idx="211">
                  <c:v>128.27</c:v>
                </c:pt>
                <c:pt idx="212">
                  <c:v>119.23</c:v>
                </c:pt>
                <c:pt idx="213">
                  <c:v>109.49</c:v>
                </c:pt>
                <c:pt idx="214">
                  <c:v>97.87</c:v>
                </c:pt>
                <c:pt idx="215">
                  <c:v>102.72</c:v>
                </c:pt>
                <c:pt idx="216">
                  <c:v>107.15</c:v>
                </c:pt>
                <c:pt idx="217">
                  <c:v>170.16</c:v>
                </c:pt>
                <c:pt idx="218">
                  <c:v>141.94</c:v>
                </c:pt>
                <c:pt idx="219">
                  <c:v>151.51</c:v>
                </c:pt>
                <c:pt idx="220">
                  <c:v>127.62</c:v>
                </c:pt>
                <c:pt idx="221">
                  <c:v>122.45</c:v>
                </c:pt>
                <c:pt idx="222">
                  <c:v>191.95</c:v>
                </c:pt>
                <c:pt idx="223">
                  <c:v>156.16</c:v>
                </c:pt>
                <c:pt idx="224">
                  <c:v>226.64</c:v>
                </c:pt>
                <c:pt idx="225">
                  <c:v>283.89</c:v>
                </c:pt>
                <c:pt idx="226">
                  <c:v>124.01</c:v>
                </c:pt>
                <c:pt idx="227">
                  <c:v>102.62</c:v>
                </c:pt>
                <c:pt idx="228">
                  <c:v>110.66</c:v>
                </c:pt>
                <c:pt idx="229">
                  <c:v>197.42</c:v>
                </c:pt>
                <c:pt idx="230">
                  <c:v>128.62</c:v>
                </c:pt>
                <c:pt idx="231">
                  <c:v>135.15</c:v>
                </c:pt>
                <c:pt idx="232">
                  <c:v>116.89</c:v>
                </c:pt>
                <c:pt idx="233">
                  <c:v>113.0</c:v>
                </c:pt>
                <c:pt idx="234">
                  <c:v>123.67</c:v>
                </c:pt>
                <c:pt idx="235">
                  <c:v>117.31</c:v>
                </c:pt>
                <c:pt idx="236">
                  <c:v>232.82</c:v>
                </c:pt>
                <c:pt idx="237">
                  <c:v>196.88</c:v>
                </c:pt>
                <c:pt idx="238">
                  <c:v>222.07</c:v>
                </c:pt>
                <c:pt idx="239">
                  <c:v>210.0</c:v>
                </c:pt>
                <c:pt idx="240">
                  <c:v>147.68</c:v>
                </c:pt>
                <c:pt idx="241">
                  <c:v>129.98</c:v>
                </c:pt>
                <c:pt idx="242">
                  <c:v>135.1</c:v>
                </c:pt>
                <c:pt idx="243">
                  <c:v>250.65</c:v>
                </c:pt>
                <c:pt idx="244">
                  <c:v>311.51</c:v>
                </c:pt>
                <c:pt idx="245">
                  <c:v>112.34</c:v>
                </c:pt>
                <c:pt idx="246">
                  <c:v>350.0</c:v>
                </c:pt>
                <c:pt idx="247">
                  <c:v>154.53</c:v>
                </c:pt>
                <c:pt idx="248">
                  <c:v>158.39</c:v>
                </c:pt>
                <c:pt idx="249">
                  <c:v>108.3</c:v>
                </c:pt>
                <c:pt idx="250">
                  <c:v>413.66</c:v>
                </c:pt>
                <c:pt idx="251">
                  <c:v>386.4</c:v>
                </c:pt>
                <c:pt idx="252">
                  <c:v>275.19</c:v>
                </c:pt>
                <c:pt idx="253">
                  <c:v>132.86</c:v>
                </c:pt>
                <c:pt idx="254">
                  <c:v>155.36</c:v>
                </c:pt>
                <c:pt idx="255">
                  <c:v>121.9</c:v>
                </c:pt>
                <c:pt idx="256">
                  <c:v>153.29</c:v>
                </c:pt>
                <c:pt idx="257">
                  <c:v>54.31</c:v>
                </c:pt>
                <c:pt idx="258">
                  <c:v>112.97</c:v>
                </c:pt>
                <c:pt idx="259">
                  <c:v>142.58</c:v>
                </c:pt>
                <c:pt idx="260">
                  <c:v>134.23</c:v>
                </c:pt>
                <c:pt idx="261">
                  <c:v>409.24</c:v>
                </c:pt>
                <c:pt idx="262">
                  <c:v>134.1</c:v>
                </c:pt>
                <c:pt idx="263">
                  <c:v>120.57</c:v>
                </c:pt>
                <c:pt idx="264">
                  <c:v>140.92</c:v>
                </c:pt>
                <c:pt idx="265">
                  <c:v>172.36</c:v>
                </c:pt>
                <c:pt idx="266">
                  <c:v>120.45</c:v>
                </c:pt>
                <c:pt idx="267">
                  <c:v>124.99</c:v>
                </c:pt>
                <c:pt idx="268">
                  <c:v>133.02</c:v>
                </c:pt>
                <c:pt idx="269">
                  <c:v>148.61</c:v>
                </c:pt>
                <c:pt idx="270">
                  <c:v>137.97</c:v>
                </c:pt>
                <c:pt idx="271">
                  <c:v>406.78</c:v>
                </c:pt>
                <c:pt idx="272">
                  <c:v>357.77</c:v>
                </c:pt>
                <c:pt idx="273">
                  <c:v>339.99</c:v>
                </c:pt>
                <c:pt idx="274">
                  <c:v>181.09</c:v>
                </c:pt>
                <c:pt idx="275">
                  <c:v>120.76</c:v>
                </c:pt>
                <c:pt idx="276">
                  <c:v>3.23</c:v>
                </c:pt>
                <c:pt idx="277">
                  <c:v>35.05</c:v>
                </c:pt>
                <c:pt idx="278">
                  <c:v>168.32</c:v>
                </c:pt>
                <c:pt idx="279">
                  <c:v>287.67</c:v>
                </c:pt>
                <c:pt idx="280">
                  <c:v>199.0</c:v>
                </c:pt>
                <c:pt idx="281">
                  <c:v>149.9</c:v>
                </c:pt>
                <c:pt idx="282">
                  <c:v>123.29</c:v>
                </c:pt>
                <c:pt idx="283">
                  <c:v>130.17</c:v>
                </c:pt>
                <c:pt idx="284">
                  <c:v>116.64</c:v>
                </c:pt>
                <c:pt idx="285">
                  <c:v>306.58</c:v>
                </c:pt>
                <c:pt idx="286">
                  <c:v>407.2</c:v>
                </c:pt>
                <c:pt idx="287">
                  <c:v>278.74</c:v>
                </c:pt>
                <c:pt idx="288">
                  <c:v>140.59</c:v>
                </c:pt>
                <c:pt idx="289">
                  <c:v>144.84</c:v>
                </c:pt>
                <c:pt idx="290">
                  <c:v>133.24</c:v>
                </c:pt>
                <c:pt idx="291">
                  <c:v>107.69</c:v>
                </c:pt>
                <c:pt idx="292">
                  <c:v>131.12</c:v>
                </c:pt>
                <c:pt idx="293">
                  <c:v>121.8</c:v>
                </c:pt>
                <c:pt idx="294">
                  <c:v>296.48</c:v>
                </c:pt>
                <c:pt idx="295">
                  <c:v>114.93</c:v>
                </c:pt>
                <c:pt idx="296">
                  <c:v>84.87</c:v>
                </c:pt>
                <c:pt idx="297">
                  <c:v>61.26</c:v>
                </c:pt>
                <c:pt idx="298">
                  <c:v>42.02</c:v>
                </c:pt>
                <c:pt idx="299">
                  <c:v>126.54</c:v>
                </c:pt>
                <c:pt idx="300">
                  <c:v>110.23</c:v>
                </c:pt>
                <c:pt idx="301">
                  <c:v>128.74</c:v>
                </c:pt>
                <c:pt idx="302">
                  <c:v>117.93</c:v>
                </c:pt>
                <c:pt idx="303">
                  <c:v>132.05</c:v>
                </c:pt>
                <c:pt idx="304">
                  <c:v>89.06</c:v>
                </c:pt>
                <c:pt idx="305">
                  <c:v>132.07</c:v>
                </c:pt>
                <c:pt idx="306">
                  <c:v>117.26</c:v>
                </c:pt>
                <c:pt idx="307">
                  <c:v>129.1</c:v>
                </c:pt>
                <c:pt idx="308">
                  <c:v>147.42</c:v>
                </c:pt>
                <c:pt idx="309">
                  <c:v>154.26</c:v>
                </c:pt>
                <c:pt idx="310">
                  <c:v>178.54</c:v>
                </c:pt>
                <c:pt idx="311">
                  <c:v>136.53</c:v>
                </c:pt>
                <c:pt idx="312">
                  <c:v>126.1</c:v>
                </c:pt>
                <c:pt idx="313">
                  <c:v>157.88</c:v>
                </c:pt>
                <c:pt idx="314">
                  <c:v>143.26</c:v>
                </c:pt>
                <c:pt idx="315">
                  <c:v>115.4</c:v>
                </c:pt>
                <c:pt idx="316">
                  <c:v>131.8</c:v>
                </c:pt>
                <c:pt idx="317">
                  <c:v>138.35</c:v>
                </c:pt>
                <c:pt idx="318">
                  <c:v>121.8</c:v>
                </c:pt>
                <c:pt idx="319">
                  <c:v>129.37</c:v>
                </c:pt>
                <c:pt idx="320">
                  <c:v>126.99</c:v>
                </c:pt>
                <c:pt idx="321">
                  <c:v>151.66</c:v>
                </c:pt>
                <c:pt idx="322">
                  <c:v>136.67</c:v>
                </c:pt>
                <c:pt idx="323">
                  <c:v>175.83</c:v>
                </c:pt>
                <c:pt idx="324">
                  <c:v>251.87</c:v>
                </c:pt>
                <c:pt idx="325">
                  <c:v>114.46</c:v>
                </c:pt>
                <c:pt idx="326">
                  <c:v>83.8</c:v>
                </c:pt>
                <c:pt idx="327">
                  <c:v>263.48</c:v>
                </c:pt>
                <c:pt idx="328">
                  <c:v>373.31</c:v>
                </c:pt>
                <c:pt idx="329">
                  <c:v>294.61</c:v>
                </c:pt>
                <c:pt idx="330">
                  <c:v>123.1</c:v>
                </c:pt>
                <c:pt idx="331">
                  <c:v>104.67</c:v>
                </c:pt>
                <c:pt idx="332">
                  <c:v>107.08</c:v>
                </c:pt>
                <c:pt idx="333">
                  <c:v>106.21</c:v>
                </c:pt>
                <c:pt idx="334">
                  <c:v>139.33</c:v>
                </c:pt>
                <c:pt idx="335">
                  <c:v>163.2</c:v>
                </c:pt>
                <c:pt idx="336">
                  <c:v>308.35</c:v>
                </c:pt>
                <c:pt idx="337">
                  <c:v>163.98</c:v>
                </c:pt>
                <c:pt idx="338">
                  <c:v>184.43</c:v>
                </c:pt>
                <c:pt idx="339">
                  <c:v>95.59</c:v>
                </c:pt>
                <c:pt idx="340">
                  <c:v>111.82</c:v>
                </c:pt>
                <c:pt idx="341">
                  <c:v>109.85</c:v>
                </c:pt>
                <c:pt idx="342">
                  <c:v>129.75</c:v>
                </c:pt>
                <c:pt idx="343">
                  <c:v>105.67</c:v>
                </c:pt>
                <c:pt idx="344">
                  <c:v>115.4</c:v>
                </c:pt>
                <c:pt idx="345">
                  <c:v>146.82</c:v>
                </c:pt>
                <c:pt idx="346">
                  <c:v>119.71</c:v>
                </c:pt>
                <c:pt idx="347">
                  <c:v>103.29</c:v>
                </c:pt>
                <c:pt idx="348">
                  <c:v>108.66</c:v>
                </c:pt>
                <c:pt idx="349">
                  <c:v>162.21</c:v>
                </c:pt>
                <c:pt idx="350">
                  <c:v>133.46</c:v>
                </c:pt>
                <c:pt idx="351">
                  <c:v>114.49</c:v>
                </c:pt>
                <c:pt idx="352">
                  <c:v>107.48</c:v>
                </c:pt>
                <c:pt idx="353">
                  <c:v>122.39</c:v>
                </c:pt>
                <c:pt idx="354">
                  <c:v>107.01</c:v>
                </c:pt>
                <c:pt idx="355">
                  <c:v>107.89</c:v>
                </c:pt>
                <c:pt idx="356">
                  <c:v>85.46</c:v>
                </c:pt>
                <c:pt idx="357">
                  <c:v>89.13</c:v>
                </c:pt>
                <c:pt idx="358">
                  <c:v>97.1</c:v>
                </c:pt>
                <c:pt idx="359">
                  <c:v>120.47</c:v>
                </c:pt>
                <c:pt idx="360">
                  <c:v>108.43</c:v>
                </c:pt>
                <c:pt idx="361">
                  <c:v>114.46</c:v>
                </c:pt>
                <c:pt idx="362">
                  <c:v>113.88</c:v>
                </c:pt>
                <c:pt idx="363">
                  <c:v>110.72</c:v>
                </c:pt>
                <c:pt idx="364">
                  <c:v>110.1</c:v>
                </c:pt>
              </c:numCache>
            </c:numRef>
          </c:xVal>
          <c:yVal>
            <c:numRef>
              <c:f>Line_Window!$BQ$2:$BQ$367</c:f>
              <c:numCache>
                <c:formatCode>General</c:formatCode>
                <c:ptCount val="366"/>
                <c:pt idx="0">
                  <c:v>-1.01</c:v>
                </c:pt>
                <c:pt idx="1">
                  <c:v>1.56</c:v>
                </c:pt>
                <c:pt idx="2">
                  <c:v>69.94</c:v>
                </c:pt>
                <c:pt idx="3">
                  <c:v>90.2</c:v>
                </c:pt>
                <c:pt idx="4">
                  <c:v>27.52</c:v>
                </c:pt>
                <c:pt idx="5">
                  <c:v>9.2</c:v>
                </c:pt>
                <c:pt idx="6">
                  <c:v>5.01</c:v>
                </c:pt>
                <c:pt idx="7">
                  <c:v>57.01</c:v>
                </c:pt>
                <c:pt idx="8">
                  <c:v>84.79</c:v>
                </c:pt>
                <c:pt idx="9">
                  <c:v>69.05</c:v>
                </c:pt>
                <c:pt idx="10">
                  <c:v>83.58</c:v>
                </c:pt>
                <c:pt idx="11">
                  <c:v>83.75</c:v>
                </c:pt>
                <c:pt idx="12">
                  <c:v>100.0</c:v>
                </c:pt>
                <c:pt idx="13">
                  <c:v>97.99</c:v>
                </c:pt>
                <c:pt idx="14">
                  <c:v>107.72</c:v>
                </c:pt>
                <c:pt idx="15">
                  <c:v>115.03</c:v>
                </c:pt>
                <c:pt idx="16">
                  <c:v>114.72</c:v>
                </c:pt>
                <c:pt idx="17">
                  <c:v>115.01</c:v>
                </c:pt>
                <c:pt idx="18">
                  <c:v>107.51</c:v>
                </c:pt>
                <c:pt idx="19">
                  <c:v>114.41</c:v>
                </c:pt>
                <c:pt idx="20">
                  <c:v>113.54</c:v>
                </c:pt>
                <c:pt idx="21">
                  <c:v>113.7</c:v>
                </c:pt>
                <c:pt idx="22">
                  <c:v>58.23</c:v>
                </c:pt>
                <c:pt idx="23">
                  <c:v>40.6</c:v>
                </c:pt>
                <c:pt idx="24">
                  <c:v>63.55</c:v>
                </c:pt>
                <c:pt idx="25">
                  <c:v>23.89</c:v>
                </c:pt>
                <c:pt idx="26">
                  <c:v>10.1</c:v>
                </c:pt>
                <c:pt idx="27">
                  <c:v>57.33</c:v>
                </c:pt>
                <c:pt idx="28">
                  <c:v>75.64</c:v>
                </c:pt>
                <c:pt idx="29">
                  <c:v>92.43</c:v>
                </c:pt>
                <c:pt idx="30">
                  <c:v>113.12</c:v>
                </c:pt>
                <c:pt idx="31">
                  <c:v>103.4</c:v>
                </c:pt>
                <c:pt idx="32">
                  <c:v>111.88</c:v>
                </c:pt>
                <c:pt idx="33">
                  <c:v>115.29</c:v>
                </c:pt>
                <c:pt idx="34">
                  <c:v>113.17</c:v>
                </c:pt>
                <c:pt idx="35">
                  <c:v>108.18</c:v>
                </c:pt>
                <c:pt idx="36">
                  <c:v>121.95</c:v>
                </c:pt>
                <c:pt idx="37">
                  <c:v>81.34</c:v>
                </c:pt>
                <c:pt idx="38">
                  <c:v>67.71</c:v>
                </c:pt>
                <c:pt idx="39">
                  <c:v>95.53</c:v>
                </c:pt>
                <c:pt idx="40">
                  <c:v>77.45</c:v>
                </c:pt>
                <c:pt idx="41">
                  <c:v>71.1</c:v>
                </c:pt>
                <c:pt idx="42">
                  <c:v>126.59</c:v>
                </c:pt>
                <c:pt idx="43">
                  <c:v>136.59</c:v>
                </c:pt>
                <c:pt idx="44">
                  <c:v>127.65</c:v>
                </c:pt>
                <c:pt idx="45">
                  <c:v>110.01</c:v>
                </c:pt>
                <c:pt idx="46">
                  <c:v>118.77</c:v>
                </c:pt>
                <c:pt idx="47">
                  <c:v>106.78</c:v>
                </c:pt>
                <c:pt idx="48">
                  <c:v>88.53</c:v>
                </c:pt>
                <c:pt idx="49">
                  <c:v>81.52</c:v>
                </c:pt>
                <c:pt idx="50">
                  <c:v>75.51</c:v>
                </c:pt>
                <c:pt idx="51">
                  <c:v>50.99</c:v>
                </c:pt>
                <c:pt idx="52">
                  <c:v>40.4</c:v>
                </c:pt>
                <c:pt idx="53">
                  <c:v>64.75</c:v>
                </c:pt>
                <c:pt idx="54">
                  <c:v>37.1</c:v>
                </c:pt>
                <c:pt idx="55">
                  <c:v>89.91</c:v>
                </c:pt>
                <c:pt idx="56">
                  <c:v>101.48</c:v>
                </c:pt>
                <c:pt idx="57">
                  <c:v>99.6</c:v>
                </c:pt>
                <c:pt idx="58">
                  <c:v>106.93</c:v>
                </c:pt>
                <c:pt idx="59">
                  <c:v>97.27</c:v>
                </c:pt>
                <c:pt idx="60">
                  <c:v>2.84</c:v>
                </c:pt>
                <c:pt idx="61">
                  <c:v>0.01</c:v>
                </c:pt>
                <c:pt idx="62">
                  <c:v>14.34</c:v>
                </c:pt>
                <c:pt idx="63">
                  <c:v>-4.28</c:v>
                </c:pt>
                <c:pt idx="64">
                  <c:v>0.02</c:v>
                </c:pt>
                <c:pt idx="65">
                  <c:v>8.08</c:v>
                </c:pt>
                <c:pt idx="66">
                  <c:v>-0.34</c:v>
                </c:pt>
                <c:pt idx="67">
                  <c:v>-2.26</c:v>
                </c:pt>
                <c:pt idx="68">
                  <c:v>76.02</c:v>
                </c:pt>
                <c:pt idx="69">
                  <c:v>96.44</c:v>
                </c:pt>
                <c:pt idx="70">
                  <c:v>97.38</c:v>
                </c:pt>
                <c:pt idx="71">
                  <c:v>96.71</c:v>
                </c:pt>
                <c:pt idx="72">
                  <c:v>103.83</c:v>
                </c:pt>
                <c:pt idx="73">
                  <c:v>48.0</c:v>
                </c:pt>
                <c:pt idx="74">
                  <c:v>0.19</c:v>
                </c:pt>
                <c:pt idx="75">
                  <c:v>27.95</c:v>
                </c:pt>
                <c:pt idx="76">
                  <c:v>-1.46</c:v>
                </c:pt>
                <c:pt idx="77">
                  <c:v>-0.56</c:v>
                </c:pt>
                <c:pt idx="78">
                  <c:v>0.43</c:v>
                </c:pt>
                <c:pt idx="79">
                  <c:v>0.0</c:v>
                </c:pt>
                <c:pt idx="80">
                  <c:v>-15.18</c:v>
                </c:pt>
                <c:pt idx="81">
                  <c:v>5.01</c:v>
                </c:pt>
                <c:pt idx="82">
                  <c:v>98.94</c:v>
                </c:pt>
                <c:pt idx="83">
                  <c:v>68.45</c:v>
                </c:pt>
                <c:pt idx="84">
                  <c:v>84.5</c:v>
                </c:pt>
                <c:pt idx="85">
                  <c:v>6.67</c:v>
                </c:pt>
                <c:pt idx="86">
                  <c:v>-0.03</c:v>
                </c:pt>
                <c:pt idx="87">
                  <c:v>2.06</c:v>
                </c:pt>
                <c:pt idx="88">
                  <c:v>-26.07</c:v>
                </c:pt>
                <c:pt idx="89">
                  <c:v>64.41</c:v>
                </c:pt>
                <c:pt idx="90">
                  <c:v>10.89</c:v>
                </c:pt>
                <c:pt idx="91">
                  <c:v>-21.02</c:v>
                </c:pt>
                <c:pt idx="92">
                  <c:v>-8.4</c:v>
                </c:pt>
                <c:pt idx="93">
                  <c:v>-1.31</c:v>
                </c:pt>
                <c:pt idx="94">
                  <c:v>-49.1</c:v>
                </c:pt>
                <c:pt idx="95">
                  <c:v>-114.57</c:v>
                </c:pt>
                <c:pt idx="96">
                  <c:v>2.19</c:v>
                </c:pt>
                <c:pt idx="97">
                  <c:v>16.83</c:v>
                </c:pt>
                <c:pt idx="98">
                  <c:v>6.72</c:v>
                </c:pt>
                <c:pt idx="99">
                  <c:v>0.08</c:v>
                </c:pt>
                <c:pt idx="100">
                  <c:v>-4.99</c:v>
                </c:pt>
                <c:pt idx="101">
                  <c:v>-42.01</c:v>
                </c:pt>
                <c:pt idx="102">
                  <c:v>-25.38</c:v>
                </c:pt>
                <c:pt idx="103">
                  <c:v>61.64</c:v>
                </c:pt>
                <c:pt idx="104">
                  <c:v>0.0</c:v>
                </c:pt>
                <c:pt idx="105">
                  <c:v>22.4</c:v>
                </c:pt>
                <c:pt idx="106">
                  <c:v>77.65</c:v>
                </c:pt>
                <c:pt idx="107">
                  <c:v>62.64</c:v>
                </c:pt>
                <c:pt idx="108">
                  <c:v>-7.26</c:v>
                </c:pt>
                <c:pt idx="109">
                  <c:v>-52.42</c:v>
                </c:pt>
                <c:pt idx="110">
                  <c:v>8.43</c:v>
                </c:pt>
                <c:pt idx="111">
                  <c:v>67.66</c:v>
                </c:pt>
                <c:pt idx="112">
                  <c:v>80.29</c:v>
                </c:pt>
                <c:pt idx="113">
                  <c:v>78.04</c:v>
                </c:pt>
                <c:pt idx="114">
                  <c:v>40.99</c:v>
                </c:pt>
                <c:pt idx="115">
                  <c:v>-14.85</c:v>
                </c:pt>
                <c:pt idx="116">
                  <c:v>-129.81</c:v>
                </c:pt>
                <c:pt idx="117">
                  <c:v>-6.18</c:v>
                </c:pt>
                <c:pt idx="118">
                  <c:v>-1.9</c:v>
                </c:pt>
                <c:pt idx="119">
                  <c:v>-6.21</c:v>
                </c:pt>
                <c:pt idx="120">
                  <c:v>-129.99</c:v>
                </c:pt>
                <c:pt idx="121">
                  <c:v>-4.0</c:v>
                </c:pt>
                <c:pt idx="122">
                  <c:v>-3.04</c:v>
                </c:pt>
                <c:pt idx="123">
                  <c:v>-5.01</c:v>
                </c:pt>
                <c:pt idx="124">
                  <c:v>49.66</c:v>
                </c:pt>
                <c:pt idx="125">
                  <c:v>38.17</c:v>
                </c:pt>
                <c:pt idx="126">
                  <c:v>63.92</c:v>
                </c:pt>
                <c:pt idx="127">
                  <c:v>63.75</c:v>
                </c:pt>
                <c:pt idx="128">
                  <c:v>-0.74</c:v>
                </c:pt>
                <c:pt idx="129">
                  <c:v>-114.53</c:v>
                </c:pt>
                <c:pt idx="130">
                  <c:v>-250.32</c:v>
                </c:pt>
                <c:pt idx="131">
                  <c:v>-35.0</c:v>
                </c:pt>
                <c:pt idx="132">
                  <c:v>-16.0</c:v>
                </c:pt>
                <c:pt idx="133">
                  <c:v>-31.82</c:v>
                </c:pt>
                <c:pt idx="134">
                  <c:v>-14.76</c:v>
                </c:pt>
                <c:pt idx="135">
                  <c:v>-3.15</c:v>
                </c:pt>
                <c:pt idx="136">
                  <c:v>-11.27</c:v>
                </c:pt>
                <c:pt idx="137">
                  <c:v>-15.0</c:v>
                </c:pt>
                <c:pt idx="138">
                  <c:v>5.0</c:v>
                </c:pt>
                <c:pt idx="139">
                  <c:v>0.01</c:v>
                </c:pt>
                <c:pt idx="140">
                  <c:v>-2.2</c:v>
                </c:pt>
                <c:pt idx="141">
                  <c:v>-15.4</c:v>
                </c:pt>
                <c:pt idx="142">
                  <c:v>0.0</c:v>
                </c:pt>
                <c:pt idx="143">
                  <c:v>-1.77</c:v>
                </c:pt>
                <c:pt idx="144">
                  <c:v>-5.05</c:v>
                </c:pt>
                <c:pt idx="145">
                  <c:v>-1.45</c:v>
                </c:pt>
                <c:pt idx="146">
                  <c:v>0.02</c:v>
                </c:pt>
                <c:pt idx="147">
                  <c:v>42.1</c:v>
                </c:pt>
                <c:pt idx="148">
                  <c:v>-1.99</c:v>
                </c:pt>
                <c:pt idx="149">
                  <c:v>-3.1</c:v>
                </c:pt>
                <c:pt idx="150">
                  <c:v>-13.17</c:v>
                </c:pt>
                <c:pt idx="151">
                  <c:v>-20.41</c:v>
                </c:pt>
                <c:pt idx="152">
                  <c:v>11.0</c:v>
                </c:pt>
                <c:pt idx="153">
                  <c:v>-4.32</c:v>
                </c:pt>
                <c:pt idx="154">
                  <c:v>9.69</c:v>
                </c:pt>
                <c:pt idx="155">
                  <c:v>7.07</c:v>
                </c:pt>
                <c:pt idx="156">
                  <c:v>-5.06</c:v>
                </c:pt>
                <c:pt idx="157">
                  <c:v>-0.87</c:v>
                </c:pt>
                <c:pt idx="158">
                  <c:v>-53.06</c:v>
                </c:pt>
                <c:pt idx="159">
                  <c:v>-19.33</c:v>
                </c:pt>
                <c:pt idx="160">
                  <c:v>-4.26</c:v>
                </c:pt>
                <c:pt idx="161">
                  <c:v>-3.4</c:v>
                </c:pt>
                <c:pt idx="162">
                  <c:v>-27.9</c:v>
                </c:pt>
                <c:pt idx="163">
                  <c:v>-6.09</c:v>
                </c:pt>
                <c:pt idx="164">
                  <c:v>-38.0</c:v>
                </c:pt>
                <c:pt idx="165">
                  <c:v>-5.61</c:v>
                </c:pt>
                <c:pt idx="166">
                  <c:v>0.0</c:v>
                </c:pt>
                <c:pt idx="167">
                  <c:v>-6.2</c:v>
                </c:pt>
                <c:pt idx="168">
                  <c:v>-2.3</c:v>
                </c:pt>
                <c:pt idx="169">
                  <c:v>-65.44</c:v>
                </c:pt>
                <c:pt idx="170">
                  <c:v>-1.0</c:v>
                </c:pt>
                <c:pt idx="171">
                  <c:v>-29.98</c:v>
                </c:pt>
                <c:pt idx="172">
                  <c:v>-99.01</c:v>
                </c:pt>
                <c:pt idx="173">
                  <c:v>-32.75</c:v>
                </c:pt>
                <c:pt idx="174">
                  <c:v>-22.75</c:v>
                </c:pt>
                <c:pt idx="175">
                  <c:v>-0.51</c:v>
                </c:pt>
                <c:pt idx="176">
                  <c:v>48.99</c:v>
                </c:pt>
                <c:pt idx="177">
                  <c:v>7.87</c:v>
                </c:pt>
                <c:pt idx="178">
                  <c:v>-3.09</c:v>
                </c:pt>
                <c:pt idx="179">
                  <c:v>-24.01</c:v>
                </c:pt>
                <c:pt idx="180">
                  <c:v>9.96</c:v>
                </c:pt>
                <c:pt idx="181">
                  <c:v>42.47</c:v>
                </c:pt>
                <c:pt idx="182">
                  <c:v>32.59</c:v>
                </c:pt>
                <c:pt idx="183">
                  <c:v>24.72</c:v>
                </c:pt>
                <c:pt idx="184">
                  <c:v>-1.56</c:v>
                </c:pt>
                <c:pt idx="185">
                  <c:v>-2.26</c:v>
                </c:pt>
                <c:pt idx="186">
                  <c:v>5.85</c:v>
                </c:pt>
                <c:pt idx="187">
                  <c:v>50.67</c:v>
                </c:pt>
                <c:pt idx="188">
                  <c:v>53.04</c:v>
                </c:pt>
                <c:pt idx="189">
                  <c:v>37.78</c:v>
                </c:pt>
                <c:pt idx="190">
                  <c:v>39.51</c:v>
                </c:pt>
                <c:pt idx="191">
                  <c:v>32.04</c:v>
                </c:pt>
                <c:pt idx="192">
                  <c:v>0.0</c:v>
                </c:pt>
                <c:pt idx="193">
                  <c:v>0.0</c:v>
                </c:pt>
                <c:pt idx="194">
                  <c:v>55.82</c:v>
                </c:pt>
                <c:pt idx="195">
                  <c:v>40.2</c:v>
                </c:pt>
                <c:pt idx="196">
                  <c:v>68.06</c:v>
                </c:pt>
                <c:pt idx="197">
                  <c:v>49.78</c:v>
                </c:pt>
                <c:pt idx="198">
                  <c:v>71.2</c:v>
                </c:pt>
                <c:pt idx="199">
                  <c:v>-0.01</c:v>
                </c:pt>
                <c:pt idx="200">
                  <c:v>-0.01</c:v>
                </c:pt>
                <c:pt idx="201">
                  <c:v>81.73</c:v>
                </c:pt>
                <c:pt idx="202">
                  <c:v>0.17</c:v>
                </c:pt>
                <c:pt idx="203">
                  <c:v>23.73</c:v>
                </c:pt>
                <c:pt idx="204">
                  <c:v>80.43</c:v>
                </c:pt>
                <c:pt idx="205">
                  <c:v>76.31</c:v>
                </c:pt>
                <c:pt idx="206">
                  <c:v>49.87</c:v>
                </c:pt>
                <c:pt idx="207">
                  <c:v>8.85</c:v>
                </c:pt>
                <c:pt idx="208">
                  <c:v>68.33</c:v>
                </c:pt>
                <c:pt idx="209">
                  <c:v>1.07</c:v>
                </c:pt>
                <c:pt idx="210">
                  <c:v>10.7</c:v>
                </c:pt>
                <c:pt idx="211">
                  <c:v>35.06</c:v>
                </c:pt>
                <c:pt idx="212">
                  <c:v>49.06</c:v>
                </c:pt>
                <c:pt idx="213">
                  <c:v>0.0</c:v>
                </c:pt>
                <c:pt idx="214">
                  <c:v>-10.08</c:v>
                </c:pt>
                <c:pt idx="215">
                  <c:v>0.02</c:v>
                </c:pt>
                <c:pt idx="216">
                  <c:v>-11.83</c:v>
                </c:pt>
                <c:pt idx="217">
                  <c:v>-11.79</c:v>
                </c:pt>
                <c:pt idx="218">
                  <c:v>-1.99</c:v>
                </c:pt>
                <c:pt idx="219">
                  <c:v>-0.02</c:v>
                </c:pt>
                <c:pt idx="220">
                  <c:v>-15.37</c:v>
                </c:pt>
                <c:pt idx="221">
                  <c:v>-61.08</c:v>
                </c:pt>
                <c:pt idx="222">
                  <c:v>0.0</c:v>
                </c:pt>
                <c:pt idx="223">
                  <c:v>3.0</c:v>
                </c:pt>
                <c:pt idx="224">
                  <c:v>27.89</c:v>
                </c:pt>
                <c:pt idx="225">
                  <c:v>41.02</c:v>
                </c:pt>
                <c:pt idx="226">
                  <c:v>0.0</c:v>
                </c:pt>
                <c:pt idx="227">
                  <c:v>-0.01</c:v>
                </c:pt>
                <c:pt idx="228">
                  <c:v>-1.25</c:v>
                </c:pt>
                <c:pt idx="229">
                  <c:v>14.23</c:v>
                </c:pt>
                <c:pt idx="230">
                  <c:v>8.97</c:v>
                </c:pt>
                <c:pt idx="231">
                  <c:v>35.0</c:v>
                </c:pt>
                <c:pt idx="232">
                  <c:v>56.26</c:v>
                </c:pt>
                <c:pt idx="233">
                  <c:v>0.02</c:v>
                </c:pt>
                <c:pt idx="234">
                  <c:v>0.06</c:v>
                </c:pt>
                <c:pt idx="235">
                  <c:v>-7.45</c:v>
                </c:pt>
                <c:pt idx="236">
                  <c:v>5.93</c:v>
                </c:pt>
                <c:pt idx="237">
                  <c:v>26.28</c:v>
                </c:pt>
                <c:pt idx="238">
                  <c:v>50.68</c:v>
                </c:pt>
                <c:pt idx="239">
                  <c:v>83.27</c:v>
                </c:pt>
                <c:pt idx="240">
                  <c:v>53.96</c:v>
                </c:pt>
                <c:pt idx="241">
                  <c:v>-0.38</c:v>
                </c:pt>
                <c:pt idx="242">
                  <c:v>-1.0</c:v>
                </c:pt>
                <c:pt idx="243">
                  <c:v>25.03</c:v>
                </c:pt>
                <c:pt idx="244">
                  <c:v>78.54</c:v>
                </c:pt>
                <c:pt idx="245">
                  <c:v>-0.28</c:v>
                </c:pt>
                <c:pt idx="246">
                  <c:v>3.2</c:v>
                </c:pt>
                <c:pt idx="247">
                  <c:v>70.17</c:v>
                </c:pt>
                <c:pt idx="248">
                  <c:v>-0.99</c:v>
                </c:pt>
                <c:pt idx="249">
                  <c:v>-53.4</c:v>
                </c:pt>
                <c:pt idx="250">
                  <c:v>60.84</c:v>
                </c:pt>
                <c:pt idx="251">
                  <c:v>85.51</c:v>
                </c:pt>
                <c:pt idx="252">
                  <c:v>85.0</c:v>
                </c:pt>
                <c:pt idx="253">
                  <c:v>-0.72</c:v>
                </c:pt>
                <c:pt idx="254">
                  <c:v>-8.66</c:v>
                </c:pt>
                <c:pt idx="255">
                  <c:v>-0.01</c:v>
                </c:pt>
                <c:pt idx="256">
                  <c:v>-0.01</c:v>
                </c:pt>
                <c:pt idx="257">
                  <c:v>-14.27</c:v>
                </c:pt>
                <c:pt idx="258">
                  <c:v>-20.05</c:v>
                </c:pt>
                <c:pt idx="259">
                  <c:v>7.88</c:v>
                </c:pt>
                <c:pt idx="260">
                  <c:v>0.0</c:v>
                </c:pt>
                <c:pt idx="261">
                  <c:v>0.0</c:v>
                </c:pt>
                <c:pt idx="262">
                  <c:v>-10.86</c:v>
                </c:pt>
                <c:pt idx="263">
                  <c:v>-2.02</c:v>
                </c:pt>
                <c:pt idx="264">
                  <c:v>70.23</c:v>
                </c:pt>
                <c:pt idx="265">
                  <c:v>74.24</c:v>
                </c:pt>
                <c:pt idx="266">
                  <c:v>9.9</c:v>
                </c:pt>
                <c:pt idx="267">
                  <c:v>16.03</c:v>
                </c:pt>
                <c:pt idx="268">
                  <c:v>73.16</c:v>
                </c:pt>
                <c:pt idx="269">
                  <c:v>36.11</c:v>
                </c:pt>
                <c:pt idx="270">
                  <c:v>8.53</c:v>
                </c:pt>
                <c:pt idx="271">
                  <c:v>77.08</c:v>
                </c:pt>
                <c:pt idx="272">
                  <c:v>86.04</c:v>
                </c:pt>
                <c:pt idx="273">
                  <c:v>66.03</c:v>
                </c:pt>
                <c:pt idx="274">
                  <c:v>60.5</c:v>
                </c:pt>
                <c:pt idx="275">
                  <c:v>-0.01</c:v>
                </c:pt>
                <c:pt idx="276">
                  <c:v>-2.6</c:v>
                </c:pt>
                <c:pt idx="277">
                  <c:v>-4.98</c:v>
                </c:pt>
                <c:pt idx="278">
                  <c:v>9.1</c:v>
                </c:pt>
                <c:pt idx="279">
                  <c:v>88.44</c:v>
                </c:pt>
                <c:pt idx="280">
                  <c:v>86.98</c:v>
                </c:pt>
                <c:pt idx="281">
                  <c:v>83.2</c:v>
                </c:pt>
                <c:pt idx="282">
                  <c:v>75.69</c:v>
                </c:pt>
                <c:pt idx="283">
                  <c:v>46.77</c:v>
                </c:pt>
                <c:pt idx="284">
                  <c:v>52.16</c:v>
                </c:pt>
                <c:pt idx="285">
                  <c:v>89.12</c:v>
                </c:pt>
                <c:pt idx="286">
                  <c:v>98.87</c:v>
                </c:pt>
                <c:pt idx="287">
                  <c:v>85.81</c:v>
                </c:pt>
                <c:pt idx="288">
                  <c:v>81.47</c:v>
                </c:pt>
                <c:pt idx="289">
                  <c:v>86.72</c:v>
                </c:pt>
                <c:pt idx="290">
                  <c:v>67.53</c:v>
                </c:pt>
                <c:pt idx="291">
                  <c:v>20.3</c:v>
                </c:pt>
                <c:pt idx="292">
                  <c:v>43.83</c:v>
                </c:pt>
                <c:pt idx="293">
                  <c:v>22.28</c:v>
                </c:pt>
                <c:pt idx="294">
                  <c:v>85.4</c:v>
                </c:pt>
                <c:pt idx="295">
                  <c:v>9.84</c:v>
                </c:pt>
                <c:pt idx="296">
                  <c:v>-0.01</c:v>
                </c:pt>
                <c:pt idx="297">
                  <c:v>-0.01</c:v>
                </c:pt>
                <c:pt idx="298">
                  <c:v>-0.73</c:v>
                </c:pt>
                <c:pt idx="299">
                  <c:v>0.0</c:v>
                </c:pt>
                <c:pt idx="300">
                  <c:v>10.22</c:v>
                </c:pt>
                <c:pt idx="301">
                  <c:v>54.04</c:v>
                </c:pt>
                <c:pt idx="302">
                  <c:v>0.0</c:v>
                </c:pt>
                <c:pt idx="303">
                  <c:v>54.71</c:v>
                </c:pt>
                <c:pt idx="304">
                  <c:v>11.63</c:v>
                </c:pt>
                <c:pt idx="305">
                  <c:v>60.33</c:v>
                </c:pt>
                <c:pt idx="306">
                  <c:v>16.53</c:v>
                </c:pt>
                <c:pt idx="307">
                  <c:v>4.92</c:v>
                </c:pt>
                <c:pt idx="308">
                  <c:v>62.01</c:v>
                </c:pt>
                <c:pt idx="309">
                  <c:v>83.7</c:v>
                </c:pt>
                <c:pt idx="310">
                  <c:v>88.8</c:v>
                </c:pt>
                <c:pt idx="311">
                  <c:v>93.97</c:v>
                </c:pt>
                <c:pt idx="312">
                  <c:v>88.62</c:v>
                </c:pt>
                <c:pt idx="313">
                  <c:v>83.19</c:v>
                </c:pt>
                <c:pt idx="314">
                  <c:v>74.87</c:v>
                </c:pt>
                <c:pt idx="315">
                  <c:v>32.92</c:v>
                </c:pt>
                <c:pt idx="316">
                  <c:v>6.0</c:v>
                </c:pt>
                <c:pt idx="317">
                  <c:v>77.38</c:v>
                </c:pt>
                <c:pt idx="318">
                  <c:v>68.16</c:v>
                </c:pt>
                <c:pt idx="319">
                  <c:v>85.67</c:v>
                </c:pt>
                <c:pt idx="320">
                  <c:v>71.32</c:v>
                </c:pt>
                <c:pt idx="321">
                  <c:v>77.72</c:v>
                </c:pt>
                <c:pt idx="322">
                  <c:v>83.18</c:v>
                </c:pt>
                <c:pt idx="323">
                  <c:v>86.8</c:v>
                </c:pt>
                <c:pt idx="324">
                  <c:v>90.18</c:v>
                </c:pt>
                <c:pt idx="325">
                  <c:v>75.37</c:v>
                </c:pt>
                <c:pt idx="326">
                  <c:v>60.88</c:v>
                </c:pt>
                <c:pt idx="327">
                  <c:v>70.06</c:v>
                </c:pt>
                <c:pt idx="328">
                  <c:v>92.86</c:v>
                </c:pt>
                <c:pt idx="329">
                  <c:v>88.32</c:v>
                </c:pt>
                <c:pt idx="330">
                  <c:v>60.84</c:v>
                </c:pt>
                <c:pt idx="331">
                  <c:v>47.88</c:v>
                </c:pt>
                <c:pt idx="332">
                  <c:v>75.97</c:v>
                </c:pt>
                <c:pt idx="333">
                  <c:v>65.36</c:v>
                </c:pt>
                <c:pt idx="334">
                  <c:v>65.78</c:v>
                </c:pt>
                <c:pt idx="335">
                  <c:v>50.47</c:v>
                </c:pt>
                <c:pt idx="336">
                  <c:v>89.07</c:v>
                </c:pt>
                <c:pt idx="337">
                  <c:v>90.36</c:v>
                </c:pt>
                <c:pt idx="338">
                  <c:v>82.08</c:v>
                </c:pt>
                <c:pt idx="339">
                  <c:v>64.58</c:v>
                </c:pt>
                <c:pt idx="340">
                  <c:v>19.27</c:v>
                </c:pt>
                <c:pt idx="341">
                  <c:v>5.59</c:v>
                </c:pt>
                <c:pt idx="342">
                  <c:v>43.9</c:v>
                </c:pt>
                <c:pt idx="343">
                  <c:v>31.0</c:v>
                </c:pt>
                <c:pt idx="344">
                  <c:v>72.52</c:v>
                </c:pt>
                <c:pt idx="345">
                  <c:v>86.22</c:v>
                </c:pt>
                <c:pt idx="346">
                  <c:v>79.14</c:v>
                </c:pt>
                <c:pt idx="347">
                  <c:v>72.5</c:v>
                </c:pt>
                <c:pt idx="348">
                  <c:v>70.67</c:v>
                </c:pt>
                <c:pt idx="349">
                  <c:v>77.1</c:v>
                </c:pt>
                <c:pt idx="350">
                  <c:v>77.76</c:v>
                </c:pt>
                <c:pt idx="351">
                  <c:v>9.84</c:v>
                </c:pt>
                <c:pt idx="352">
                  <c:v>3.52</c:v>
                </c:pt>
                <c:pt idx="353">
                  <c:v>83.4</c:v>
                </c:pt>
                <c:pt idx="354">
                  <c:v>70.23</c:v>
                </c:pt>
                <c:pt idx="355">
                  <c:v>66.31</c:v>
                </c:pt>
                <c:pt idx="356">
                  <c:v>58.11</c:v>
                </c:pt>
                <c:pt idx="357">
                  <c:v>55.84</c:v>
                </c:pt>
                <c:pt idx="358">
                  <c:v>47.86</c:v>
                </c:pt>
                <c:pt idx="359">
                  <c:v>82.31</c:v>
                </c:pt>
                <c:pt idx="360">
                  <c:v>74.54</c:v>
                </c:pt>
                <c:pt idx="361">
                  <c:v>78.82</c:v>
                </c:pt>
                <c:pt idx="362">
                  <c:v>77.86</c:v>
                </c:pt>
                <c:pt idx="363">
                  <c:v>68.54</c:v>
                </c:pt>
                <c:pt idx="364">
                  <c:v>58.28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C4E-4C43-A534-E0DF086E5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max 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min 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Line_Window!$M$2:$M$25</c:f>
              <c:numCache>
                <c:formatCode>General</c:formatCode>
                <c:ptCount val="24"/>
                <c:pt idx="0">
                  <c:v>0.77210000000000001</c:v>
                </c:pt>
                <c:pt idx="1">
                  <c:v>0.74609999999999999</c:v>
                </c:pt>
                <c:pt idx="2">
                  <c:v>0.73870000000000002</c:v>
                </c:pt>
                <c:pt idx="3">
                  <c:v>0.77380000000000004</c:v>
                </c:pt>
                <c:pt idx="4">
                  <c:v>0.90549999999999997</c:v>
                </c:pt>
                <c:pt idx="5">
                  <c:v>1.0721000000000001</c:v>
                </c:pt>
                <c:pt idx="6">
                  <c:v>1.1762999999999999</c:v>
                </c:pt>
                <c:pt idx="7">
                  <c:v>1.1558999999999999</c:v>
                </c:pt>
                <c:pt idx="8">
                  <c:v>1.0920000000000001</c:v>
                </c:pt>
                <c:pt idx="9">
                  <c:v>1.0407999999999999</c:v>
                </c:pt>
                <c:pt idx="10">
                  <c:v>0.99129999999999996</c:v>
                </c:pt>
                <c:pt idx="11">
                  <c:v>0.93520000000000003</c:v>
                </c:pt>
                <c:pt idx="12">
                  <c:v>0.90510000000000002</c:v>
                </c:pt>
                <c:pt idx="13">
                  <c:v>0.92490000000000006</c:v>
                </c:pt>
                <c:pt idx="14">
                  <c:v>0.97340000000000004</c:v>
                </c:pt>
                <c:pt idx="15">
                  <c:v>1.0838000000000001</c:v>
                </c:pt>
                <c:pt idx="16">
                  <c:v>1.2255</c:v>
                </c:pt>
                <c:pt idx="17">
                  <c:v>1.3173999999999999</c:v>
                </c:pt>
                <c:pt idx="18">
                  <c:v>1.2799</c:v>
                </c:pt>
                <c:pt idx="19">
                  <c:v>1.1608000000000001</c:v>
                </c:pt>
                <c:pt idx="20">
                  <c:v>1.0661</c:v>
                </c:pt>
                <c:pt idx="21">
                  <c:v>0.97640000000000005</c:v>
                </c:pt>
                <c:pt idx="22">
                  <c:v>0.874</c:v>
                </c:pt>
                <c:pt idx="23">
                  <c:v>0.81299999999999994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Line_Window!$N$2:$N$25</c:f>
              <c:numCache>
                <c:formatCode>General</c:formatCode>
                <c:ptCount val="24"/>
                <c:pt idx="0">
                  <c:v>0.75739999999999996</c:v>
                </c:pt>
                <c:pt idx="1">
                  <c:v>0.71870000000000001</c:v>
                </c:pt>
                <c:pt idx="2">
                  <c:v>0.70289999999999997</c:v>
                </c:pt>
                <c:pt idx="3">
                  <c:v>0.74580000000000002</c:v>
                </c:pt>
                <c:pt idx="4">
                  <c:v>0.89049999999999996</c:v>
                </c:pt>
                <c:pt idx="5">
                  <c:v>1.0666</c:v>
                </c:pt>
                <c:pt idx="6">
                  <c:v>1.1929000000000001</c:v>
                </c:pt>
                <c:pt idx="7">
                  <c:v>1.1740999999999999</c:v>
                </c:pt>
                <c:pt idx="8">
                  <c:v>1.087</c:v>
                </c:pt>
                <c:pt idx="9">
                  <c:v>1.0181</c:v>
                </c:pt>
                <c:pt idx="10">
                  <c:v>0.96030000000000004</c:v>
                </c:pt>
                <c:pt idx="11">
                  <c:v>0.87790000000000001</c:v>
                </c:pt>
                <c:pt idx="12">
                  <c:v>0.82650000000000001</c:v>
                </c:pt>
                <c:pt idx="13">
                  <c:v>0.86260000000000003</c:v>
                </c:pt>
                <c:pt idx="14">
                  <c:v>0.94920000000000004</c:v>
                </c:pt>
                <c:pt idx="15">
                  <c:v>1.1067</c:v>
                </c:pt>
                <c:pt idx="16">
                  <c:v>1.3112999999999999</c:v>
                </c:pt>
                <c:pt idx="17">
                  <c:v>1.4440999999999999</c:v>
                </c:pt>
                <c:pt idx="18">
                  <c:v>1.3654999999999999</c:v>
                </c:pt>
                <c:pt idx="19">
                  <c:v>1.1901999999999999</c:v>
                </c:pt>
                <c:pt idx="20">
                  <c:v>1.0817000000000001</c:v>
                </c:pt>
                <c:pt idx="21">
                  <c:v>0.98340000000000005</c:v>
                </c:pt>
                <c:pt idx="22">
                  <c:v>0.879</c:v>
                </c:pt>
                <c:pt idx="23">
                  <c:v>0.8075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Line_Window!$O$2:$O$25</c:f>
              <c:numCache>
                <c:formatCode>General</c:formatCode>
                <c:ptCount val="24"/>
                <c:pt idx="0">
                  <c:v>0.77059999999999995</c:v>
                </c:pt>
                <c:pt idx="1">
                  <c:v>0.74560000000000004</c:v>
                </c:pt>
                <c:pt idx="2">
                  <c:v>0.74129999999999996</c:v>
                </c:pt>
                <c:pt idx="3">
                  <c:v>0.77990000000000004</c:v>
                </c:pt>
                <c:pt idx="4">
                  <c:v>0.91300000000000003</c:v>
                </c:pt>
                <c:pt idx="5">
                  <c:v>1.0694999999999999</c:v>
                </c:pt>
                <c:pt idx="6">
                  <c:v>1.1878</c:v>
                </c:pt>
                <c:pt idx="7">
                  <c:v>1.1647000000000001</c:v>
                </c:pt>
                <c:pt idx="8">
                  <c:v>1.0992</c:v>
                </c:pt>
                <c:pt idx="9">
                  <c:v>1.0419</c:v>
                </c:pt>
                <c:pt idx="10">
                  <c:v>0.99739999999999995</c:v>
                </c:pt>
                <c:pt idx="11">
                  <c:v>0.93440000000000001</c:v>
                </c:pt>
                <c:pt idx="12">
                  <c:v>0.89600000000000002</c:v>
                </c:pt>
                <c:pt idx="13">
                  <c:v>0.92369999999999997</c:v>
                </c:pt>
                <c:pt idx="14">
                  <c:v>0.9899</c:v>
                </c:pt>
                <c:pt idx="15">
                  <c:v>1.1177999999999999</c:v>
                </c:pt>
                <c:pt idx="16">
                  <c:v>1.2770999999999999</c:v>
                </c:pt>
                <c:pt idx="17">
                  <c:v>1.3402000000000001</c:v>
                </c:pt>
                <c:pt idx="18">
                  <c:v>1.2612000000000001</c:v>
                </c:pt>
                <c:pt idx="19">
                  <c:v>1.1296999999999999</c:v>
                </c:pt>
                <c:pt idx="20">
                  <c:v>1.0279</c:v>
                </c:pt>
                <c:pt idx="21">
                  <c:v>0.93569999999999998</c:v>
                </c:pt>
                <c:pt idx="22">
                  <c:v>0.84419999999999995</c:v>
                </c:pt>
                <c:pt idx="23">
                  <c:v>0.81110000000000004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Line_Window!$P$2:$P$25</c:f>
              <c:numCache>
                <c:formatCode>General</c:formatCode>
                <c:ptCount val="24"/>
                <c:pt idx="0">
                  <c:v>0.83720000000000006</c:v>
                </c:pt>
                <c:pt idx="1">
                  <c:v>0.81430000000000002</c:v>
                </c:pt>
                <c:pt idx="2">
                  <c:v>0.81</c:v>
                </c:pt>
                <c:pt idx="3">
                  <c:v>0.85640000000000005</c:v>
                </c:pt>
                <c:pt idx="4">
                  <c:v>0.98750000000000004</c:v>
                </c:pt>
                <c:pt idx="5">
                  <c:v>1.1113999999999999</c:v>
                </c:pt>
                <c:pt idx="6">
                  <c:v>1.1791</c:v>
                </c:pt>
                <c:pt idx="7">
                  <c:v>1.1165</c:v>
                </c:pt>
                <c:pt idx="8">
                  <c:v>1.0175000000000001</c:v>
                </c:pt>
                <c:pt idx="9">
                  <c:v>0.93489999999999995</c:v>
                </c:pt>
                <c:pt idx="10">
                  <c:v>0.87409999999999999</c:v>
                </c:pt>
                <c:pt idx="11">
                  <c:v>0.81710000000000005</c:v>
                </c:pt>
                <c:pt idx="12">
                  <c:v>0.79400000000000004</c:v>
                </c:pt>
                <c:pt idx="13">
                  <c:v>0.83909999999999996</c:v>
                </c:pt>
                <c:pt idx="14">
                  <c:v>0.91930000000000001</c:v>
                </c:pt>
                <c:pt idx="15">
                  <c:v>1.0710999999999999</c:v>
                </c:pt>
                <c:pt idx="16">
                  <c:v>1.2462</c:v>
                </c:pt>
                <c:pt idx="17">
                  <c:v>1.3545</c:v>
                </c:pt>
                <c:pt idx="18">
                  <c:v>1.3122</c:v>
                </c:pt>
                <c:pt idx="19">
                  <c:v>1.1944999999999999</c:v>
                </c:pt>
                <c:pt idx="20">
                  <c:v>1.1062000000000001</c:v>
                </c:pt>
                <c:pt idx="21">
                  <c:v>1.0077</c:v>
                </c:pt>
                <c:pt idx="22">
                  <c:v>0.92710000000000004</c:v>
                </c:pt>
                <c:pt idx="23">
                  <c:v>0.87209999999999999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Line_Window!$Q$2:$Q$25</c:f>
              <c:numCache>
                <c:formatCode>General</c:formatCode>
                <c:ptCount val="24"/>
                <c:pt idx="0">
                  <c:v>0.84019999999999995</c:v>
                </c:pt>
                <c:pt idx="1">
                  <c:v>0.81620000000000004</c:v>
                </c:pt>
                <c:pt idx="2">
                  <c:v>0.80940000000000001</c:v>
                </c:pt>
                <c:pt idx="3">
                  <c:v>0.84889999999999999</c:v>
                </c:pt>
                <c:pt idx="4">
                  <c:v>0.98629999999999995</c:v>
                </c:pt>
                <c:pt idx="5">
                  <c:v>1.1422000000000001</c:v>
                </c:pt>
                <c:pt idx="6">
                  <c:v>1.1819999999999999</c:v>
                </c:pt>
                <c:pt idx="7">
                  <c:v>1.1215999999999999</c:v>
                </c:pt>
                <c:pt idx="8">
                  <c:v>0.99480000000000002</c:v>
                </c:pt>
                <c:pt idx="9">
                  <c:v>0.89400000000000002</c:v>
                </c:pt>
                <c:pt idx="10">
                  <c:v>0.81469999999999998</c:v>
                </c:pt>
                <c:pt idx="11">
                  <c:v>0.74070000000000003</c:v>
                </c:pt>
                <c:pt idx="12">
                  <c:v>0.71260000000000001</c:v>
                </c:pt>
                <c:pt idx="13">
                  <c:v>0.77569999999999995</c:v>
                </c:pt>
                <c:pt idx="14">
                  <c:v>0.89390000000000003</c:v>
                </c:pt>
                <c:pt idx="15">
                  <c:v>1.0617000000000001</c:v>
                </c:pt>
                <c:pt idx="16">
                  <c:v>1.2757000000000001</c:v>
                </c:pt>
                <c:pt idx="17">
                  <c:v>1.4524999999999999</c:v>
                </c:pt>
                <c:pt idx="18">
                  <c:v>1.3937999999999999</c:v>
                </c:pt>
                <c:pt idx="19">
                  <c:v>1.2454000000000001</c:v>
                </c:pt>
                <c:pt idx="20">
                  <c:v>1.1294</c:v>
                </c:pt>
                <c:pt idx="21">
                  <c:v>1.034</c:v>
                </c:pt>
                <c:pt idx="22">
                  <c:v>0.95099999999999996</c:v>
                </c:pt>
                <c:pt idx="23">
                  <c:v>0.8831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Line_Window!$R$2:$R$25</c:f>
              <c:numCache>
                <c:formatCode>General</c:formatCode>
                <c:ptCount val="24"/>
                <c:pt idx="0">
                  <c:v>0.85129999999999995</c:v>
                </c:pt>
                <c:pt idx="1">
                  <c:v>0.82989999999999997</c:v>
                </c:pt>
                <c:pt idx="2">
                  <c:v>0.82440000000000002</c:v>
                </c:pt>
                <c:pt idx="3">
                  <c:v>0.87050000000000005</c:v>
                </c:pt>
                <c:pt idx="4">
                  <c:v>1.0207999999999999</c:v>
                </c:pt>
                <c:pt idx="5">
                  <c:v>1.1649</c:v>
                </c:pt>
                <c:pt idx="6">
                  <c:v>1.19</c:v>
                </c:pt>
                <c:pt idx="7">
                  <c:v>1.0694999999999999</c:v>
                </c:pt>
                <c:pt idx="8">
                  <c:v>0.90749999999999997</c:v>
                </c:pt>
                <c:pt idx="9">
                  <c:v>0.77290000000000003</c:v>
                </c:pt>
                <c:pt idx="10">
                  <c:v>0.67749999999999999</c:v>
                </c:pt>
                <c:pt idx="11">
                  <c:v>0.60429999999999995</c:v>
                </c:pt>
                <c:pt idx="12">
                  <c:v>0.59809999999999997</c:v>
                </c:pt>
                <c:pt idx="13">
                  <c:v>0.68389999999999995</c:v>
                </c:pt>
                <c:pt idx="14">
                  <c:v>0.86109999999999998</c:v>
                </c:pt>
                <c:pt idx="15">
                  <c:v>1.1056999999999999</c:v>
                </c:pt>
                <c:pt idx="16">
                  <c:v>1.4067000000000001</c:v>
                </c:pt>
                <c:pt idx="17">
                  <c:v>1.6145</c:v>
                </c:pt>
                <c:pt idx="18">
                  <c:v>1.5878000000000001</c:v>
                </c:pt>
                <c:pt idx="19">
                  <c:v>1.3190999999999999</c:v>
                </c:pt>
                <c:pt idx="20">
                  <c:v>1.1483000000000001</c:v>
                </c:pt>
                <c:pt idx="21">
                  <c:v>1.0355000000000001</c:v>
                </c:pt>
                <c:pt idx="22">
                  <c:v>0.95630000000000004</c:v>
                </c:pt>
                <c:pt idx="23">
                  <c:v>0.89939999999999998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Line_Window!$S$2:$S$25</c:f>
              <c:numCache>
                <c:formatCode>General</c:formatCode>
                <c:ptCount val="24"/>
                <c:pt idx="0">
                  <c:v>0.91720000000000002</c:v>
                </c:pt>
                <c:pt idx="1">
                  <c:v>0.89670000000000005</c:v>
                </c:pt>
                <c:pt idx="2">
                  <c:v>0.90080000000000005</c:v>
                </c:pt>
                <c:pt idx="3">
                  <c:v>0.94769999999999999</c:v>
                </c:pt>
                <c:pt idx="4">
                  <c:v>1.0628</c:v>
                </c:pt>
                <c:pt idx="5">
                  <c:v>1.1869000000000001</c:v>
                </c:pt>
                <c:pt idx="6">
                  <c:v>1.2039</c:v>
                </c:pt>
                <c:pt idx="7">
                  <c:v>1.0825</c:v>
                </c:pt>
                <c:pt idx="8">
                  <c:v>0.871</c:v>
                </c:pt>
                <c:pt idx="9">
                  <c:v>0.70650000000000002</c:v>
                </c:pt>
                <c:pt idx="10">
                  <c:v>0.58530000000000004</c:v>
                </c:pt>
                <c:pt idx="11">
                  <c:v>0.51449999999999996</c:v>
                </c:pt>
                <c:pt idx="12">
                  <c:v>0.52259999999999995</c:v>
                </c:pt>
                <c:pt idx="13">
                  <c:v>0.63029999999999997</c:v>
                </c:pt>
                <c:pt idx="14">
                  <c:v>0.80810000000000004</c:v>
                </c:pt>
                <c:pt idx="15">
                  <c:v>1.0731999999999999</c:v>
                </c:pt>
                <c:pt idx="16">
                  <c:v>1.3794</c:v>
                </c:pt>
                <c:pt idx="17">
                  <c:v>1.5787</c:v>
                </c:pt>
                <c:pt idx="18">
                  <c:v>1.5373000000000001</c:v>
                </c:pt>
                <c:pt idx="19">
                  <c:v>1.3474999999999999</c:v>
                </c:pt>
                <c:pt idx="20">
                  <c:v>1.1920999999999999</c:v>
                </c:pt>
                <c:pt idx="21">
                  <c:v>1.087</c:v>
                </c:pt>
                <c:pt idx="22">
                  <c:v>1.0086999999999999</c:v>
                </c:pt>
                <c:pt idx="23">
                  <c:v>0.95920000000000005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Line_Window!$T$2:$T$25</c:f>
              <c:numCache>
                <c:formatCode>General</c:formatCode>
                <c:ptCount val="24"/>
                <c:pt idx="0">
                  <c:v>1.0233000000000001</c:v>
                </c:pt>
                <c:pt idx="1">
                  <c:v>1.0035000000000001</c:v>
                </c:pt>
                <c:pt idx="2">
                  <c:v>1.0044999999999999</c:v>
                </c:pt>
                <c:pt idx="3">
                  <c:v>1.0322</c:v>
                </c:pt>
                <c:pt idx="4">
                  <c:v>1.1164000000000001</c:v>
                </c:pt>
                <c:pt idx="5">
                  <c:v>1.1666000000000001</c:v>
                </c:pt>
                <c:pt idx="6">
                  <c:v>1.1353</c:v>
                </c:pt>
                <c:pt idx="7">
                  <c:v>0.98089999999999999</c:v>
                </c:pt>
                <c:pt idx="8">
                  <c:v>0.78769999999999996</c:v>
                </c:pt>
                <c:pt idx="9">
                  <c:v>0.627</c:v>
                </c:pt>
                <c:pt idx="10">
                  <c:v>0.48930000000000001</c:v>
                </c:pt>
                <c:pt idx="11">
                  <c:v>0.38529999999999998</c:v>
                </c:pt>
                <c:pt idx="12">
                  <c:v>0.38719999999999999</c:v>
                </c:pt>
                <c:pt idx="13">
                  <c:v>0.51259999999999994</c:v>
                </c:pt>
                <c:pt idx="14">
                  <c:v>0.71279999999999999</c:v>
                </c:pt>
                <c:pt idx="15">
                  <c:v>0.98419999999999996</c:v>
                </c:pt>
                <c:pt idx="16">
                  <c:v>1.2833000000000001</c:v>
                </c:pt>
                <c:pt idx="17">
                  <c:v>1.5411999999999999</c:v>
                </c:pt>
                <c:pt idx="18">
                  <c:v>1.6484000000000001</c:v>
                </c:pt>
                <c:pt idx="19">
                  <c:v>1.5017</c:v>
                </c:pt>
                <c:pt idx="20">
                  <c:v>1.3230999999999999</c:v>
                </c:pt>
                <c:pt idx="21">
                  <c:v>1.1916</c:v>
                </c:pt>
                <c:pt idx="22">
                  <c:v>1.1087</c:v>
                </c:pt>
                <c:pt idx="23">
                  <c:v>1.0595000000000001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indexed (1=base)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Line_Window!$BA$2:$BA$102</c:f>
              <c:numCache>
                <c:formatCode>General</c:formatCode>
                <c:ptCount val="101"/>
                <c:pt idx="0">
                  <c:v>74.739999999999995</c:v>
                </c:pt>
                <c:pt idx="1">
                  <c:v>69.81</c:v>
                </c:pt>
                <c:pt idx="2">
                  <c:v>68.400000000000006</c:v>
                </c:pt>
                <c:pt idx="3">
                  <c:v>67.66</c:v>
                </c:pt>
                <c:pt idx="4">
                  <c:v>66.5</c:v>
                </c:pt>
                <c:pt idx="5">
                  <c:v>65</c:v>
                </c:pt>
                <c:pt idx="6">
                  <c:v>63.64</c:v>
                </c:pt>
                <c:pt idx="7">
                  <c:v>62.01</c:v>
                </c:pt>
                <c:pt idx="8">
                  <c:v>60.8</c:v>
                </c:pt>
                <c:pt idx="9">
                  <c:v>59.97</c:v>
                </c:pt>
                <c:pt idx="10">
                  <c:v>59.38</c:v>
                </c:pt>
                <c:pt idx="11">
                  <c:v>58.9</c:v>
                </c:pt>
                <c:pt idx="12">
                  <c:v>58.58</c:v>
                </c:pt>
                <c:pt idx="13">
                  <c:v>58.09</c:v>
                </c:pt>
                <c:pt idx="14">
                  <c:v>57.75</c:v>
                </c:pt>
                <c:pt idx="15">
                  <c:v>57.32</c:v>
                </c:pt>
                <c:pt idx="16">
                  <c:v>56.94</c:v>
                </c:pt>
                <c:pt idx="17">
                  <c:v>56.56</c:v>
                </c:pt>
                <c:pt idx="18">
                  <c:v>56.26</c:v>
                </c:pt>
                <c:pt idx="19">
                  <c:v>56.02</c:v>
                </c:pt>
                <c:pt idx="20">
                  <c:v>55.78</c:v>
                </c:pt>
                <c:pt idx="21">
                  <c:v>55.51</c:v>
                </c:pt>
                <c:pt idx="22">
                  <c:v>55.26</c:v>
                </c:pt>
                <c:pt idx="23">
                  <c:v>55.04</c:v>
                </c:pt>
                <c:pt idx="24">
                  <c:v>54.94</c:v>
                </c:pt>
                <c:pt idx="25">
                  <c:v>54.66</c:v>
                </c:pt>
                <c:pt idx="26">
                  <c:v>54.47</c:v>
                </c:pt>
                <c:pt idx="27">
                  <c:v>54.1</c:v>
                </c:pt>
                <c:pt idx="28">
                  <c:v>53.96</c:v>
                </c:pt>
                <c:pt idx="29">
                  <c:v>53.6</c:v>
                </c:pt>
                <c:pt idx="30">
                  <c:v>53.29</c:v>
                </c:pt>
                <c:pt idx="31">
                  <c:v>53.03</c:v>
                </c:pt>
                <c:pt idx="32">
                  <c:v>52.84</c:v>
                </c:pt>
                <c:pt idx="33">
                  <c:v>52.54</c:v>
                </c:pt>
                <c:pt idx="34">
                  <c:v>52.27</c:v>
                </c:pt>
                <c:pt idx="35">
                  <c:v>52</c:v>
                </c:pt>
                <c:pt idx="36">
                  <c:v>51.8</c:v>
                </c:pt>
                <c:pt idx="37">
                  <c:v>51.59</c:v>
                </c:pt>
                <c:pt idx="38">
                  <c:v>51.38</c:v>
                </c:pt>
                <c:pt idx="39">
                  <c:v>51.19</c:v>
                </c:pt>
                <c:pt idx="40">
                  <c:v>51</c:v>
                </c:pt>
                <c:pt idx="41">
                  <c:v>50.87</c:v>
                </c:pt>
                <c:pt idx="42">
                  <c:v>50.55</c:v>
                </c:pt>
                <c:pt idx="43">
                  <c:v>50.45</c:v>
                </c:pt>
                <c:pt idx="44">
                  <c:v>50.24</c:v>
                </c:pt>
                <c:pt idx="45">
                  <c:v>50.1</c:v>
                </c:pt>
                <c:pt idx="46">
                  <c:v>50</c:v>
                </c:pt>
                <c:pt idx="47">
                  <c:v>49.87</c:v>
                </c:pt>
                <c:pt idx="48">
                  <c:v>49.53</c:v>
                </c:pt>
                <c:pt idx="49">
                  <c:v>49.2</c:v>
                </c:pt>
                <c:pt idx="50">
                  <c:v>49</c:v>
                </c:pt>
                <c:pt idx="51">
                  <c:v>48.87</c:v>
                </c:pt>
                <c:pt idx="52">
                  <c:v>48.56</c:v>
                </c:pt>
                <c:pt idx="53">
                  <c:v>48.34</c:v>
                </c:pt>
                <c:pt idx="54">
                  <c:v>48.03</c:v>
                </c:pt>
                <c:pt idx="55">
                  <c:v>47.8</c:v>
                </c:pt>
                <c:pt idx="56">
                  <c:v>47.5</c:v>
                </c:pt>
                <c:pt idx="57">
                  <c:v>47.25</c:v>
                </c:pt>
                <c:pt idx="58">
                  <c:v>47.01</c:v>
                </c:pt>
                <c:pt idx="59">
                  <c:v>46.85</c:v>
                </c:pt>
                <c:pt idx="60">
                  <c:v>46.5</c:v>
                </c:pt>
                <c:pt idx="61">
                  <c:v>46.18</c:v>
                </c:pt>
                <c:pt idx="62">
                  <c:v>46</c:v>
                </c:pt>
                <c:pt idx="63">
                  <c:v>45.77</c:v>
                </c:pt>
                <c:pt idx="64">
                  <c:v>45.5</c:v>
                </c:pt>
                <c:pt idx="65">
                  <c:v>45.17</c:v>
                </c:pt>
                <c:pt idx="66">
                  <c:v>45</c:v>
                </c:pt>
                <c:pt idx="67">
                  <c:v>44.71</c:v>
                </c:pt>
                <c:pt idx="68">
                  <c:v>44.4</c:v>
                </c:pt>
                <c:pt idx="69">
                  <c:v>44.07</c:v>
                </c:pt>
                <c:pt idx="70">
                  <c:v>43.81</c:v>
                </c:pt>
                <c:pt idx="71">
                  <c:v>43.5</c:v>
                </c:pt>
                <c:pt idx="72">
                  <c:v>43.1</c:v>
                </c:pt>
                <c:pt idx="73">
                  <c:v>42.85</c:v>
                </c:pt>
                <c:pt idx="74">
                  <c:v>42.51</c:v>
                </c:pt>
                <c:pt idx="75">
                  <c:v>42.21</c:v>
                </c:pt>
                <c:pt idx="76">
                  <c:v>41.95</c:v>
                </c:pt>
                <c:pt idx="77">
                  <c:v>41.54</c:v>
                </c:pt>
                <c:pt idx="78">
                  <c:v>41.1</c:v>
                </c:pt>
                <c:pt idx="79">
                  <c:v>40.85</c:v>
                </c:pt>
                <c:pt idx="80">
                  <c:v>40.46</c:v>
                </c:pt>
                <c:pt idx="81">
                  <c:v>40</c:v>
                </c:pt>
                <c:pt idx="82">
                  <c:v>39.68</c:v>
                </c:pt>
                <c:pt idx="83">
                  <c:v>39.200000000000003</c:v>
                </c:pt>
                <c:pt idx="84">
                  <c:v>38.880000000000003</c:v>
                </c:pt>
                <c:pt idx="85">
                  <c:v>38.229999999999997</c:v>
                </c:pt>
                <c:pt idx="86">
                  <c:v>37.799999999999997</c:v>
                </c:pt>
                <c:pt idx="87">
                  <c:v>37</c:v>
                </c:pt>
                <c:pt idx="88">
                  <c:v>36.29</c:v>
                </c:pt>
                <c:pt idx="89">
                  <c:v>35.82</c:v>
                </c:pt>
                <c:pt idx="90">
                  <c:v>35.26</c:v>
                </c:pt>
                <c:pt idx="91">
                  <c:v>34.659999999999997</c:v>
                </c:pt>
                <c:pt idx="92">
                  <c:v>33.68</c:v>
                </c:pt>
                <c:pt idx="93">
                  <c:v>32.51</c:v>
                </c:pt>
                <c:pt idx="94">
                  <c:v>31.5</c:v>
                </c:pt>
                <c:pt idx="95">
                  <c:v>30.01</c:v>
                </c:pt>
                <c:pt idx="96">
                  <c:v>29</c:v>
                </c:pt>
                <c:pt idx="97">
                  <c:v>26.51</c:v>
                </c:pt>
                <c:pt idx="98">
                  <c:v>20.62</c:v>
                </c:pt>
                <c:pt idx="99">
                  <c:v>6.46</c:v>
                </c:pt>
                <c:pt idx="100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47-4067-8BA1-7B866091DED8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Line_Window!$BB$2:$BB$102</c:f>
              <c:numCache>
                <c:formatCode>General</c:formatCode>
                <c:ptCount val="101"/>
                <c:pt idx="0">
                  <c:v>68.900000000000006</c:v>
                </c:pt>
                <c:pt idx="1">
                  <c:v>56.62</c:v>
                </c:pt>
                <c:pt idx="2">
                  <c:v>54.56</c:v>
                </c:pt>
                <c:pt idx="3">
                  <c:v>53.28</c:v>
                </c:pt>
                <c:pt idx="4">
                  <c:v>52.53</c:v>
                </c:pt>
                <c:pt idx="5">
                  <c:v>51.73</c:v>
                </c:pt>
                <c:pt idx="6">
                  <c:v>50.92</c:v>
                </c:pt>
                <c:pt idx="7">
                  <c:v>50.27</c:v>
                </c:pt>
                <c:pt idx="8">
                  <c:v>49.87</c:v>
                </c:pt>
                <c:pt idx="9">
                  <c:v>49.16</c:v>
                </c:pt>
                <c:pt idx="10">
                  <c:v>48.42</c:v>
                </c:pt>
                <c:pt idx="11">
                  <c:v>47.86</c:v>
                </c:pt>
                <c:pt idx="12">
                  <c:v>47.08</c:v>
                </c:pt>
                <c:pt idx="13">
                  <c:v>46.53</c:v>
                </c:pt>
                <c:pt idx="14">
                  <c:v>46.07</c:v>
                </c:pt>
                <c:pt idx="15">
                  <c:v>45.56</c:v>
                </c:pt>
                <c:pt idx="16">
                  <c:v>45.07</c:v>
                </c:pt>
                <c:pt idx="17">
                  <c:v>44.86</c:v>
                </c:pt>
                <c:pt idx="18">
                  <c:v>44.45</c:v>
                </c:pt>
                <c:pt idx="19">
                  <c:v>44.01</c:v>
                </c:pt>
                <c:pt idx="20">
                  <c:v>43.66</c:v>
                </c:pt>
                <c:pt idx="21">
                  <c:v>43.21</c:v>
                </c:pt>
                <c:pt idx="22">
                  <c:v>42.93</c:v>
                </c:pt>
                <c:pt idx="23">
                  <c:v>42.61</c:v>
                </c:pt>
                <c:pt idx="24">
                  <c:v>42.22</c:v>
                </c:pt>
                <c:pt idx="25">
                  <c:v>41.94</c:v>
                </c:pt>
                <c:pt idx="26">
                  <c:v>41.63</c:v>
                </c:pt>
                <c:pt idx="27">
                  <c:v>41.36</c:v>
                </c:pt>
                <c:pt idx="28">
                  <c:v>41.06</c:v>
                </c:pt>
                <c:pt idx="29">
                  <c:v>40.700000000000003</c:v>
                </c:pt>
                <c:pt idx="30">
                  <c:v>40.369999999999997</c:v>
                </c:pt>
                <c:pt idx="31">
                  <c:v>40.1</c:v>
                </c:pt>
                <c:pt idx="32">
                  <c:v>40</c:v>
                </c:pt>
                <c:pt idx="33">
                  <c:v>39.79</c:v>
                </c:pt>
                <c:pt idx="34">
                  <c:v>39.53</c:v>
                </c:pt>
                <c:pt idx="35">
                  <c:v>39.19</c:v>
                </c:pt>
                <c:pt idx="36">
                  <c:v>38.99</c:v>
                </c:pt>
                <c:pt idx="37">
                  <c:v>38.61</c:v>
                </c:pt>
                <c:pt idx="38">
                  <c:v>38.299999999999997</c:v>
                </c:pt>
                <c:pt idx="39">
                  <c:v>38.049999999999997</c:v>
                </c:pt>
                <c:pt idx="40">
                  <c:v>37.82</c:v>
                </c:pt>
                <c:pt idx="41">
                  <c:v>37.549999999999997</c:v>
                </c:pt>
                <c:pt idx="42">
                  <c:v>37.21</c:v>
                </c:pt>
                <c:pt idx="43">
                  <c:v>37</c:v>
                </c:pt>
                <c:pt idx="44">
                  <c:v>36.700000000000003</c:v>
                </c:pt>
                <c:pt idx="45">
                  <c:v>36.29</c:v>
                </c:pt>
                <c:pt idx="46">
                  <c:v>36.06</c:v>
                </c:pt>
                <c:pt idx="47">
                  <c:v>35.659999999999997</c:v>
                </c:pt>
                <c:pt idx="48">
                  <c:v>35.21</c:v>
                </c:pt>
                <c:pt idx="49">
                  <c:v>35</c:v>
                </c:pt>
                <c:pt idx="50">
                  <c:v>34.64</c:v>
                </c:pt>
                <c:pt idx="51">
                  <c:v>34.270000000000003</c:v>
                </c:pt>
                <c:pt idx="52">
                  <c:v>34.01</c:v>
                </c:pt>
                <c:pt idx="53">
                  <c:v>33.64</c:v>
                </c:pt>
                <c:pt idx="54">
                  <c:v>33.32</c:v>
                </c:pt>
                <c:pt idx="55">
                  <c:v>33.01</c:v>
                </c:pt>
                <c:pt idx="56">
                  <c:v>32.700000000000003</c:v>
                </c:pt>
                <c:pt idx="57">
                  <c:v>32.32</c:v>
                </c:pt>
                <c:pt idx="58">
                  <c:v>32.049999999999997</c:v>
                </c:pt>
                <c:pt idx="59">
                  <c:v>31.66</c:v>
                </c:pt>
                <c:pt idx="60">
                  <c:v>31.26</c:v>
                </c:pt>
                <c:pt idx="61">
                  <c:v>30.96</c:v>
                </c:pt>
                <c:pt idx="62">
                  <c:v>30.58</c:v>
                </c:pt>
                <c:pt idx="63">
                  <c:v>30.29</c:v>
                </c:pt>
                <c:pt idx="64">
                  <c:v>30.02</c:v>
                </c:pt>
                <c:pt idx="65">
                  <c:v>29.9</c:v>
                </c:pt>
                <c:pt idx="66">
                  <c:v>29.51</c:v>
                </c:pt>
                <c:pt idx="67">
                  <c:v>29.1</c:v>
                </c:pt>
                <c:pt idx="68">
                  <c:v>28.88</c:v>
                </c:pt>
                <c:pt idx="69">
                  <c:v>28.5</c:v>
                </c:pt>
                <c:pt idx="70">
                  <c:v>28.1</c:v>
                </c:pt>
                <c:pt idx="71">
                  <c:v>27.92</c:v>
                </c:pt>
                <c:pt idx="72">
                  <c:v>27.52</c:v>
                </c:pt>
                <c:pt idx="73">
                  <c:v>27.2</c:v>
                </c:pt>
                <c:pt idx="74">
                  <c:v>27</c:v>
                </c:pt>
                <c:pt idx="75">
                  <c:v>26.51</c:v>
                </c:pt>
                <c:pt idx="76">
                  <c:v>26.2</c:v>
                </c:pt>
                <c:pt idx="77">
                  <c:v>26</c:v>
                </c:pt>
                <c:pt idx="78">
                  <c:v>25.51</c:v>
                </c:pt>
                <c:pt idx="79">
                  <c:v>25.09</c:v>
                </c:pt>
                <c:pt idx="80">
                  <c:v>24.82</c:v>
                </c:pt>
                <c:pt idx="81">
                  <c:v>24.3</c:v>
                </c:pt>
                <c:pt idx="82">
                  <c:v>24</c:v>
                </c:pt>
                <c:pt idx="83">
                  <c:v>23.19</c:v>
                </c:pt>
                <c:pt idx="84">
                  <c:v>22.67</c:v>
                </c:pt>
                <c:pt idx="85">
                  <c:v>22</c:v>
                </c:pt>
                <c:pt idx="86">
                  <c:v>21.25</c:v>
                </c:pt>
                <c:pt idx="87">
                  <c:v>20.64</c:v>
                </c:pt>
                <c:pt idx="88">
                  <c:v>20.010000000000002</c:v>
                </c:pt>
                <c:pt idx="89">
                  <c:v>19.510000000000002</c:v>
                </c:pt>
                <c:pt idx="90">
                  <c:v>18.829999999999998</c:v>
                </c:pt>
                <c:pt idx="91">
                  <c:v>18.02</c:v>
                </c:pt>
                <c:pt idx="92">
                  <c:v>17.010000000000002</c:v>
                </c:pt>
                <c:pt idx="93">
                  <c:v>16.010000000000002</c:v>
                </c:pt>
                <c:pt idx="94">
                  <c:v>15</c:v>
                </c:pt>
                <c:pt idx="95">
                  <c:v>14.01</c:v>
                </c:pt>
                <c:pt idx="96">
                  <c:v>12.66</c:v>
                </c:pt>
                <c:pt idx="97">
                  <c:v>11.34</c:v>
                </c:pt>
                <c:pt idx="98">
                  <c:v>9.83</c:v>
                </c:pt>
                <c:pt idx="99">
                  <c:v>5.93</c:v>
                </c:pt>
                <c:pt idx="100">
                  <c:v>1.02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47-4067-8BA1-7B866091DED8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Line_Window!$BC$2:$BC$102</c:f>
              <c:numCache>
                <c:formatCode>General</c:formatCode>
                <c:ptCount val="101"/>
                <c:pt idx="0">
                  <c:v>409</c:v>
                </c:pt>
                <c:pt idx="1">
                  <c:v>334.55</c:v>
                </c:pt>
                <c:pt idx="2">
                  <c:v>307.92</c:v>
                </c:pt>
                <c:pt idx="3">
                  <c:v>285.23</c:v>
                </c:pt>
                <c:pt idx="4">
                  <c:v>265.35000000000002</c:v>
                </c:pt>
                <c:pt idx="5">
                  <c:v>254.76</c:v>
                </c:pt>
                <c:pt idx="6">
                  <c:v>248.02</c:v>
                </c:pt>
                <c:pt idx="7">
                  <c:v>240.45</c:v>
                </c:pt>
                <c:pt idx="8">
                  <c:v>234.04</c:v>
                </c:pt>
                <c:pt idx="9">
                  <c:v>228.86</c:v>
                </c:pt>
                <c:pt idx="10">
                  <c:v>223</c:v>
                </c:pt>
                <c:pt idx="11">
                  <c:v>218.3</c:v>
                </c:pt>
                <c:pt idx="12">
                  <c:v>214.48</c:v>
                </c:pt>
                <c:pt idx="13">
                  <c:v>207.76</c:v>
                </c:pt>
                <c:pt idx="14">
                  <c:v>202</c:v>
                </c:pt>
                <c:pt idx="15">
                  <c:v>198.41</c:v>
                </c:pt>
                <c:pt idx="16">
                  <c:v>194.06</c:v>
                </c:pt>
                <c:pt idx="17">
                  <c:v>190.83</c:v>
                </c:pt>
                <c:pt idx="18">
                  <c:v>187.82</c:v>
                </c:pt>
                <c:pt idx="19">
                  <c:v>184.58</c:v>
                </c:pt>
                <c:pt idx="20">
                  <c:v>180.3</c:v>
                </c:pt>
                <c:pt idx="21">
                  <c:v>177</c:v>
                </c:pt>
                <c:pt idx="22">
                  <c:v>173.89</c:v>
                </c:pt>
                <c:pt idx="23">
                  <c:v>168.84</c:v>
                </c:pt>
                <c:pt idx="24">
                  <c:v>162.82</c:v>
                </c:pt>
                <c:pt idx="25">
                  <c:v>157.69999999999999</c:v>
                </c:pt>
                <c:pt idx="26">
                  <c:v>152.54</c:v>
                </c:pt>
                <c:pt idx="27">
                  <c:v>147.35</c:v>
                </c:pt>
                <c:pt idx="28">
                  <c:v>141.41999999999999</c:v>
                </c:pt>
                <c:pt idx="29">
                  <c:v>137.78</c:v>
                </c:pt>
                <c:pt idx="30">
                  <c:v>132.5</c:v>
                </c:pt>
                <c:pt idx="31">
                  <c:v>127.38</c:v>
                </c:pt>
                <c:pt idx="32">
                  <c:v>122.81</c:v>
                </c:pt>
                <c:pt idx="33">
                  <c:v>119.97</c:v>
                </c:pt>
                <c:pt idx="34">
                  <c:v>116.73</c:v>
                </c:pt>
                <c:pt idx="35">
                  <c:v>113.05</c:v>
                </c:pt>
                <c:pt idx="36">
                  <c:v>110</c:v>
                </c:pt>
                <c:pt idx="37">
                  <c:v>107.49</c:v>
                </c:pt>
                <c:pt idx="38">
                  <c:v>105.12</c:v>
                </c:pt>
                <c:pt idx="39">
                  <c:v>103.55</c:v>
                </c:pt>
                <c:pt idx="40">
                  <c:v>101.47</c:v>
                </c:pt>
                <c:pt idx="41">
                  <c:v>100.03</c:v>
                </c:pt>
                <c:pt idx="42">
                  <c:v>99.19</c:v>
                </c:pt>
                <c:pt idx="43">
                  <c:v>97.91</c:v>
                </c:pt>
                <c:pt idx="44">
                  <c:v>96.08</c:v>
                </c:pt>
                <c:pt idx="45">
                  <c:v>95</c:v>
                </c:pt>
                <c:pt idx="46">
                  <c:v>93.51</c:v>
                </c:pt>
                <c:pt idx="47">
                  <c:v>92.54</c:v>
                </c:pt>
                <c:pt idx="48">
                  <c:v>91.45</c:v>
                </c:pt>
                <c:pt idx="49">
                  <c:v>90.07</c:v>
                </c:pt>
                <c:pt idx="50">
                  <c:v>89.5</c:v>
                </c:pt>
                <c:pt idx="51">
                  <c:v>88.61</c:v>
                </c:pt>
                <c:pt idx="52">
                  <c:v>87.34</c:v>
                </c:pt>
                <c:pt idx="53">
                  <c:v>86.6</c:v>
                </c:pt>
                <c:pt idx="54">
                  <c:v>85.08</c:v>
                </c:pt>
                <c:pt idx="55">
                  <c:v>84.27</c:v>
                </c:pt>
                <c:pt idx="56">
                  <c:v>83.35</c:v>
                </c:pt>
                <c:pt idx="57">
                  <c:v>82.54</c:v>
                </c:pt>
                <c:pt idx="58">
                  <c:v>81.069999999999993</c:v>
                </c:pt>
                <c:pt idx="59">
                  <c:v>80</c:v>
                </c:pt>
                <c:pt idx="60">
                  <c:v>79.19</c:v>
                </c:pt>
                <c:pt idx="61">
                  <c:v>78.02</c:v>
                </c:pt>
                <c:pt idx="62">
                  <c:v>76.72</c:v>
                </c:pt>
                <c:pt idx="63">
                  <c:v>75.569999999999993</c:v>
                </c:pt>
                <c:pt idx="64">
                  <c:v>74.53</c:v>
                </c:pt>
                <c:pt idx="65">
                  <c:v>73.349999999999994</c:v>
                </c:pt>
                <c:pt idx="66">
                  <c:v>72.02</c:v>
                </c:pt>
                <c:pt idx="67">
                  <c:v>70.680000000000007</c:v>
                </c:pt>
                <c:pt idx="68">
                  <c:v>69.61</c:v>
                </c:pt>
                <c:pt idx="69">
                  <c:v>68.260000000000005</c:v>
                </c:pt>
                <c:pt idx="70">
                  <c:v>66.84</c:v>
                </c:pt>
                <c:pt idx="71">
                  <c:v>65.709999999999994</c:v>
                </c:pt>
                <c:pt idx="72">
                  <c:v>64.69</c:v>
                </c:pt>
                <c:pt idx="73">
                  <c:v>63.15</c:v>
                </c:pt>
                <c:pt idx="74">
                  <c:v>62.01</c:v>
                </c:pt>
                <c:pt idx="75">
                  <c:v>61.02</c:v>
                </c:pt>
                <c:pt idx="76">
                  <c:v>60</c:v>
                </c:pt>
                <c:pt idx="77">
                  <c:v>58.96</c:v>
                </c:pt>
                <c:pt idx="78">
                  <c:v>57.46</c:v>
                </c:pt>
                <c:pt idx="79">
                  <c:v>56.05</c:v>
                </c:pt>
                <c:pt idx="80">
                  <c:v>54.99</c:v>
                </c:pt>
                <c:pt idx="81">
                  <c:v>53.58</c:v>
                </c:pt>
                <c:pt idx="82">
                  <c:v>52.01</c:v>
                </c:pt>
                <c:pt idx="83">
                  <c:v>50.4</c:v>
                </c:pt>
                <c:pt idx="84">
                  <c:v>48.67</c:v>
                </c:pt>
                <c:pt idx="85">
                  <c:v>46.83</c:v>
                </c:pt>
                <c:pt idx="86">
                  <c:v>44.7</c:v>
                </c:pt>
                <c:pt idx="87">
                  <c:v>43.05</c:v>
                </c:pt>
                <c:pt idx="88">
                  <c:v>40.520000000000003</c:v>
                </c:pt>
                <c:pt idx="89">
                  <c:v>38.5</c:v>
                </c:pt>
                <c:pt idx="90">
                  <c:v>36.46</c:v>
                </c:pt>
                <c:pt idx="91">
                  <c:v>33.619999999999997</c:v>
                </c:pt>
                <c:pt idx="92">
                  <c:v>29.8</c:v>
                </c:pt>
                <c:pt idx="93">
                  <c:v>26.41</c:v>
                </c:pt>
                <c:pt idx="94">
                  <c:v>22.74</c:v>
                </c:pt>
                <c:pt idx="95">
                  <c:v>18.399999999999999</c:v>
                </c:pt>
                <c:pt idx="96">
                  <c:v>14</c:v>
                </c:pt>
                <c:pt idx="97">
                  <c:v>9.4</c:v>
                </c:pt>
                <c:pt idx="98">
                  <c:v>3.5</c:v>
                </c:pt>
                <c:pt idx="99">
                  <c:v>1.95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47-4067-8BA1-7B866091DED8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Line_Window!$BD$2:$BD$102</c:f>
              <c:numCache>
                <c:formatCode>General</c:formatCode>
                <c:ptCount val="101"/>
                <c:pt idx="0">
                  <c:v>651</c:v>
                </c:pt>
                <c:pt idx="1">
                  <c:v>395.65</c:v>
                </c:pt>
                <c:pt idx="2">
                  <c:v>330.07</c:v>
                </c:pt>
                <c:pt idx="3">
                  <c:v>291.01</c:v>
                </c:pt>
                <c:pt idx="4">
                  <c:v>278</c:v>
                </c:pt>
                <c:pt idx="5">
                  <c:v>268.04000000000002</c:v>
                </c:pt>
                <c:pt idx="6">
                  <c:v>260.79000000000002</c:v>
                </c:pt>
                <c:pt idx="7">
                  <c:v>255</c:v>
                </c:pt>
                <c:pt idx="8">
                  <c:v>250</c:v>
                </c:pt>
                <c:pt idx="9">
                  <c:v>247.37</c:v>
                </c:pt>
                <c:pt idx="10">
                  <c:v>243.47</c:v>
                </c:pt>
                <c:pt idx="11">
                  <c:v>240</c:v>
                </c:pt>
                <c:pt idx="12">
                  <c:v>237.2</c:v>
                </c:pt>
                <c:pt idx="13">
                  <c:v>233.96</c:v>
                </c:pt>
                <c:pt idx="14">
                  <c:v>230.04</c:v>
                </c:pt>
                <c:pt idx="15">
                  <c:v>227.98</c:v>
                </c:pt>
                <c:pt idx="16">
                  <c:v>225.01</c:v>
                </c:pt>
                <c:pt idx="17">
                  <c:v>222.78</c:v>
                </c:pt>
                <c:pt idx="18">
                  <c:v>220.26</c:v>
                </c:pt>
                <c:pt idx="19">
                  <c:v>218.5</c:v>
                </c:pt>
                <c:pt idx="20">
                  <c:v>216.01</c:v>
                </c:pt>
                <c:pt idx="21">
                  <c:v>214.9</c:v>
                </c:pt>
                <c:pt idx="22">
                  <c:v>212.6</c:v>
                </c:pt>
                <c:pt idx="23">
                  <c:v>210.25</c:v>
                </c:pt>
                <c:pt idx="24">
                  <c:v>208.97</c:v>
                </c:pt>
                <c:pt idx="25">
                  <c:v>206.4</c:v>
                </c:pt>
                <c:pt idx="26">
                  <c:v>204.86</c:v>
                </c:pt>
                <c:pt idx="27">
                  <c:v>202.6</c:v>
                </c:pt>
                <c:pt idx="28">
                  <c:v>200.49</c:v>
                </c:pt>
                <c:pt idx="29">
                  <c:v>199.84</c:v>
                </c:pt>
                <c:pt idx="30">
                  <c:v>197.65</c:v>
                </c:pt>
                <c:pt idx="31">
                  <c:v>195.98</c:v>
                </c:pt>
                <c:pt idx="32">
                  <c:v>194.6</c:v>
                </c:pt>
                <c:pt idx="33">
                  <c:v>192.42</c:v>
                </c:pt>
                <c:pt idx="34">
                  <c:v>190.2</c:v>
                </c:pt>
                <c:pt idx="35">
                  <c:v>189</c:v>
                </c:pt>
                <c:pt idx="36">
                  <c:v>186.43</c:v>
                </c:pt>
                <c:pt idx="37">
                  <c:v>184.94</c:v>
                </c:pt>
                <c:pt idx="38">
                  <c:v>182.49</c:v>
                </c:pt>
                <c:pt idx="39">
                  <c:v>180.18</c:v>
                </c:pt>
                <c:pt idx="40">
                  <c:v>179.9</c:v>
                </c:pt>
                <c:pt idx="41">
                  <c:v>178.04</c:v>
                </c:pt>
                <c:pt idx="42">
                  <c:v>176.07</c:v>
                </c:pt>
                <c:pt idx="43">
                  <c:v>174.96</c:v>
                </c:pt>
                <c:pt idx="44">
                  <c:v>172.77</c:v>
                </c:pt>
                <c:pt idx="45">
                  <c:v>171.04</c:v>
                </c:pt>
                <c:pt idx="46">
                  <c:v>170</c:v>
                </c:pt>
                <c:pt idx="47">
                  <c:v>168.52</c:v>
                </c:pt>
                <c:pt idx="48">
                  <c:v>166.78</c:v>
                </c:pt>
                <c:pt idx="49">
                  <c:v>165.02</c:v>
                </c:pt>
                <c:pt idx="50">
                  <c:v>163.95</c:v>
                </c:pt>
                <c:pt idx="51">
                  <c:v>162.12</c:v>
                </c:pt>
                <c:pt idx="52">
                  <c:v>160.96</c:v>
                </c:pt>
                <c:pt idx="53">
                  <c:v>160</c:v>
                </c:pt>
                <c:pt idx="54">
                  <c:v>158.26</c:v>
                </c:pt>
                <c:pt idx="55">
                  <c:v>156.16999999999999</c:v>
                </c:pt>
                <c:pt idx="56">
                  <c:v>155</c:v>
                </c:pt>
                <c:pt idx="57">
                  <c:v>153.33000000000001</c:v>
                </c:pt>
                <c:pt idx="58">
                  <c:v>151.94</c:v>
                </c:pt>
                <c:pt idx="59">
                  <c:v>150.30000000000001</c:v>
                </c:pt>
                <c:pt idx="60">
                  <c:v>149.94999999999999</c:v>
                </c:pt>
                <c:pt idx="61">
                  <c:v>148.58000000000001</c:v>
                </c:pt>
                <c:pt idx="62">
                  <c:v>147.62</c:v>
                </c:pt>
                <c:pt idx="63">
                  <c:v>146</c:v>
                </c:pt>
                <c:pt idx="64">
                  <c:v>144.94999999999999</c:v>
                </c:pt>
                <c:pt idx="65">
                  <c:v>143</c:v>
                </c:pt>
                <c:pt idx="66">
                  <c:v>141.11000000000001</c:v>
                </c:pt>
                <c:pt idx="67">
                  <c:v>140</c:v>
                </c:pt>
                <c:pt idx="68">
                  <c:v>138.53</c:v>
                </c:pt>
                <c:pt idx="69">
                  <c:v>136.24</c:v>
                </c:pt>
                <c:pt idx="70">
                  <c:v>135</c:v>
                </c:pt>
                <c:pt idx="71">
                  <c:v>133.1</c:v>
                </c:pt>
                <c:pt idx="72">
                  <c:v>131</c:v>
                </c:pt>
                <c:pt idx="73">
                  <c:v>129.99</c:v>
                </c:pt>
                <c:pt idx="74">
                  <c:v>127.85</c:v>
                </c:pt>
                <c:pt idx="75">
                  <c:v>125.33</c:v>
                </c:pt>
                <c:pt idx="76">
                  <c:v>123.38</c:v>
                </c:pt>
                <c:pt idx="77">
                  <c:v>121</c:v>
                </c:pt>
                <c:pt idx="78">
                  <c:v>120</c:v>
                </c:pt>
                <c:pt idx="79">
                  <c:v>117.99</c:v>
                </c:pt>
                <c:pt idx="80">
                  <c:v>115.55</c:v>
                </c:pt>
                <c:pt idx="81">
                  <c:v>114.13</c:v>
                </c:pt>
                <c:pt idx="82">
                  <c:v>112</c:v>
                </c:pt>
                <c:pt idx="83">
                  <c:v>110</c:v>
                </c:pt>
                <c:pt idx="84">
                  <c:v>107.41</c:v>
                </c:pt>
                <c:pt idx="85">
                  <c:v>105</c:v>
                </c:pt>
                <c:pt idx="86">
                  <c:v>102</c:v>
                </c:pt>
                <c:pt idx="87">
                  <c:v>100</c:v>
                </c:pt>
                <c:pt idx="88">
                  <c:v>97.8</c:v>
                </c:pt>
                <c:pt idx="89">
                  <c:v>95.01</c:v>
                </c:pt>
                <c:pt idx="90">
                  <c:v>92.15</c:v>
                </c:pt>
                <c:pt idx="91">
                  <c:v>89.74</c:v>
                </c:pt>
                <c:pt idx="92">
                  <c:v>86</c:v>
                </c:pt>
                <c:pt idx="93">
                  <c:v>80.27</c:v>
                </c:pt>
                <c:pt idx="94">
                  <c:v>75.489999999999995</c:v>
                </c:pt>
                <c:pt idx="95">
                  <c:v>66.180000000000007</c:v>
                </c:pt>
                <c:pt idx="96">
                  <c:v>55</c:v>
                </c:pt>
                <c:pt idx="97">
                  <c:v>45</c:v>
                </c:pt>
                <c:pt idx="98">
                  <c:v>21.02</c:v>
                </c:pt>
                <c:pt idx="99">
                  <c:v>4.1100000000000003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47-4067-8BA1-7B866091DED8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Line_Window!$BE$2:$BE$102</c:f>
              <c:numCache>
                <c:formatCode>General</c:formatCode>
                <c:ptCount val="101"/>
                <c:pt idx="0">
                  <c:v>220</c:v>
                </c:pt>
                <c:pt idx="1">
                  <c:v>165.22</c:v>
                </c:pt>
                <c:pt idx="2">
                  <c:v>159.37</c:v>
                </c:pt>
                <c:pt idx="3">
                  <c:v>153.93</c:v>
                </c:pt>
                <c:pt idx="4">
                  <c:v>150</c:v>
                </c:pt>
                <c:pt idx="5">
                  <c:v>146.72999999999999</c:v>
                </c:pt>
                <c:pt idx="6">
                  <c:v>143.9</c:v>
                </c:pt>
                <c:pt idx="7">
                  <c:v>141.38999999999999</c:v>
                </c:pt>
                <c:pt idx="8">
                  <c:v>139.47999999999999</c:v>
                </c:pt>
                <c:pt idx="9">
                  <c:v>137.66999999999999</c:v>
                </c:pt>
                <c:pt idx="10">
                  <c:v>135.72</c:v>
                </c:pt>
                <c:pt idx="11">
                  <c:v>134</c:v>
                </c:pt>
                <c:pt idx="12">
                  <c:v>132.24</c:v>
                </c:pt>
                <c:pt idx="13">
                  <c:v>130.44</c:v>
                </c:pt>
                <c:pt idx="14">
                  <c:v>129.74</c:v>
                </c:pt>
                <c:pt idx="15">
                  <c:v>128.36000000000001</c:v>
                </c:pt>
                <c:pt idx="16">
                  <c:v>126.96</c:v>
                </c:pt>
                <c:pt idx="17">
                  <c:v>125.64</c:v>
                </c:pt>
                <c:pt idx="18">
                  <c:v>124.59</c:v>
                </c:pt>
                <c:pt idx="19">
                  <c:v>123</c:v>
                </c:pt>
                <c:pt idx="20">
                  <c:v>121.88</c:v>
                </c:pt>
                <c:pt idx="21">
                  <c:v>120.58</c:v>
                </c:pt>
                <c:pt idx="22">
                  <c:v>119.96</c:v>
                </c:pt>
                <c:pt idx="23">
                  <c:v>118.76</c:v>
                </c:pt>
                <c:pt idx="24">
                  <c:v>117.62</c:v>
                </c:pt>
                <c:pt idx="25">
                  <c:v>116.08</c:v>
                </c:pt>
                <c:pt idx="26">
                  <c:v>115.09</c:v>
                </c:pt>
                <c:pt idx="27">
                  <c:v>114.21</c:v>
                </c:pt>
                <c:pt idx="28">
                  <c:v>113.21</c:v>
                </c:pt>
                <c:pt idx="29">
                  <c:v>112.16</c:v>
                </c:pt>
                <c:pt idx="30">
                  <c:v>111</c:v>
                </c:pt>
                <c:pt idx="31">
                  <c:v>110.01</c:v>
                </c:pt>
                <c:pt idx="32">
                  <c:v>109.48</c:v>
                </c:pt>
                <c:pt idx="33">
                  <c:v>108.26</c:v>
                </c:pt>
                <c:pt idx="34">
                  <c:v>107</c:v>
                </c:pt>
                <c:pt idx="35">
                  <c:v>105.83</c:v>
                </c:pt>
                <c:pt idx="36">
                  <c:v>105</c:v>
                </c:pt>
                <c:pt idx="37">
                  <c:v>104</c:v>
                </c:pt>
                <c:pt idx="38">
                  <c:v>103.09</c:v>
                </c:pt>
                <c:pt idx="39">
                  <c:v>102</c:v>
                </c:pt>
                <c:pt idx="40">
                  <c:v>101</c:v>
                </c:pt>
                <c:pt idx="41">
                  <c:v>100</c:v>
                </c:pt>
                <c:pt idx="42">
                  <c:v>99.7</c:v>
                </c:pt>
                <c:pt idx="43">
                  <c:v>99</c:v>
                </c:pt>
                <c:pt idx="44">
                  <c:v>97.96</c:v>
                </c:pt>
                <c:pt idx="45">
                  <c:v>96.94</c:v>
                </c:pt>
                <c:pt idx="46">
                  <c:v>95.7</c:v>
                </c:pt>
                <c:pt idx="47">
                  <c:v>95</c:v>
                </c:pt>
                <c:pt idx="48">
                  <c:v>94.09</c:v>
                </c:pt>
                <c:pt idx="49">
                  <c:v>93.32</c:v>
                </c:pt>
                <c:pt idx="50">
                  <c:v>92.5</c:v>
                </c:pt>
                <c:pt idx="51">
                  <c:v>91.82</c:v>
                </c:pt>
                <c:pt idx="52">
                  <c:v>91</c:v>
                </c:pt>
                <c:pt idx="53">
                  <c:v>90.3</c:v>
                </c:pt>
                <c:pt idx="54">
                  <c:v>90</c:v>
                </c:pt>
                <c:pt idx="55">
                  <c:v>89.42</c:v>
                </c:pt>
                <c:pt idx="56">
                  <c:v>88.44</c:v>
                </c:pt>
                <c:pt idx="57">
                  <c:v>87.46</c:v>
                </c:pt>
                <c:pt idx="58">
                  <c:v>86.24</c:v>
                </c:pt>
                <c:pt idx="59">
                  <c:v>85.2</c:v>
                </c:pt>
                <c:pt idx="60">
                  <c:v>84.82</c:v>
                </c:pt>
                <c:pt idx="61">
                  <c:v>83.9</c:v>
                </c:pt>
                <c:pt idx="62">
                  <c:v>82.85</c:v>
                </c:pt>
                <c:pt idx="63">
                  <c:v>81.760000000000005</c:v>
                </c:pt>
                <c:pt idx="64">
                  <c:v>80.5</c:v>
                </c:pt>
                <c:pt idx="65">
                  <c:v>80</c:v>
                </c:pt>
                <c:pt idx="66">
                  <c:v>78.849999999999994</c:v>
                </c:pt>
                <c:pt idx="67">
                  <c:v>77.62</c:v>
                </c:pt>
                <c:pt idx="68">
                  <c:v>76.2</c:v>
                </c:pt>
                <c:pt idx="69">
                  <c:v>75</c:v>
                </c:pt>
                <c:pt idx="70">
                  <c:v>74</c:v>
                </c:pt>
                <c:pt idx="71">
                  <c:v>72.52</c:v>
                </c:pt>
                <c:pt idx="72">
                  <c:v>70.81</c:v>
                </c:pt>
                <c:pt idx="73">
                  <c:v>69.989999999999995</c:v>
                </c:pt>
                <c:pt idx="74">
                  <c:v>68</c:v>
                </c:pt>
                <c:pt idx="75">
                  <c:v>65.88</c:v>
                </c:pt>
                <c:pt idx="76">
                  <c:v>64.8</c:v>
                </c:pt>
                <c:pt idx="77">
                  <c:v>62.48</c:v>
                </c:pt>
                <c:pt idx="78">
                  <c:v>60</c:v>
                </c:pt>
                <c:pt idx="79">
                  <c:v>57.88</c:v>
                </c:pt>
                <c:pt idx="80">
                  <c:v>55</c:v>
                </c:pt>
                <c:pt idx="81">
                  <c:v>52</c:v>
                </c:pt>
                <c:pt idx="82">
                  <c:v>49.99</c:v>
                </c:pt>
                <c:pt idx="83">
                  <c:v>47</c:v>
                </c:pt>
                <c:pt idx="84">
                  <c:v>44.94</c:v>
                </c:pt>
                <c:pt idx="85">
                  <c:v>41.58</c:v>
                </c:pt>
                <c:pt idx="86">
                  <c:v>40</c:v>
                </c:pt>
                <c:pt idx="87">
                  <c:v>36.479999999999997</c:v>
                </c:pt>
                <c:pt idx="88">
                  <c:v>33.1</c:v>
                </c:pt>
                <c:pt idx="89">
                  <c:v>30</c:v>
                </c:pt>
                <c:pt idx="90">
                  <c:v>25.6</c:v>
                </c:pt>
                <c:pt idx="91">
                  <c:v>22.8</c:v>
                </c:pt>
                <c:pt idx="92">
                  <c:v>18.89</c:v>
                </c:pt>
                <c:pt idx="93">
                  <c:v>15</c:v>
                </c:pt>
                <c:pt idx="94">
                  <c:v>10</c:v>
                </c:pt>
                <c:pt idx="95">
                  <c:v>5</c:v>
                </c:pt>
                <c:pt idx="96">
                  <c:v>4.3</c:v>
                </c:pt>
                <c:pt idx="97">
                  <c:v>4.16</c:v>
                </c:pt>
                <c:pt idx="98">
                  <c:v>1.74</c:v>
                </c:pt>
                <c:pt idx="99">
                  <c:v>0.1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A47-4067-8BA1-7B866091DED8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Line_Window!$BF$2:$BF$102</c:f>
              <c:numCache>
                <c:formatCode>General</c:formatCode>
                <c:ptCount val="101"/>
                <c:pt idx="0">
                  <c:v>193</c:v>
                </c:pt>
                <c:pt idx="1">
                  <c:v>158.47</c:v>
                </c:pt>
                <c:pt idx="2">
                  <c:v>150</c:v>
                </c:pt>
                <c:pt idx="3">
                  <c:v>144.38</c:v>
                </c:pt>
                <c:pt idx="4">
                  <c:v>140.09</c:v>
                </c:pt>
                <c:pt idx="5">
                  <c:v>136.59</c:v>
                </c:pt>
                <c:pt idx="6">
                  <c:v>133.02000000000001</c:v>
                </c:pt>
                <c:pt idx="7">
                  <c:v>130</c:v>
                </c:pt>
                <c:pt idx="8">
                  <c:v>127.32</c:v>
                </c:pt>
                <c:pt idx="9">
                  <c:v>124.98</c:v>
                </c:pt>
                <c:pt idx="10">
                  <c:v>122.58</c:v>
                </c:pt>
                <c:pt idx="11">
                  <c:v>120.72</c:v>
                </c:pt>
                <c:pt idx="12">
                  <c:v>119</c:v>
                </c:pt>
                <c:pt idx="13">
                  <c:v>117.11</c:v>
                </c:pt>
                <c:pt idx="14">
                  <c:v>115.74</c:v>
                </c:pt>
                <c:pt idx="15">
                  <c:v>114.3</c:v>
                </c:pt>
                <c:pt idx="16">
                  <c:v>112.83</c:v>
                </c:pt>
                <c:pt idx="17">
                  <c:v>111.36</c:v>
                </c:pt>
                <c:pt idx="18">
                  <c:v>110</c:v>
                </c:pt>
                <c:pt idx="19">
                  <c:v>108.78</c:v>
                </c:pt>
                <c:pt idx="20">
                  <c:v>107.2</c:v>
                </c:pt>
                <c:pt idx="21">
                  <c:v>105.63</c:v>
                </c:pt>
                <c:pt idx="22">
                  <c:v>104.44</c:v>
                </c:pt>
                <c:pt idx="23">
                  <c:v>102.98</c:v>
                </c:pt>
                <c:pt idx="24">
                  <c:v>101.72</c:v>
                </c:pt>
                <c:pt idx="25">
                  <c:v>100.28</c:v>
                </c:pt>
                <c:pt idx="26">
                  <c:v>99.64</c:v>
                </c:pt>
                <c:pt idx="27">
                  <c:v>98.6</c:v>
                </c:pt>
                <c:pt idx="28">
                  <c:v>96.9</c:v>
                </c:pt>
                <c:pt idx="29">
                  <c:v>95.41</c:v>
                </c:pt>
                <c:pt idx="30">
                  <c:v>94.2</c:v>
                </c:pt>
                <c:pt idx="31">
                  <c:v>92.28</c:v>
                </c:pt>
                <c:pt idx="32">
                  <c:v>90.57</c:v>
                </c:pt>
                <c:pt idx="33">
                  <c:v>89.73</c:v>
                </c:pt>
                <c:pt idx="34">
                  <c:v>87.99</c:v>
                </c:pt>
                <c:pt idx="35">
                  <c:v>86.11</c:v>
                </c:pt>
                <c:pt idx="36">
                  <c:v>85</c:v>
                </c:pt>
                <c:pt idx="37">
                  <c:v>83.82</c:v>
                </c:pt>
                <c:pt idx="38">
                  <c:v>82.29</c:v>
                </c:pt>
                <c:pt idx="39">
                  <c:v>81.17</c:v>
                </c:pt>
                <c:pt idx="40">
                  <c:v>79.959999999999994</c:v>
                </c:pt>
                <c:pt idx="41">
                  <c:v>78.05</c:v>
                </c:pt>
                <c:pt idx="42">
                  <c:v>76.150000000000006</c:v>
                </c:pt>
                <c:pt idx="43">
                  <c:v>75</c:v>
                </c:pt>
                <c:pt idx="44">
                  <c:v>73.55</c:v>
                </c:pt>
                <c:pt idx="45">
                  <c:v>71.94</c:v>
                </c:pt>
                <c:pt idx="46">
                  <c:v>70.739999999999995</c:v>
                </c:pt>
                <c:pt idx="47">
                  <c:v>69.739999999999995</c:v>
                </c:pt>
                <c:pt idx="48">
                  <c:v>68</c:v>
                </c:pt>
                <c:pt idx="49">
                  <c:v>66.010000000000005</c:v>
                </c:pt>
                <c:pt idx="50">
                  <c:v>64.930000000000007</c:v>
                </c:pt>
                <c:pt idx="51">
                  <c:v>63.09</c:v>
                </c:pt>
                <c:pt idx="52">
                  <c:v>61.28</c:v>
                </c:pt>
                <c:pt idx="53">
                  <c:v>60</c:v>
                </c:pt>
                <c:pt idx="54">
                  <c:v>58.83</c:v>
                </c:pt>
                <c:pt idx="55">
                  <c:v>56.83</c:v>
                </c:pt>
                <c:pt idx="56">
                  <c:v>55.2</c:v>
                </c:pt>
                <c:pt idx="57">
                  <c:v>54</c:v>
                </c:pt>
                <c:pt idx="58">
                  <c:v>51.99</c:v>
                </c:pt>
                <c:pt idx="59">
                  <c:v>50.2</c:v>
                </c:pt>
                <c:pt idx="60">
                  <c:v>49.05</c:v>
                </c:pt>
                <c:pt idx="61">
                  <c:v>47.22</c:v>
                </c:pt>
                <c:pt idx="62">
                  <c:v>45.38</c:v>
                </c:pt>
                <c:pt idx="63">
                  <c:v>43.64</c:v>
                </c:pt>
                <c:pt idx="64">
                  <c:v>41.8</c:v>
                </c:pt>
                <c:pt idx="65">
                  <c:v>40.08</c:v>
                </c:pt>
                <c:pt idx="66">
                  <c:v>38.51</c:v>
                </c:pt>
                <c:pt idx="67">
                  <c:v>35.79</c:v>
                </c:pt>
                <c:pt idx="68">
                  <c:v>35.01</c:v>
                </c:pt>
                <c:pt idx="69">
                  <c:v>35</c:v>
                </c:pt>
                <c:pt idx="70">
                  <c:v>35</c:v>
                </c:pt>
                <c:pt idx="71">
                  <c:v>33</c:v>
                </c:pt>
                <c:pt idx="72">
                  <c:v>30.1</c:v>
                </c:pt>
                <c:pt idx="73">
                  <c:v>27.03</c:v>
                </c:pt>
                <c:pt idx="74">
                  <c:v>24.22</c:v>
                </c:pt>
                <c:pt idx="75">
                  <c:v>20.100000000000001</c:v>
                </c:pt>
                <c:pt idx="76">
                  <c:v>17.04</c:v>
                </c:pt>
                <c:pt idx="77">
                  <c:v>14.2</c:v>
                </c:pt>
                <c:pt idx="78">
                  <c:v>11.41</c:v>
                </c:pt>
                <c:pt idx="79">
                  <c:v>10</c:v>
                </c:pt>
                <c:pt idx="80">
                  <c:v>7.58</c:v>
                </c:pt>
                <c:pt idx="81">
                  <c:v>6</c:v>
                </c:pt>
                <c:pt idx="82">
                  <c:v>5</c:v>
                </c:pt>
                <c:pt idx="83">
                  <c:v>3.74</c:v>
                </c:pt>
                <c:pt idx="84">
                  <c:v>3.29</c:v>
                </c:pt>
                <c:pt idx="85">
                  <c:v>3.22</c:v>
                </c:pt>
                <c:pt idx="86">
                  <c:v>3.2</c:v>
                </c:pt>
                <c:pt idx="87">
                  <c:v>2.35</c:v>
                </c:pt>
                <c:pt idx="88">
                  <c:v>1.5</c:v>
                </c:pt>
                <c:pt idx="89">
                  <c:v>0.5</c:v>
                </c:pt>
                <c:pt idx="90">
                  <c:v>0.43</c:v>
                </c:pt>
                <c:pt idx="91">
                  <c:v>0.1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-0.01</c:v>
                </c:pt>
                <c:pt idx="99">
                  <c:v>-7.0000000000000007E-2</c:v>
                </c:pt>
                <c:pt idx="100">
                  <c:v>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A47-4067-8BA1-7B866091DED8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Line_Window!$BG$2:$BG$102</c:f>
              <c:numCache>
                <c:formatCode>General</c:formatCode>
                <c:ptCount val="101"/>
                <c:pt idx="0">
                  <c:v>240</c:v>
                </c:pt>
                <c:pt idx="1">
                  <c:v>169.22</c:v>
                </c:pt>
                <c:pt idx="2">
                  <c:v>157.84</c:v>
                </c:pt>
                <c:pt idx="3">
                  <c:v>150.99</c:v>
                </c:pt>
                <c:pt idx="4">
                  <c:v>145</c:v>
                </c:pt>
                <c:pt idx="5">
                  <c:v>138.86000000000001</c:v>
                </c:pt>
                <c:pt idx="6">
                  <c:v>134.41999999999999</c:v>
                </c:pt>
                <c:pt idx="7">
                  <c:v>130.86000000000001</c:v>
                </c:pt>
                <c:pt idx="8">
                  <c:v>127.94</c:v>
                </c:pt>
                <c:pt idx="9">
                  <c:v>125.21</c:v>
                </c:pt>
                <c:pt idx="10">
                  <c:v>123.49</c:v>
                </c:pt>
                <c:pt idx="11">
                  <c:v>121.16</c:v>
                </c:pt>
                <c:pt idx="12">
                  <c:v>119.39</c:v>
                </c:pt>
                <c:pt idx="13">
                  <c:v>117.56</c:v>
                </c:pt>
                <c:pt idx="14">
                  <c:v>115.86</c:v>
                </c:pt>
                <c:pt idx="15">
                  <c:v>114.72</c:v>
                </c:pt>
                <c:pt idx="16">
                  <c:v>113.55</c:v>
                </c:pt>
                <c:pt idx="17">
                  <c:v>112.2</c:v>
                </c:pt>
                <c:pt idx="18">
                  <c:v>110.94</c:v>
                </c:pt>
                <c:pt idx="19">
                  <c:v>109.85</c:v>
                </c:pt>
                <c:pt idx="20">
                  <c:v>108.61</c:v>
                </c:pt>
                <c:pt idx="21">
                  <c:v>107.32</c:v>
                </c:pt>
                <c:pt idx="22">
                  <c:v>106.43</c:v>
                </c:pt>
                <c:pt idx="23">
                  <c:v>105.42</c:v>
                </c:pt>
                <c:pt idx="24">
                  <c:v>104.72</c:v>
                </c:pt>
                <c:pt idx="25">
                  <c:v>103.87</c:v>
                </c:pt>
                <c:pt idx="26">
                  <c:v>102.68</c:v>
                </c:pt>
                <c:pt idx="27">
                  <c:v>101.45</c:v>
                </c:pt>
                <c:pt idx="28">
                  <c:v>100.39</c:v>
                </c:pt>
                <c:pt idx="29">
                  <c:v>99.62</c:v>
                </c:pt>
                <c:pt idx="30">
                  <c:v>98.21</c:v>
                </c:pt>
                <c:pt idx="31">
                  <c:v>96.84</c:v>
                </c:pt>
                <c:pt idx="32">
                  <c:v>95.15</c:v>
                </c:pt>
                <c:pt idx="33">
                  <c:v>93.94</c:v>
                </c:pt>
                <c:pt idx="34">
                  <c:v>92.38</c:v>
                </c:pt>
                <c:pt idx="35">
                  <c:v>90.79</c:v>
                </c:pt>
                <c:pt idx="36">
                  <c:v>89.59</c:v>
                </c:pt>
                <c:pt idx="37">
                  <c:v>88.09</c:v>
                </c:pt>
                <c:pt idx="38">
                  <c:v>86.08</c:v>
                </c:pt>
                <c:pt idx="39">
                  <c:v>85</c:v>
                </c:pt>
                <c:pt idx="40">
                  <c:v>83.34</c:v>
                </c:pt>
                <c:pt idx="41">
                  <c:v>82.03</c:v>
                </c:pt>
                <c:pt idx="42">
                  <c:v>80.400000000000006</c:v>
                </c:pt>
                <c:pt idx="43">
                  <c:v>79.430000000000007</c:v>
                </c:pt>
                <c:pt idx="44">
                  <c:v>78</c:v>
                </c:pt>
                <c:pt idx="45">
                  <c:v>76.78</c:v>
                </c:pt>
                <c:pt idx="46">
                  <c:v>75.47</c:v>
                </c:pt>
                <c:pt idx="47">
                  <c:v>73.900000000000006</c:v>
                </c:pt>
                <c:pt idx="48">
                  <c:v>72.180000000000007</c:v>
                </c:pt>
                <c:pt idx="49">
                  <c:v>70.77</c:v>
                </c:pt>
                <c:pt idx="50">
                  <c:v>69.989999999999995</c:v>
                </c:pt>
                <c:pt idx="51">
                  <c:v>68.64</c:v>
                </c:pt>
                <c:pt idx="52">
                  <c:v>66.62</c:v>
                </c:pt>
                <c:pt idx="53">
                  <c:v>65</c:v>
                </c:pt>
                <c:pt idx="54">
                  <c:v>62.56</c:v>
                </c:pt>
                <c:pt idx="55">
                  <c:v>60.33</c:v>
                </c:pt>
                <c:pt idx="56">
                  <c:v>58.58</c:v>
                </c:pt>
                <c:pt idx="57">
                  <c:v>55.91</c:v>
                </c:pt>
                <c:pt idx="58">
                  <c:v>53.69</c:v>
                </c:pt>
                <c:pt idx="59">
                  <c:v>51.41</c:v>
                </c:pt>
                <c:pt idx="60">
                  <c:v>50</c:v>
                </c:pt>
                <c:pt idx="61">
                  <c:v>47.56</c:v>
                </c:pt>
                <c:pt idx="62">
                  <c:v>45.59</c:v>
                </c:pt>
                <c:pt idx="63">
                  <c:v>43.78</c:v>
                </c:pt>
                <c:pt idx="64">
                  <c:v>41.22</c:v>
                </c:pt>
                <c:pt idx="65">
                  <c:v>39.68</c:v>
                </c:pt>
                <c:pt idx="66">
                  <c:v>37.93</c:v>
                </c:pt>
                <c:pt idx="67">
                  <c:v>35.619999999999997</c:v>
                </c:pt>
                <c:pt idx="68">
                  <c:v>35</c:v>
                </c:pt>
                <c:pt idx="69">
                  <c:v>33.6</c:v>
                </c:pt>
                <c:pt idx="70">
                  <c:v>31.17</c:v>
                </c:pt>
                <c:pt idx="71">
                  <c:v>30</c:v>
                </c:pt>
                <c:pt idx="72">
                  <c:v>28.3</c:v>
                </c:pt>
                <c:pt idx="73">
                  <c:v>26.21</c:v>
                </c:pt>
                <c:pt idx="74">
                  <c:v>24.59</c:v>
                </c:pt>
                <c:pt idx="75">
                  <c:v>22.19</c:v>
                </c:pt>
                <c:pt idx="76">
                  <c:v>20.3</c:v>
                </c:pt>
                <c:pt idx="77">
                  <c:v>19.260000000000002</c:v>
                </c:pt>
                <c:pt idx="78">
                  <c:v>17.600000000000001</c:v>
                </c:pt>
                <c:pt idx="79">
                  <c:v>15.97</c:v>
                </c:pt>
                <c:pt idx="80">
                  <c:v>15</c:v>
                </c:pt>
                <c:pt idx="81">
                  <c:v>13.9</c:v>
                </c:pt>
                <c:pt idx="82">
                  <c:v>12.01</c:v>
                </c:pt>
                <c:pt idx="83">
                  <c:v>9.6999999999999993</c:v>
                </c:pt>
                <c:pt idx="84">
                  <c:v>7.44</c:v>
                </c:pt>
                <c:pt idx="85">
                  <c:v>5.99</c:v>
                </c:pt>
                <c:pt idx="86">
                  <c:v>5.38</c:v>
                </c:pt>
                <c:pt idx="87">
                  <c:v>5</c:v>
                </c:pt>
                <c:pt idx="88">
                  <c:v>4.3099999999999996</c:v>
                </c:pt>
                <c:pt idx="89">
                  <c:v>3.6</c:v>
                </c:pt>
                <c:pt idx="90">
                  <c:v>3.52</c:v>
                </c:pt>
                <c:pt idx="91">
                  <c:v>2.99</c:v>
                </c:pt>
                <c:pt idx="92">
                  <c:v>1.72</c:v>
                </c:pt>
                <c:pt idx="93">
                  <c:v>0.66</c:v>
                </c:pt>
                <c:pt idx="94">
                  <c:v>0.38</c:v>
                </c:pt>
                <c:pt idx="95">
                  <c:v>0.02</c:v>
                </c:pt>
                <c:pt idx="96">
                  <c:v>0</c:v>
                </c:pt>
                <c:pt idx="97">
                  <c:v>0</c:v>
                </c:pt>
                <c:pt idx="98">
                  <c:v>-0.01</c:v>
                </c:pt>
                <c:pt idx="99">
                  <c:v>-0.86</c:v>
                </c:pt>
                <c:pt idx="100">
                  <c:v>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A47-4067-8BA1-7B866091DED8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Line_Window!$BH$2:$BH$102</c:f>
              <c:numCache>
                <c:formatCode>General</c:formatCode>
                <c:ptCount val="101"/>
                <c:pt idx="0">
                  <c:v>205.42</c:v>
                </c:pt>
                <c:pt idx="1">
                  <c:v>165.45</c:v>
                </c:pt>
                <c:pt idx="2">
                  <c:v>155.04</c:v>
                </c:pt>
                <c:pt idx="3">
                  <c:v>149.72999999999999</c:v>
                </c:pt>
                <c:pt idx="4">
                  <c:v>142.28</c:v>
                </c:pt>
                <c:pt idx="5">
                  <c:v>136.69</c:v>
                </c:pt>
                <c:pt idx="6">
                  <c:v>132.35</c:v>
                </c:pt>
                <c:pt idx="7">
                  <c:v>128.53</c:v>
                </c:pt>
                <c:pt idx="8">
                  <c:v>125.76</c:v>
                </c:pt>
                <c:pt idx="9">
                  <c:v>123.66</c:v>
                </c:pt>
                <c:pt idx="10">
                  <c:v>121.44</c:v>
                </c:pt>
                <c:pt idx="11">
                  <c:v>119.33</c:v>
                </c:pt>
                <c:pt idx="12">
                  <c:v>117.7</c:v>
                </c:pt>
                <c:pt idx="13">
                  <c:v>115.46</c:v>
                </c:pt>
                <c:pt idx="14">
                  <c:v>113.8</c:v>
                </c:pt>
                <c:pt idx="15">
                  <c:v>111.44</c:v>
                </c:pt>
                <c:pt idx="16">
                  <c:v>108.92</c:v>
                </c:pt>
                <c:pt idx="17">
                  <c:v>107.22</c:v>
                </c:pt>
                <c:pt idx="18">
                  <c:v>105.12</c:v>
                </c:pt>
                <c:pt idx="19">
                  <c:v>103.47</c:v>
                </c:pt>
                <c:pt idx="20">
                  <c:v>102.21</c:v>
                </c:pt>
                <c:pt idx="21">
                  <c:v>100.53</c:v>
                </c:pt>
                <c:pt idx="22">
                  <c:v>99.02</c:v>
                </c:pt>
                <c:pt idx="23">
                  <c:v>97.79</c:v>
                </c:pt>
                <c:pt idx="24">
                  <c:v>96.13</c:v>
                </c:pt>
                <c:pt idx="25">
                  <c:v>94.75</c:v>
                </c:pt>
                <c:pt idx="26">
                  <c:v>93.68</c:v>
                </c:pt>
                <c:pt idx="27">
                  <c:v>92.24</c:v>
                </c:pt>
                <c:pt idx="28">
                  <c:v>90.21</c:v>
                </c:pt>
                <c:pt idx="29">
                  <c:v>88.82</c:v>
                </c:pt>
                <c:pt idx="30">
                  <c:v>87.07</c:v>
                </c:pt>
                <c:pt idx="31">
                  <c:v>85.46</c:v>
                </c:pt>
                <c:pt idx="32">
                  <c:v>83.79</c:v>
                </c:pt>
                <c:pt idx="33">
                  <c:v>82.12</c:v>
                </c:pt>
                <c:pt idx="34">
                  <c:v>80.88</c:v>
                </c:pt>
                <c:pt idx="35">
                  <c:v>79.23</c:v>
                </c:pt>
                <c:pt idx="36">
                  <c:v>77.88</c:v>
                </c:pt>
                <c:pt idx="37">
                  <c:v>76.430000000000007</c:v>
                </c:pt>
                <c:pt idx="38">
                  <c:v>74.739999999999995</c:v>
                </c:pt>
                <c:pt idx="39">
                  <c:v>72.97</c:v>
                </c:pt>
                <c:pt idx="40">
                  <c:v>70</c:v>
                </c:pt>
                <c:pt idx="41">
                  <c:v>67.42</c:v>
                </c:pt>
                <c:pt idx="42">
                  <c:v>65.209999999999994</c:v>
                </c:pt>
                <c:pt idx="43">
                  <c:v>63.33</c:v>
                </c:pt>
                <c:pt idx="44">
                  <c:v>61.13</c:v>
                </c:pt>
                <c:pt idx="45">
                  <c:v>58.54</c:v>
                </c:pt>
                <c:pt idx="46">
                  <c:v>55.11</c:v>
                </c:pt>
                <c:pt idx="47">
                  <c:v>53.22</c:v>
                </c:pt>
                <c:pt idx="48">
                  <c:v>50.01</c:v>
                </c:pt>
                <c:pt idx="49">
                  <c:v>46.81</c:v>
                </c:pt>
                <c:pt idx="50">
                  <c:v>43.43</c:v>
                </c:pt>
                <c:pt idx="51">
                  <c:v>39.979999999999997</c:v>
                </c:pt>
                <c:pt idx="52">
                  <c:v>37.24</c:v>
                </c:pt>
                <c:pt idx="53">
                  <c:v>35.01</c:v>
                </c:pt>
                <c:pt idx="54">
                  <c:v>33.770000000000003</c:v>
                </c:pt>
                <c:pt idx="55">
                  <c:v>31.7</c:v>
                </c:pt>
                <c:pt idx="56">
                  <c:v>29.22</c:v>
                </c:pt>
                <c:pt idx="57">
                  <c:v>27.17</c:v>
                </c:pt>
                <c:pt idx="58">
                  <c:v>24.8</c:v>
                </c:pt>
                <c:pt idx="59">
                  <c:v>23.22</c:v>
                </c:pt>
                <c:pt idx="60">
                  <c:v>21.39</c:v>
                </c:pt>
                <c:pt idx="61">
                  <c:v>19.37</c:v>
                </c:pt>
                <c:pt idx="62">
                  <c:v>16.489999999999998</c:v>
                </c:pt>
                <c:pt idx="63">
                  <c:v>14.65</c:v>
                </c:pt>
                <c:pt idx="64">
                  <c:v>12.7</c:v>
                </c:pt>
                <c:pt idx="65">
                  <c:v>11.14</c:v>
                </c:pt>
                <c:pt idx="66">
                  <c:v>9.8000000000000007</c:v>
                </c:pt>
                <c:pt idx="67">
                  <c:v>8.44</c:v>
                </c:pt>
                <c:pt idx="68">
                  <c:v>7</c:v>
                </c:pt>
                <c:pt idx="69">
                  <c:v>5.66</c:v>
                </c:pt>
                <c:pt idx="70">
                  <c:v>4.84</c:v>
                </c:pt>
                <c:pt idx="71">
                  <c:v>3.92</c:v>
                </c:pt>
                <c:pt idx="72">
                  <c:v>3.67</c:v>
                </c:pt>
                <c:pt idx="73">
                  <c:v>3.04</c:v>
                </c:pt>
                <c:pt idx="74">
                  <c:v>2.41</c:v>
                </c:pt>
                <c:pt idx="75">
                  <c:v>2.04</c:v>
                </c:pt>
                <c:pt idx="76">
                  <c:v>1.75</c:v>
                </c:pt>
                <c:pt idx="77">
                  <c:v>1.37</c:v>
                </c:pt>
                <c:pt idx="78">
                  <c:v>1.1000000000000001</c:v>
                </c:pt>
                <c:pt idx="79">
                  <c:v>0.92</c:v>
                </c:pt>
                <c:pt idx="80">
                  <c:v>0.62</c:v>
                </c:pt>
                <c:pt idx="81">
                  <c:v>0.44</c:v>
                </c:pt>
                <c:pt idx="82">
                  <c:v>0.28000000000000003</c:v>
                </c:pt>
                <c:pt idx="83">
                  <c:v>0.17</c:v>
                </c:pt>
                <c:pt idx="84">
                  <c:v>7.0000000000000007E-2</c:v>
                </c:pt>
                <c:pt idx="85">
                  <c:v>0.01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-0.01</c:v>
                </c:pt>
                <c:pt idx="92">
                  <c:v>-0.03</c:v>
                </c:pt>
                <c:pt idx="93">
                  <c:v>-0.11</c:v>
                </c:pt>
                <c:pt idx="94">
                  <c:v>-0.32</c:v>
                </c:pt>
                <c:pt idx="95">
                  <c:v>-0.5</c:v>
                </c:pt>
                <c:pt idx="96">
                  <c:v>-0.83</c:v>
                </c:pt>
                <c:pt idx="97">
                  <c:v>-1.43</c:v>
                </c:pt>
                <c:pt idx="98">
                  <c:v>-2.0099999999999998</c:v>
                </c:pt>
                <c:pt idx="99">
                  <c:v>-2.94</c:v>
                </c:pt>
                <c:pt idx="100">
                  <c:v>-9.82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A47-4067-8BA1-7B866091D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day of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1"/>
        <c:ser>
          <c:idx val="3"/>
          <c:order val="3"/>
          <c:tx>
            <c:v>Gas</c:v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Line_Window!$BS$2:$BS$25</c:f>
              <c:numCache>
                <c:formatCode>General</c:formatCode>
                <c:ptCount val="24"/>
                <c:pt idx="0">
                  <c:v>800.5</c:v>
                </c:pt>
                <c:pt idx="1">
                  <c:v>801.6</c:v>
                </c:pt>
                <c:pt idx="2">
                  <c:v>804.6</c:v>
                </c:pt>
                <c:pt idx="3">
                  <c:v>807.9</c:v>
                </c:pt>
                <c:pt idx="4">
                  <c:v>817.2</c:v>
                </c:pt>
                <c:pt idx="5">
                  <c:v>829.7</c:v>
                </c:pt>
                <c:pt idx="6">
                  <c:v>845.8</c:v>
                </c:pt>
                <c:pt idx="7">
                  <c:v>859.2</c:v>
                </c:pt>
                <c:pt idx="8">
                  <c:v>853.1</c:v>
                </c:pt>
                <c:pt idx="9">
                  <c:v>844.6</c:v>
                </c:pt>
                <c:pt idx="10">
                  <c:v>846.2</c:v>
                </c:pt>
                <c:pt idx="11">
                  <c:v>849.2</c:v>
                </c:pt>
                <c:pt idx="12">
                  <c:v>848.5</c:v>
                </c:pt>
                <c:pt idx="13">
                  <c:v>864.2</c:v>
                </c:pt>
                <c:pt idx="14">
                  <c:v>865.3</c:v>
                </c:pt>
                <c:pt idx="15">
                  <c:v>892.2</c:v>
                </c:pt>
                <c:pt idx="16">
                  <c:v>950.8</c:v>
                </c:pt>
                <c:pt idx="17">
                  <c:v>1016.0</c:v>
                </c:pt>
                <c:pt idx="18">
                  <c:v>1032.5</c:v>
                </c:pt>
                <c:pt idx="19">
                  <c:v>1038.3</c:v>
                </c:pt>
                <c:pt idx="20">
                  <c:v>1013.4</c:v>
                </c:pt>
                <c:pt idx="21">
                  <c:v>961.4</c:v>
                </c:pt>
                <c:pt idx="22">
                  <c:v>887.8</c:v>
                </c:pt>
                <c:pt idx="23">
                  <c:v>822.4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E-4E6A-BED6-39B60B5FDB71}"/>
            </c:ext>
          </c:extLst>
        </c:ser>
        <c:ser>
          <c:idx val="5"/>
          <c:order val="5"/>
          <c:tx>
            <c:v>Biomass</c:v>
          </c:tx>
          <c:spPr>
            <a:solidFill>
              <a:srgbClr val="E8C9BA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Line_Window!$BT$2:$BT$25</c:f>
              <c:numCache>
                <c:formatCode>General</c:formatCode>
                <c:ptCount val="24"/>
                <c:pt idx="0">
                  <c:v>321.0</c:v>
                </c:pt>
                <c:pt idx="1">
                  <c:v>320.7</c:v>
                </c:pt>
                <c:pt idx="2">
                  <c:v>320.3</c:v>
                </c:pt>
                <c:pt idx="3">
                  <c:v>319.7</c:v>
                </c:pt>
                <c:pt idx="4">
                  <c:v>319.0</c:v>
                </c:pt>
                <c:pt idx="5">
                  <c:v>319.1</c:v>
                </c:pt>
                <c:pt idx="6">
                  <c:v>319.2</c:v>
                </c:pt>
                <c:pt idx="7">
                  <c:v>318.9</c:v>
                </c:pt>
                <c:pt idx="8">
                  <c:v>318.3</c:v>
                </c:pt>
                <c:pt idx="9">
                  <c:v>317.2</c:v>
                </c:pt>
                <c:pt idx="10">
                  <c:v>316.8</c:v>
                </c:pt>
                <c:pt idx="11">
                  <c:v>316.9</c:v>
                </c:pt>
                <c:pt idx="12">
                  <c:v>317.7</c:v>
                </c:pt>
                <c:pt idx="13">
                  <c:v>317.8</c:v>
                </c:pt>
                <c:pt idx="14">
                  <c:v>318.1</c:v>
                </c:pt>
                <c:pt idx="15">
                  <c:v>318.1</c:v>
                </c:pt>
                <c:pt idx="16">
                  <c:v>318.4</c:v>
                </c:pt>
                <c:pt idx="17">
                  <c:v>319.1</c:v>
                </c:pt>
                <c:pt idx="18">
                  <c:v>320.2</c:v>
                </c:pt>
                <c:pt idx="19">
                  <c:v>321.0</c:v>
                </c:pt>
                <c:pt idx="20">
                  <c:v>321.3</c:v>
                </c:pt>
                <c:pt idx="21">
                  <c:v>321.5</c:v>
                </c:pt>
                <c:pt idx="22">
                  <c:v>321.2</c:v>
                </c:pt>
                <c:pt idx="23">
                  <c:v>321.1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E-4E6A-BED6-39B60B5FDB71}"/>
            </c:ext>
          </c:extLst>
        </c:ser>
        <c:ser>
          <c:idx val="8"/>
          <c:order val="8"/>
          <c:tx>
            <c:v>Hydro run-of-river</c:v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Line_Window!$BU$2:$BU$25</c:f>
              <c:numCache>
                <c:formatCode>General</c:formatCode>
                <c:ptCount val="24"/>
                <c:pt idx="0">
                  <c:v>1000.7</c:v>
                </c:pt>
                <c:pt idx="1">
                  <c:v>917.6</c:v>
                </c:pt>
                <c:pt idx="2">
                  <c:v>891.5</c:v>
                </c:pt>
                <c:pt idx="3">
                  <c:v>910.9</c:v>
                </c:pt>
                <c:pt idx="4">
                  <c:v>1011.8</c:v>
                </c:pt>
                <c:pt idx="5">
                  <c:v>1105.6</c:v>
                </c:pt>
                <c:pt idx="6">
                  <c:v>1126.7</c:v>
                </c:pt>
                <c:pt idx="7">
                  <c:v>1070.8</c:v>
                </c:pt>
                <c:pt idx="8">
                  <c:v>965.8</c:v>
                </c:pt>
                <c:pt idx="9">
                  <c:v>835.5</c:v>
                </c:pt>
                <c:pt idx="10">
                  <c:v>749.1</c:v>
                </c:pt>
                <c:pt idx="11">
                  <c:v>676.3</c:v>
                </c:pt>
                <c:pt idx="12">
                  <c:v>623.8</c:v>
                </c:pt>
                <c:pt idx="13">
                  <c:v>602.2</c:v>
                </c:pt>
                <c:pt idx="14">
                  <c:v>614.1</c:v>
                </c:pt>
                <c:pt idx="15">
                  <c:v>669.5</c:v>
                </c:pt>
                <c:pt idx="16">
                  <c:v>839.4</c:v>
                </c:pt>
                <c:pt idx="17">
                  <c:v>1168.9</c:v>
                </c:pt>
                <c:pt idx="18">
                  <c:v>1488.9</c:v>
                </c:pt>
                <c:pt idx="19">
                  <c:v>1640.3</c:v>
                </c:pt>
                <c:pt idx="20">
                  <c:v>1576.2</c:v>
                </c:pt>
                <c:pt idx="21">
                  <c:v>1412.6</c:v>
                </c:pt>
                <c:pt idx="22">
                  <c:v>1215.3</c:v>
                </c:pt>
                <c:pt idx="23">
                  <c:v>1105.7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AE-4E6A-BED6-39B60B5FDB71}"/>
            </c:ext>
          </c:extLst>
        </c:ser>
        <c:ser>
          <c:idx val="9"/>
          <c:order val="9"/>
          <c:tx>
            <c:v>Hydro reservoir</c:v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Line_Window!$BV$2:$BV$25</c:f>
              <c:numCache>
                <c:formatCode>General</c:formatCode>
                <c:ptCount val="24"/>
                <c:pt idx="0">
                  <c:v>340.3</c:v>
                </c:pt>
                <c:pt idx="1">
                  <c:v>306.9</c:v>
                </c:pt>
                <c:pt idx="2">
                  <c:v>291.9</c:v>
                </c:pt>
                <c:pt idx="3">
                  <c:v>297.5</c:v>
                </c:pt>
                <c:pt idx="4">
                  <c:v>339.6</c:v>
                </c:pt>
                <c:pt idx="5">
                  <c:v>425.8</c:v>
                </c:pt>
                <c:pt idx="6">
                  <c:v>472.1</c:v>
                </c:pt>
                <c:pt idx="7">
                  <c:v>445.4</c:v>
                </c:pt>
                <c:pt idx="8">
                  <c:v>350.8</c:v>
                </c:pt>
                <c:pt idx="9">
                  <c:v>278.4</c:v>
                </c:pt>
                <c:pt idx="10">
                  <c:v>239.0</c:v>
                </c:pt>
                <c:pt idx="11">
                  <c:v>226.5</c:v>
                </c:pt>
                <c:pt idx="12">
                  <c:v>218.1</c:v>
                </c:pt>
                <c:pt idx="13">
                  <c:v>217.6</c:v>
                </c:pt>
                <c:pt idx="14">
                  <c:v>233.8</c:v>
                </c:pt>
                <c:pt idx="15">
                  <c:v>267.3</c:v>
                </c:pt>
                <c:pt idx="16">
                  <c:v>359.7</c:v>
                </c:pt>
                <c:pt idx="17">
                  <c:v>536.5</c:v>
                </c:pt>
                <c:pt idx="18">
                  <c:v>706.5</c:v>
                </c:pt>
                <c:pt idx="19">
                  <c:v>816.1</c:v>
                </c:pt>
                <c:pt idx="20">
                  <c:v>731.7</c:v>
                </c:pt>
                <c:pt idx="21">
                  <c:v>577.0</c:v>
                </c:pt>
                <c:pt idx="22">
                  <c:v>469.6</c:v>
                </c:pt>
                <c:pt idx="23">
                  <c:v>399.1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8AE-4E6A-BED6-39B60B5FDB71}"/>
            </c:ext>
          </c:extLst>
        </c:ser>
        <c:ser>
          <c:idx val="10"/>
          <c:order val="10"/>
          <c:tx>
            <c:v>Hydro pumped (production)</c:v>
          </c:tx>
          <c:spPr>
            <a:solidFill>
              <a:srgbClr val="6F8F77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Line_Window!$BW$2:$BW$25</c:f>
              <c:numCache>
                <c:formatCode>General</c:formatCode>
                <c:ptCount val="24"/>
                <c:pt idx="0">
                  <c:v>549.9</c:v>
                </c:pt>
                <c:pt idx="1">
                  <c:v>429.9</c:v>
                </c:pt>
                <c:pt idx="2">
                  <c:v>378.2</c:v>
                </c:pt>
                <c:pt idx="3">
                  <c:v>413.6</c:v>
                </c:pt>
                <c:pt idx="4">
                  <c:v>576.3</c:v>
                </c:pt>
                <c:pt idx="5">
                  <c:v>884.9</c:v>
                </c:pt>
                <c:pt idx="6">
                  <c:v>976.8</c:v>
                </c:pt>
                <c:pt idx="7">
                  <c:v>777.3</c:v>
                </c:pt>
                <c:pt idx="8">
                  <c:v>455.1</c:v>
                </c:pt>
                <c:pt idx="9">
                  <c:v>242.0</c:v>
                </c:pt>
                <c:pt idx="10">
                  <c:v>158.0</c:v>
                </c:pt>
                <c:pt idx="11">
                  <c:v>131.0</c:v>
                </c:pt>
                <c:pt idx="12">
                  <c:v>112.2</c:v>
                </c:pt>
                <c:pt idx="13">
                  <c:v>115.5</c:v>
                </c:pt>
                <c:pt idx="14">
                  <c:v>136.9</c:v>
                </c:pt>
                <c:pt idx="15">
                  <c:v>224.2</c:v>
                </c:pt>
                <c:pt idx="16">
                  <c:v>545.6</c:v>
                </c:pt>
                <c:pt idx="17">
                  <c:v>1204.0</c:v>
                </c:pt>
                <c:pt idx="18">
                  <c:v>1811.5</c:v>
                </c:pt>
                <c:pt idx="19">
                  <c:v>2072.5</c:v>
                </c:pt>
                <c:pt idx="20">
                  <c:v>1874.4</c:v>
                </c:pt>
                <c:pt idx="21">
                  <c:v>1430.4</c:v>
                </c:pt>
                <c:pt idx="22">
                  <c:v>1071.6</c:v>
                </c:pt>
                <c:pt idx="23">
                  <c:v>767.5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AE-4E6A-BED6-39B60B5FDB71}"/>
            </c:ext>
          </c:extLst>
        </c:ser>
        <c:ser>
          <c:idx val="11"/>
          <c:order val="11"/>
          <c:tx>
            <c:v>Onshore wind</c:v>
          </c:tx>
          <c:spPr>
            <a:solidFill>
              <a:srgbClr val="2E3E80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Line_Window!$BX$2:$BX$25</c:f>
              <c:numCache>
                <c:formatCode>General</c:formatCode>
                <c:ptCount val="24"/>
                <c:pt idx="0">
                  <c:v>1642.1</c:v>
                </c:pt>
                <c:pt idx="1">
                  <c:v>1644.4</c:v>
                </c:pt>
                <c:pt idx="2">
                  <c:v>1652.6</c:v>
                </c:pt>
                <c:pt idx="3">
                  <c:v>1657.2</c:v>
                </c:pt>
                <c:pt idx="4">
                  <c:v>1665.2</c:v>
                </c:pt>
                <c:pt idx="5">
                  <c:v>1668.5</c:v>
                </c:pt>
                <c:pt idx="6">
                  <c:v>1659.6</c:v>
                </c:pt>
                <c:pt idx="7">
                  <c:v>1595.8</c:v>
                </c:pt>
                <c:pt idx="8">
                  <c:v>1494.5</c:v>
                </c:pt>
                <c:pt idx="9">
                  <c:v>1402.4</c:v>
                </c:pt>
                <c:pt idx="10">
                  <c:v>1334.5</c:v>
                </c:pt>
                <c:pt idx="11">
                  <c:v>1302.0</c:v>
                </c:pt>
                <c:pt idx="12">
                  <c:v>1305.0</c:v>
                </c:pt>
                <c:pt idx="13">
                  <c:v>1326.4</c:v>
                </c:pt>
                <c:pt idx="14">
                  <c:v>1367.4</c:v>
                </c:pt>
                <c:pt idx="15">
                  <c:v>1418.8</c:v>
                </c:pt>
                <c:pt idx="16">
                  <c:v>1470.2</c:v>
                </c:pt>
                <c:pt idx="17">
                  <c:v>1513.6</c:v>
                </c:pt>
                <c:pt idx="18">
                  <c:v>1539.7</c:v>
                </c:pt>
                <c:pt idx="19">
                  <c:v>1574.7</c:v>
                </c:pt>
                <c:pt idx="20">
                  <c:v>1612.0</c:v>
                </c:pt>
                <c:pt idx="21">
                  <c:v>1634.6</c:v>
                </c:pt>
                <c:pt idx="22">
                  <c:v>1643.3</c:v>
                </c:pt>
                <c:pt idx="23">
                  <c:v>1646.7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AE-4E6A-BED6-39B60B5FDB71}"/>
            </c:ext>
          </c:extLst>
        </c:ser>
        <c:ser>
          <c:idx val="13"/>
          <c:order val="13"/>
          <c:tx>
            <c:v>Solar</c:v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Line_Window!$BY$2:$BY$25</c:f>
              <c:numCache>
                <c:formatCode>General</c:formatCode>
                <c:ptCount val="24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10.6</c:v>
                </c:pt>
                <c:pt idx="6">
                  <c:v>133.3</c:v>
                </c:pt>
                <c:pt idx="7">
                  <c:v>505.0</c:v>
                </c:pt>
                <c:pt idx="8">
                  <c:v>1047.6</c:v>
                </c:pt>
                <c:pt idx="9">
                  <c:v>1544.9</c:v>
                </c:pt>
                <c:pt idx="10">
                  <c:v>1883.1</c:v>
                </c:pt>
                <c:pt idx="11">
                  <c:v>2056.2</c:v>
                </c:pt>
                <c:pt idx="12">
                  <c:v>2089.6</c:v>
                </c:pt>
                <c:pt idx="13">
                  <c:v>2046.1</c:v>
                </c:pt>
                <c:pt idx="14">
                  <c:v>1891.3</c:v>
                </c:pt>
                <c:pt idx="15">
                  <c:v>1600.8</c:v>
                </c:pt>
                <c:pt idx="16">
                  <c:v>1129.6</c:v>
                </c:pt>
                <c:pt idx="17">
                  <c:v>585.6</c:v>
                </c:pt>
                <c:pt idx="18">
                  <c:v>180.5</c:v>
                </c:pt>
                <c:pt idx="19">
                  <c:v>19.9</c:v>
                </c:pt>
                <c:pt idx="20">
                  <c:v>0.2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8AE-4E6A-BED6-39B60B5FDB71}"/>
            </c:ext>
          </c:extLst>
        </c:ser>
        <c:ser>
          <c:idx val="16"/>
          <c:order val="16"/>
          <c:tx>
            <c:v>Other</c:v>
          </c:tx>
          <c:spPr>
            <a:solidFill>
              <a:srgbClr val="D6D1CA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Line_Window!$BZ$2:$BZ$25</c:f>
              <c:numCache>
                <c:formatCode>General</c:formatCode>
                <c:ptCount val="24"/>
                <c:pt idx="0">
                  <c:v>25.7</c:v>
                </c:pt>
                <c:pt idx="1">
                  <c:v>25.7</c:v>
                </c:pt>
                <c:pt idx="2">
                  <c:v>25.4</c:v>
                </c:pt>
                <c:pt idx="3">
                  <c:v>25.0</c:v>
                </c:pt>
                <c:pt idx="4">
                  <c:v>24.8</c:v>
                </c:pt>
                <c:pt idx="5">
                  <c:v>24.9</c:v>
                </c:pt>
                <c:pt idx="6">
                  <c:v>25.0</c:v>
                </c:pt>
                <c:pt idx="7">
                  <c:v>24.9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25.1</c:v>
                </c:pt>
                <c:pt idx="12">
                  <c:v>25.2</c:v>
                </c:pt>
                <c:pt idx="13">
                  <c:v>25.2</c:v>
                </c:pt>
                <c:pt idx="14">
                  <c:v>25.3</c:v>
                </c:pt>
                <c:pt idx="15">
                  <c:v>25.3</c:v>
                </c:pt>
                <c:pt idx="16">
                  <c:v>25.3</c:v>
                </c:pt>
                <c:pt idx="17">
                  <c:v>25.4</c:v>
                </c:pt>
                <c:pt idx="18">
                  <c:v>25.5</c:v>
                </c:pt>
                <c:pt idx="19">
                  <c:v>25.4</c:v>
                </c:pt>
                <c:pt idx="20">
                  <c:v>25.4</c:v>
                </c:pt>
                <c:pt idx="21">
                  <c:v>25.6</c:v>
                </c:pt>
                <c:pt idx="22">
                  <c:v>25.5</c:v>
                </c:pt>
                <c:pt idx="23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8AE-4E6A-BED6-39B60B5F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0"/>
        <c:axId val="100"/>
      </c:barChart>
      <c:lineChart>
        <c:grouping val="standard"/>
        <c:varyColors val="1"/>
        <c:ser>
          <c:idx val="17"/>
          <c:order val="17"/>
          <c:tx>
            <c:v>Price</c:v>
          </c:tx>
          <c:spPr>
            <a:ln w="28575">
              <a:solidFill>
                <a:srgbClr val="C00000"/>
              </a:solidFill>
              <a:prstDash val="solid"/>
            </a:ln>
          </c:spPr>
          <c:marker>
            <c:symbol val="none"/>
          </c:marker>
          <c:val>
            <c:numRef>
              <c:f>Line_Window!$CA$2:$CA$25</c:f>
              <c:numCache>
                <c:formatCode>General</c:formatCode>
                <c:ptCount val="24"/>
                <c:pt idx="0">
                  <c:v>70.5</c:v>
                </c:pt>
                <c:pt idx="1">
                  <c:v>67.0</c:v>
                </c:pt>
                <c:pt idx="2">
                  <c:v>64.9</c:v>
                </c:pt>
                <c:pt idx="3">
                  <c:v>65.2</c:v>
                </c:pt>
                <c:pt idx="4">
                  <c:v>69.9</c:v>
                </c:pt>
                <c:pt idx="5">
                  <c:v>79.4</c:v>
                </c:pt>
                <c:pt idx="6">
                  <c:v>82.3</c:v>
                </c:pt>
                <c:pt idx="7">
                  <c:v>71.2</c:v>
                </c:pt>
                <c:pt idx="8">
                  <c:v>53.5</c:v>
                </c:pt>
                <c:pt idx="9">
                  <c:v>41.1</c:v>
                </c:pt>
                <c:pt idx="10">
                  <c:v>35.0</c:v>
                </c:pt>
                <c:pt idx="11">
                  <c:v>32.1</c:v>
                </c:pt>
                <c:pt idx="12">
                  <c:v>30.0</c:v>
                </c:pt>
                <c:pt idx="13">
                  <c:v>30.0</c:v>
                </c:pt>
                <c:pt idx="14">
                  <c:v>33.2</c:v>
                </c:pt>
                <c:pt idx="15">
                  <c:v>43.0</c:v>
                </c:pt>
                <c:pt idx="16">
                  <c:v>60.3</c:v>
                </c:pt>
                <c:pt idx="17">
                  <c:v>83.7</c:v>
                </c:pt>
                <c:pt idx="18">
                  <c:v>105.4</c:v>
                </c:pt>
                <c:pt idx="19">
                  <c:v>115.1</c:v>
                </c:pt>
                <c:pt idx="20">
                  <c:v>104.1</c:v>
                </c:pt>
                <c:pt idx="21">
                  <c:v>91.2</c:v>
                </c:pt>
                <c:pt idx="22">
                  <c:v>84.0</c:v>
                </c:pt>
                <c:pt idx="23">
                  <c:v>76.2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18AE-4E6A-BED6-39B60B5F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MW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0"/>
        <c:axPos val="r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9D2CD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Fig5_Window!$B$2:$B$11</c:f>
              <c:numCache>
                <c:formatCode>General</c:formatCode>
                <c:ptCount val="10"/>
                <c:pt idx="0">
                  <c:v>-7.33</c:v>
                </c:pt>
                <c:pt idx="1">
                  <c:v>-14.2</c:v>
                </c:pt>
                <c:pt idx="2">
                  <c:v>-7.74</c:v>
                </c:pt>
                <c:pt idx="3">
                  <c:v>24.06</c:v>
                </c:pt>
                <c:pt idx="4">
                  <c:v>11.71</c:v>
                </c:pt>
                <c:pt idx="5">
                  <c:v>-0.23</c:v>
                </c:pt>
                <c:pt idx="6">
                  <c:v>0.47</c:v>
                </c:pt>
                <c:pt idx="7">
                  <c:v>10.46</c:v>
                </c:pt>
                <c:pt idx="8">
                  <c:v>8.6</c:v>
                </c:pt>
                <c:pt idx="9">
                  <c:v>19.03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60-4ED4-8A58-F17CEE7FB84D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Fig5_Window!$C$2:$C$11</c:f>
              <c:numCache>
                <c:formatCode>General</c:formatCode>
                <c:ptCount val="10"/>
                <c:pt idx="0">
                  <c:v>-19.56</c:v>
                </c:pt>
                <c:pt idx="1">
                  <c:v>-19.34</c:v>
                </c:pt>
                <c:pt idx="2">
                  <c:v>-8.62</c:v>
                </c:pt>
                <c:pt idx="3">
                  <c:v>-0.24</c:v>
                </c:pt>
                <c:pt idx="4">
                  <c:v>18.58</c:v>
                </c:pt>
                <c:pt idx="5">
                  <c:v>-0.51</c:v>
                </c:pt>
                <c:pt idx="6">
                  <c:v>0.27</c:v>
                </c:pt>
                <c:pt idx="7">
                  <c:v>16.74</c:v>
                </c:pt>
                <c:pt idx="8">
                  <c:v>17.39</c:v>
                </c:pt>
                <c:pt idx="9">
                  <c:v>29.81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60-4ED4-8A58-F17CEE7FB84D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A1E41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Fig5_Window!$D$2:$D$11</c:f>
              <c:numCache>
                <c:formatCode>General</c:formatCode>
                <c:ptCount val="10"/>
                <c:pt idx="0">
                  <c:v>-22.09</c:v>
                </c:pt>
                <c:pt idx="1">
                  <c:v>-16.64</c:v>
                </c:pt>
                <c:pt idx="2">
                  <c:v>-4.65</c:v>
                </c:pt>
                <c:pt idx="3">
                  <c:v>28.48</c:v>
                </c:pt>
                <c:pt idx="4">
                  <c:v>11.18</c:v>
                </c:pt>
                <c:pt idx="5">
                  <c:v>-6.69</c:v>
                </c:pt>
                <c:pt idx="6">
                  <c:v>1.01</c:v>
                </c:pt>
                <c:pt idx="7">
                  <c:v>10.99</c:v>
                </c:pt>
                <c:pt idx="8">
                  <c:v>10.31</c:v>
                </c:pt>
                <c:pt idx="9">
                  <c:v>29.5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160-4ED4-8A58-F17CEE7FB84D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Fig5_Window!$E$2:$E$11</c:f>
              <c:numCache>
                <c:formatCode>General</c:formatCode>
                <c:ptCount val="10"/>
                <c:pt idx="0">
                  <c:v>-5.59</c:v>
                </c:pt>
                <c:pt idx="1">
                  <c:v>-28.51</c:v>
                </c:pt>
                <c:pt idx="2">
                  <c:v>-17.4</c:v>
                </c:pt>
                <c:pt idx="3">
                  <c:v>27.07</c:v>
                </c:pt>
                <c:pt idx="4">
                  <c:v>20.16</c:v>
                </c:pt>
                <c:pt idx="5">
                  <c:v>0.45</c:v>
                </c:pt>
                <c:pt idx="6">
                  <c:v>0.08</c:v>
                </c:pt>
                <c:pt idx="7">
                  <c:v>9.13</c:v>
                </c:pt>
                <c:pt idx="8">
                  <c:v>6.6</c:v>
                </c:pt>
                <c:pt idx="9">
                  <c:v>15.27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160-4ED4-8A58-F17CEE7FB84D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Fig5_Window!$F$2:$F$11</c:f>
              <c:numCache>
                <c:formatCode>General</c:formatCode>
                <c:ptCount val="10"/>
                <c:pt idx="0">
                  <c:v>-24.16</c:v>
                </c:pt>
                <c:pt idx="1">
                  <c:v>-17.43</c:v>
                </c:pt>
                <c:pt idx="2">
                  <c:v>-9.06</c:v>
                </c:pt>
                <c:pt idx="3">
                  <c:v>31.97</c:v>
                </c:pt>
                <c:pt idx="4">
                  <c:v>16.6</c:v>
                </c:pt>
                <c:pt idx="5">
                  <c:v>-1.62</c:v>
                </c:pt>
                <c:pt idx="6">
                  <c:v>1.97</c:v>
                </c:pt>
                <c:pt idx="7">
                  <c:v>15.38</c:v>
                </c:pt>
                <c:pt idx="8">
                  <c:v>15.59</c:v>
                </c:pt>
                <c:pt idx="9">
                  <c:v>22.52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160-4ED4-8A58-F17CEE7FB84D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Fig5_Window!$G$2:$G$11</c:f>
              <c:numCache>
                <c:formatCode>General</c:formatCode>
                <c:ptCount val="10"/>
                <c:pt idx="0">
                  <c:v>-41.12</c:v>
                </c:pt>
                <c:pt idx="1">
                  <c:v>-17.78</c:v>
                </c:pt>
                <c:pt idx="2">
                  <c:v>-9.05</c:v>
                </c:pt>
                <c:pt idx="3">
                  <c:v>44.68</c:v>
                </c:pt>
                <c:pt idx="4">
                  <c:v>28.44</c:v>
                </c:pt>
                <c:pt idx="5">
                  <c:v>-0.48</c:v>
                </c:pt>
                <c:pt idx="6">
                  <c:v>2.51</c:v>
                </c:pt>
                <c:pt idx="7">
                  <c:v>20.94</c:v>
                </c:pt>
                <c:pt idx="8">
                  <c:v>16.3</c:v>
                </c:pt>
                <c:pt idx="9">
                  <c:v>20.64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160-4ED4-8A58-F17CEE7FB84D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Fig5_Window!$H$2:$H$11</c:f>
              <c:numCache>
                <c:formatCode>General</c:formatCode>
                <c:ptCount val="10"/>
                <c:pt idx="0">
                  <c:v>-48.44</c:v>
                </c:pt>
                <c:pt idx="1">
                  <c:v>-13.4</c:v>
                </c:pt>
                <c:pt idx="2">
                  <c:v>-4.24</c:v>
                </c:pt>
                <c:pt idx="3">
                  <c:v>45.52</c:v>
                </c:pt>
                <c:pt idx="4">
                  <c:v>27.45</c:v>
                </c:pt>
                <c:pt idx="5">
                  <c:v>1.06</c:v>
                </c:pt>
                <c:pt idx="6">
                  <c:v>3.94</c:v>
                </c:pt>
                <c:pt idx="7">
                  <c:v>23.59</c:v>
                </c:pt>
                <c:pt idx="8">
                  <c:v>16.68</c:v>
                </c:pt>
                <c:pt idx="9">
                  <c:v>25.12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160-4ED4-8A58-F17CEE7FB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% vs base</a:t>
                </a:r>
              </a:p>
            </c:rich>
          </c:tx>
          <c:overlay val="1"/>
        </c:title>
        <c:numFmt formatCode="#,##0&quot;%&quot;;(#,##0&quot;%&quot;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9D2CD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Fig9_Window!$B$2:$B$12</c:f>
              <c:numCache>
                <c:formatCode>General</c:formatCode>
                <c:ptCount val="11"/>
                <c:pt idx="0">
                  <c:v>45435.0</c:v>
                </c:pt>
                <c:pt idx="1">
                  <c:v>52945.6</c:v>
                </c:pt>
                <c:pt idx="2">
                  <c:v>6393.0</c:v>
                </c:pt>
                <c:pt idx="3">
                  <c:v>9422.0</c:v>
                </c:pt>
                <c:pt idx="4">
                  <c:v>1309.0</c:v>
                </c:pt>
                <c:pt idx="5">
                  <c:v>4007.9</c:v>
                </c:pt>
                <c:pt idx="6">
                  <c:v>7782.1</c:v>
                </c:pt>
                <c:pt idx="7">
                  <c:v>31745.0</c:v>
                </c:pt>
                <c:pt idx="8">
                  <c:v>21205.0</c:v>
                </c:pt>
                <c:pt idx="9">
                  <c:v>25293.0</c:v>
                </c:pt>
                <c:pt idx="10">
                  <c:v>9516.0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5D-4ABF-AEE5-7FDE830A9B26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Fig9_Window!$C$2:$C$12</c:f>
              <c:numCache>
                <c:formatCode>General</c:formatCode>
                <c:ptCount val="11"/>
                <c:pt idx="0">
                  <c:v>48376.4</c:v>
                </c:pt>
                <c:pt idx="1">
                  <c:v>53338.2</c:v>
                </c:pt>
                <c:pt idx="2">
                  <c:v>7503.7</c:v>
                </c:pt>
                <c:pt idx="3">
                  <c:v>9421.5</c:v>
                </c:pt>
                <c:pt idx="4">
                  <c:v>1308.5</c:v>
                </c:pt>
                <c:pt idx="5">
                  <c:v>3994.7</c:v>
                </c:pt>
                <c:pt idx="6">
                  <c:v>8033.6</c:v>
                </c:pt>
                <c:pt idx="7">
                  <c:v>31793.1</c:v>
                </c:pt>
                <c:pt idx="8">
                  <c:v>21067.0</c:v>
                </c:pt>
                <c:pt idx="9">
                  <c:v>22458.4</c:v>
                </c:pt>
                <c:pt idx="10">
                  <c:v>8114.0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5D-4ABF-AEE5-7FDE830A9B26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A1E41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Fig9_Window!$D$2:$D$12</c:f>
              <c:numCache>
                <c:formatCode>General</c:formatCode>
                <c:ptCount val="11"/>
                <c:pt idx="0">
                  <c:v>53537.9</c:v>
                </c:pt>
                <c:pt idx="1">
                  <c:v>54666.2</c:v>
                </c:pt>
                <c:pt idx="2">
                  <c:v>7773.8</c:v>
                </c:pt>
                <c:pt idx="3">
                  <c:v>9421.5</c:v>
                </c:pt>
                <c:pt idx="4">
                  <c:v>1308.5</c:v>
                </c:pt>
                <c:pt idx="5">
                  <c:v>3838.8</c:v>
                </c:pt>
                <c:pt idx="6">
                  <c:v>8447.1</c:v>
                </c:pt>
                <c:pt idx="7">
                  <c:v>32038.2</c:v>
                </c:pt>
                <c:pt idx="8">
                  <c:v>20487.0</c:v>
                </c:pt>
                <c:pt idx="9">
                  <c:v>23499.4</c:v>
                </c:pt>
                <c:pt idx="10">
                  <c:v>8114.0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5D-4ABF-AEE5-7FDE830A9B26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Fig9_Window!$E$2:$E$12</c:f>
              <c:numCache>
                <c:formatCode>General</c:formatCode>
                <c:ptCount val="11"/>
                <c:pt idx="0">
                  <c:v>58002.3</c:v>
                </c:pt>
                <c:pt idx="1">
                  <c:v>55456.3</c:v>
                </c:pt>
                <c:pt idx="2">
                  <c:v>7786.8</c:v>
                </c:pt>
                <c:pt idx="3">
                  <c:v>9379.2</c:v>
                </c:pt>
                <c:pt idx="4">
                  <c:v>1309.0</c:v>
                </c:pt>
                <c:pt idx="5">
                  <c:v>3684.5</c:v>
                </c:pt>
                <c:pt idx="6">
                  <c:v>8378.9</c:v>
                </c:pt>
                <c:pt idx="7">
                  <c:v>30648.7</c:v>
                </c:pt>
                <c:pt idx="8">
                  <c:v>18544.3</c:v>
                </c:pt>
                <c:pt idx="9">
                  <c:v>18829.5</c:v>
                </c:pt>
                <c:pt idx="10">
                  <c:v>4056.0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E5D-4ABF-AEE5-7FDE830A9B26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Fig9_Window!$F$2:$F$12</c:f>
              <c:numCache>
                <c:formatCode>General</c:formatCode>
                <c:ptCount val="11"/>
                <c:pt idx="0">
                  <c:v>63366.0</c:v>
                </c:pt>
                <c:pt idx="1">
                  <c:v>57741.6</c:v>
                </c:pt>
                <c:pt idx="2">
                  <c:v>8128.8</c:v>
                </c:pt>
                <c:pt idx="3">
                  <c:v>9379.0</c:v>
                </c:pt>
                <c:pt idx="4">
                  <c:v>1345.0</c:v>
                </c:pt>
                <c:pt idx="5">
                  <c:v>3737.2</c:v>
                </c:pt>
                <c:pt idx="6">
                  <c:v>8513.8</c:v>
                </c:pt>
                <c:pt idx="7">
                  <c:v>33135.0</c:v>
                </c:pt>
                <c:pt idx="8">
                  <c:v>17692.0</c:v>
                </c:pt>
                <c:pt idx="9">
                  <c:v>18559.0</c:v>
                </c:pt>
                <c:pt idx="10">
                  <c:v>4056.0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E5D-4ABF-AEE5-7FDE830A9B26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Fig9_Window!$G$2:$G$12</c:f>
              <c:numCache>
                <c:formatCode>General</c:formatCode>
                <c:ptCount val="11"/>
                <c:pt idx="0">
                  <c:v>77015.6</c:v>
                </c:pt>
                <c:pt idx="1">
                  <c:v>60048.6</c:v>
                </c:pt>
                <c:pt idx="2">
                  <c:v>8456.0</c:v>
                </c:pt>
                <c:pt idx="3">
                  <c:v>9449.0</c:v>
                </c:pt>
                <c:pt idx="4">
                  <c:v>1392.0</c:v>
                </c:pt>
                <c:pt idx="5">
                  <c:v>3752.8</c:v>
                </c:pt>
                <c:pt idx="6">
                  <c:v>8659.5</c:v>
                </c:pt>
                <c:pt idx="7">
                  <c:v>37584.0</c:v>
                </c:pt>
                <c:pt idx="8">
                  <c:v>18365.0</c:v>
                </c:pt>
                <c:pt idx="9">
                  <c:v>18411.0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E5D-4ABF-AEE5-7FDE830A9B26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Fig9_Window!$H$2:$H$12</c:f>
              <c:numCache>
                <c:formatCode>General</c:formatCode>
                <c:ptCount val="11"/>
                <c:pt idx="0">
                  <c:v>86951.6</c:v>
                </c:pt>
                <c:pt idx="1">
                  <c:v>63403.2</c:v>
                </c:pt>
                <c:pt idx="2">
                  <c:v>9215.0</c:v>
                </c:pt>
                <c:pt idx="3">
                  <c:v>9383.8</c:v>
                </c:pt>
                <c:pt idx="4">
                  <c:v>1459.8</c:v>
                </c:pt>
                <c:pt idx="5">
                  <c:v>3923.0</c:v>
                </c:pt>
                <c:pt idx="6">
                  <c:v>8851.0</c:v>
                </c:pt>
                <c:pt idx="7">
                  <c:v>38596.6</c:v>
                </c:pt>
                <c:pt idx="8">
                  <c:v>15178.0</c:v>
                </c:pt>
                <c:pt idx="9">
                  <c:v>15951.0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2E5D-4ABF-AEE5-7FDE830A9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MW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Line_Window!$U$2:$U$25</c:f>
              <c:numCache>
                <c:formatCode>General</c:formatCode>
                <c:ptCount val="24"/>
                <c:pt idx="0">
                  <c:v>0.9061</c:v>
                </c:pt>
                <c:pt idx="1">
                  <c:v>0.8718</c:v>
                </c:pt>
                <c:pt idx="2">
                  <c:v>0.8545</c:v>
                </c:pt>
                <c:pt idx="3">
                  <c:v>0.8604</c:v>
                </c:pt>
                <c:pt idx="4">
                  <c:v>0.8944</c:v>
                </c:pt>
                <c:pt idx="5">
                  <c:v>0.9586</c:v>
                </c:pt>
                <c:pt idx="6">
                  <c:v>1.0297</c:v>
                </c:pt>
                <c:pt idx="7">
                  <c:v>1.0604</c:v>
                </c:pt>
                <c:pt idx="8">
                  <c:v>1.0666</c:v>
                </c:pt>
                <c:pt idx="9">
                  <c:v>1.0601</c:v>
                </c:pt>
                <c:pt idx="10">
                  <c:v>1.0513</c:v>
                </c:pt>
                <c:pt idx="11">
                  <c:v>1.0429</c:v>
                </c:pt>
                <c:pt idx="12">
                  <c:v>1.0159</c:v>
                </c:pt>
                <c:pt idx="13">
                  <c:v>0.9788</c:v>
                </c:pt>
                <c:pt idx="14">
                  <c:v>0.958</c:v>
                </c:pt>
                <c:pt idx="15">
                  <c:v>0.9694</c:v>
                </c:pt>
                <c:pt idx="16">
                  <c:v>1.0079</c:v>
                </c:pt>
                <c:pt idx="17">
                  <c:v>1.063</c:v>
                </c:pt>
                <c:pt idx="18">
                  <c:v>1.1092</c:v>
                </c:pt>
                <c:pt idx="19">
                  <c:v>1.1317</c:v>
                </c:pt>
                <c:pt idx="20">
                  <c:v>1.0931</c:v>
                </c:pt>
                <c:pt idx="21">
                  <c:v>1.0384</c:v>
                </c:pt>
                <c:pt idx="22">
                  <c:v>1.0153</c:v>
                </c:pt>
                <c:pt idx="23">
                  <c:v>0.9624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Line_Window!$V$2:$V$25</c:f>
              <c:numCache>
                <c:formatCode>General</c:formatCode>
                <c:ptCount val="24"/>
                <c:pt idx="0">
                  <c:v>0.8751</c:v>
                </c:pt>
                <c:pt idx="1">
                  <c:v>0.8319</c:v>
                </c:pt>
                <c:pt idx="2">
                  <c:v>0.8111</c:v>
                </c:pt>
                <c:pt idx="3">
                  <c:v>0.8215</c:v>
                </c:pt>
                <c:pt idx="4">
                  <c:v>0.8858</c:v>
                </c:pt>
                <c:pt idx="5">
                  <c:v>0.9629</c:v>
                </c:pt>
                <c:pt idx="6">
                  <c:v>1.0354</c:v>
                </c:pt>
                <c:pt idx="7">
                  <c:v>1.0647</c:v>
                </c:pt>
                <c:pt idx="8">
                  <c:v>1.0562</c:v>
                </c:pt>
                <c:pt idx="9">
                  <c:v>1.0421</c:v>
                </c:pt>
                <c:pt idx="10">
                  <c:v>1.0356</c:v>
                </c:pt>
                <c:pt idx="11">
                  <c:v>1.0237</c:v>
                </c:pt>
                <c:pt idx="12">
                  <c:v>0.9968</c:v>
                </c:pt>
                <c:pt idx="13">
                  <c:v>0.9489</c:v>
                </c:pt>
                <c:pt idx="14">
                  <c:v>0.9305</c:v>
                </c:pt>
                <c:pt idx="15">
                  <c:v>0.9609</c:v>
                </c:pt>
                <c:pt idx="16">
                  <c:v>1.0327</c:v>
                </c:pt>
                <c:pt idx="17">
                  <c:v>1.12</c:v>
                </c:pt>
                <c:pt idx="18">
                  <c:v>1.1858</c:v>
                </c:pt>
                <c:pt idx="19">
                  <c:v>1.2032</c:v>
                </c:pt>
                <c:pt idx="20">
                  <c:v>1.1571</c:v>
                </c:pt>
                <c:pt idx="21">
                  <c:v>1.0688</c:v>
                </c:pt>
                <c:pt idx="22">
                  <c:v>1.0094</c:v>
                </c:pt>
                <c:pt idx="23">
                  <c:v>0.94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Line_Window!$W$2:$W$25</c:f>
              <c:numCache>
                <c:formatCode>General</c:formatCode>
                <c:ptCount val="24"/>
                <c:pt idx="0">
                  <c:v>0.9254</c:v>
                </c:pt>
                <c:pt idx="1">
                  <c:v>0.8945</c:v>
                </c:pt>
                <c:pt idx="2">
                  <c:v>0.8673</c:v>
                </c:pt>
                <c:pt idx="3">
                  <c:v>0.8686</c:v>
                </c:pt>
                <c:pt idx="4">
                  <c:v>0.9268</c:v>
                </c:pt>
                <c:pt idx="5">
                  <c:v>0.9956</c:v>
                </c:pt>
                <c:pt idx="6">
                  <c:v>1.0603</c:v>
                </c:pt>
                <c:pt idx="7">
                  <c:v>1.0697</c:v>
                </c:pt>
                <c:pt idx="8">
                  <c:v>1.0427</c:v>
                </c:pt>
                <c:pt idx="9">
                  <c:v>1.0062</c:v>
                </c:pt>
                <c:pt idx="10">
                  <c:v>0.9774</c:v>
                </c:pt>
                <c:pt idx="11">
                  <c:v>0.9592</c:v>
                </c:pt>
                <c:pt idx="12">
                  <c:v>0.9367</c:v>
                </c:pt>
                <c:pt idx="13">
                  <c:v>0.8967</c:v>
                </c:pt>
                <c:pt idx="14">
                  <c:v>0.8911</c:v>
                </c:pt>
                <c:pt idx="15">
                  <c:v>0.9452</c:v>
                </c:pt>
                <c:pt idx="16">
                  <c:v>1.0329</c:v>
                </c:pt>
                <c:pt idx="17">
                  <c:v>1.1264</c:v>
                </c:pt>
                <c:pt idx="18">
                  <c:v>1.1846</c:v>
                </c:pt>
                <c:pt idx="19">
                  <c:v>1.189</c:v>
                </c:pt>
                <c:pt idx="20">
                  <c:v>1.1361</c:v>
                </c:pt>
                <c:pt idx="21">
                  <c:v>1.064</c:v>
                </c:pt>
                <c:pt idx="22">
                  <c:v>1.0209</c:v>
                </c:pt>
                <c:pt idx="23">
                  <c:v>0.9829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Line_Window!$X$2:$X$25</c:f>
              <c:numCache>
                <c:formatCode>General</c:formatCode>
                <c:ptCount val="24"/>
                <c:pt idx="0">
                  <c:v>0.9481</c:v>
                </c:pt>
                <c:pt idx="1">
                  <c:v>0.9131</c:v>
                </c:pt>
                <c:pt idx="2">
                  <c:v>0.896</c:v>
                </c:pt>
                <c:pt idx="3">
                  <c:v>0.9061</c:v>
                </c:pt>
                <c:pt idx="4">
                  <c:v>0.96</c:v>
                </c:pt>
                <c:pt idx="5">
                  <c:v>1.044</c:v>
                </c:pt>
                <c:pt idx="6">
                  <c:v>1.0961</c:v>
                </c:pt>
                <c:pt idx="7">
                  <c:v>1.0756</c:v>
                </c:pt>
                <c:pt idx="8">
                  <c:v>1.0114</c:v>
                </c:pt>
                <c:pt idx="9">
                  <c:v>0.9489</c:v>
                </c:pt>
                <c:pt idx="10">
                  <c:v>0.9186</c:v>
                </c:pt>
                <c:pt idx="11">
                  <c:v>0.9013</c:v>
                </c:pt>
                <c:pt idx="12">
                  <c:v>0.8689</c:v>
                </c:pt>
                <c:pt idx="13">
                  <c:v>0.8403</c:v>
                </c:pt>
                <c:pt idx="14">
                  <c:v>0.8328</c:v>
                </c:pt>
                <c:pt idx="15">
                  <c:v>0.8761</c:v>
                </c:pt>
                <c:pt idx="16">
                  <c:v>0.9737</c:v>
                </c:pt>
                <c:pt idx="17">
                  <c:v>1.1094</c:v>
                </c:pt>
                <c:pt idx="18">
                  <c:v>1.2385</c:v>
                </c:pt>
                <c:pt idx="19">
                  <c:v>1.2729</c:v>
                </c:pt>
                <c:pt idx="20">
                  <c:v>1.2047</c:v>
                </c:pt>
                <c:pt idx="21">
                  <c:v>1.1015</c:v>
                </c:pt>
                <c:pt idx="22">
                  <c:v>1.0566</c:v>
                </c:pt>
                <c:pt idx="23">
                  <c:v>1.0053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Line_Window!$Y$2:$Y$25</c:f>
              <c:numCache>
                <c:formatCode>General</c:formatCode>
                <c:ptCount val="24"/>
                <c:pt idx="0">
                  <c:v>0.9757</c:v>
                </c:pt>
                <c:pt idx="1">
                  <c:v>0.9438</c:v>
                </c:pt>
                <c:pt idx="2">
                  <c:v>0.9194</c:v>
                </c:pt>
                <c:pt idx="3">
                  <c:v>0.9303</c:v>
                </c:pt>
                <c:pt idx="4">
                  <c:v>1.0045</c:v>
                </c:pt>
                <c:pt idx="5">
                  <c:v>1.1035</c:v>
                </c:pt>
                <c:pt idx="6">
                  <c:v>1.1621</c:v>
                </c:pt>
                <c:pt idx="7">
                  <c:v>1.1047</c:v>
                </c:pt>
                <c:pt idx="8">
                  <c:v>0.9602</c:v>
                </c:pt>
                <c:pt idx="9">
                  <c:v>0.846</c:v>
                </c:pt>
                <c:pt idx="10">
                  <c:v>0.7939</c:v>
                </c:pt>
                <c:pt idx="11">
                  <c:v>0.7607</c:v>
                </c:pt>
                <c:pt idx="12">
                  <c:v>0.7224</c:v>
                </c:pt>
                <c:pt idx="13">
                  <c:v>0.6924</c:v>
                </c:pt>
                <c:pt idx="14">
                  <c:v>0.7056</c:v>
                </c:pt>
                <c:pt idx="15">
                  <c:v>0.7961</c:v>
                </c:pt>
                <c:pt idx="16">
                  <c:v>0.9571</c:v>
                </c:pt>
                <c:pt idx="17">
                  <c:v>1.174</c:v>
                </c:pt>
                <c:pt idx="18">
                  <c:v>1.3689</c:v>
                </c:pt>
                <c:pt idx="19">
                  <c:v>1.4044</c:v>
                </c:pt>
                <c:pt idx="20">
                  <c:v>1.3159</c:v>
                </c:pt>
                <c:pt idx="21">
                  <c:v>1.1978</c:v>
                </c:pt>
                <c:pt idx="22">
                  <c:v>1.121</c:v>
                </c:pt>
                <c:pt idx="23">
                  <c:v>1.0393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Line_Window!$Z$2:$Z$25</c:f>
              <c:numCache>
                <c:formatCode>General</c:formatCode>
                <c:ptCount val="24"/>
                <c:pt idx="0">
                  <c:v>1.0188</c:v>
                </c:pt>
                <c:pt idx="1">
                  <c:v>0.9847</c:v>
                </c:pt>
                <c:pt idx="2">
                  <c:v>0.9566</c:v>
                </c:pt>
                <c:pt idx="3">
                  <c:v>0.9597</c:v>
                </c:pt>
                <c:pt idx="4">
                  <c:v>1.0305</c:v>
                </c:pt>
                <c:pt idx="5">
                  <c:v>1.168</c:v>
                </c:pt>
                <c:pt idx="6">
                  <c:v>1.2049</c:v>
                </c:pt>
                <c:pt idx="7">
                  <c:v>1.0979</c:v>
                </c:pt>
                <c:pt idx="8">
                  <c:v>0.8981</c:v>
                </c:pt>
                <c:pt idx="9">
                  <c:v>0.7428</c:v>
                </c:pt>
                <c:pt idx="10">
                  <c:v>0.6619</c:v>
                </c:pt>
                <c:pt idx="11">
                  <c:v>0.6263</c:v>
                </c:pt>
                <c:pt idx="12">
                  <c:v>0.5992</c:v>
                </c:pt>
                <c:pt idx="13">
                  <c:v>0.5827</c:v>
                </c:pt>
                <c:pt idx="14">
                  <c:v>0.6051</c:v>
                </c:pt>
                <c:pt idx="15">
                  <c:v>0.7343</c:v>
                </c:pt>
                <c:pt idx="16">
                  <c:v>0.9409</c:v>
                </c:pt>
                <c:pt idx="17">
                  <c:v>1.2047</c:v>
                </c:pt>
                <c:pt idx="18">
                  <c:v>1.4283</c:v>
                </c:pt>
                <c:pt idx="19">
                  <c:v>1.5666</c:v>
                </c:pt>
                <c:pt idx="20">
                  <c:v>1.4297</c:v>
                </c:pt>
                <c:pt idx="21">
                  <c:v>1.2844</c:v>
                </c:pt>
                <c:pt idx="22">
                  <c:v>1.1828</c:v>
                </c:pt>
                <c:pt idx="23">
                  <c:v>1.0911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Line_Window!$AA$2:$AA$25</c:f>
              <c:numCache>
                <c:formatCode>General</c:formatCode>
                <c:ptCount val="24"/>
                <c:pt idx="0">
                  <c:v>1.0733</c:v>
                </c:pt>
                <c:pt idx="1">
                  <c:v>1.0182</c:v>
                </c:pt>
                <c:pt idx="2">
                  <c:v>0.9882</c:v>
                </c:pt>
                <c:pt idx="3">
                  <c:v>0.996</c:v>
                </c:pt>
                <c:pt idx="4">
                  <c:v>1.0744</c:v>
                </c:pt>
                <c:pt idx="5">
                  <c:v>1.2294</c:v>
                </c:pt>
                <c:pt idx="6">
                  <c:v>1.2756</c:v>
                </c:pt>
                <c:pt idx="7">
                  <c:v>1.0803</c:v>
                </c:pt>
                <c:pt idx="8">
                  <c:v>0.7847</c:v>
                </c:pt>
                <c:pt idx="9">
                  <c:v>0.5911</c:v>
                </c:pt>
                <c:pt idx="10">
                  <c:v>0.4989</c:v>
                </c:pt>
                <c:pt idx="11">
                  <c:v>0.4519</c:v>
                </c:pt>
                <c:pt idx="12">
                  <c:v>0.4236</c:v>
                </c:pt>
                <c:pt idx="13">
                  <c:v>0.4205</c:v>
                </c:pt>
                <c:pt idx="14">
                  <c:v>0.4749</c:v>
                </c:pt>
                <c:pt idx="15">
                  <c:v>0.6319</c:v>
                </c:pt>
                <c:pt idx="16">
                  <c:v>0.9031</c:v>
                </c:pt>
                <c:pt idx="17">
                  <c:v>1.2701</c:v>
                </c:pt>
                <c:pt idx="18">
                  <c:v>1.6149</c:v>
                </c:pt>
                <c:pt idx="19">
                  <c:v>1.7713</c:v>
                </c:pt>
                <c:pt idx="20">
                  <c:v>1.5968</c:v>
                </c:pt>
                <c:pt idx="21">
                  <c:v>1.3924</c:v>
                </c:pt>
                <c:pt idx="22">
                  <c:v>1.2811</c:v>
                </c:pt>
                <c:pt idx="23">
                  <c:v>1.1575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Line_Window!$AB$2:$AB$25</c:f>
              <c:numCache>
                <c:formatCode>General</c:formatCode>
                <c:ptCount val="24"/>
                <c:pt idx="0">
                  <c:v>1.2323</c:v>
                </c:pt>
                <c:pt idx="1">
                  <c:v>1.1798</c:v>
                </c:pt>
                <c:pt idx="2">
                  <c:v>1.1433</c:v>
                </c:pt>
                <c:pt idx="3">
                  <c:v>1.1614</c:v>
                </c:pt>
                <c:pt idx="4">
                  <c:v>1.255</c:v>
                </c:pt>
                <c:pt idx="5">
                  <c:v>1.342</c:v>
                </c:pt>
                <c:pt idx="6">
                  <c:v>1.2388</c:v>
                </c:pt>
                <c:pt idx="7">
                  <c:v>0.9055</c:v>
                </c:pt>
                <c:pt idx="8">
                  <c:v>0.574</c:v>
                </c:pt>
                <c:pt idx="9">
                  <c:v>0.3981</c:v>
                </c:pt>
                <c:pt idx="10">
                  <c:v>0.323</c:v>
                </c:pt>
                <c:pt idx="11">
                  <c:v>0.2843</c:v>
                </c:pt>
                <c:pt idx="12">
                  <c:v>0.2743</c:v>
                </c:pt>
                <c:pt idx="13">
                  <c:v>0.2802</c:v>
                </c:pt>
                <c:pt idx="14">
                  <c:v>0.3185</c:v>
                </c:pt>
                <c:pt idx="15">
                  <c:v>0.4052</c:v>
                </c:pt>
                <c:pt idx="16">
                  <c:v>0.6106</c:v>
                </c:pt>
                <c:pt idx="17">
                  <c:v>1.1209</c:v>
                </c:pt>
                <c:pt idx="18">
                  <c:v>1.7229</c:v>
                </c:pt>
                <c:pt idx="19">
                  <c:v>1.9971</c:v>
                </c:pt>
                <c:pt idx="20">
                  <c:v>1.8703</c:v>
                </c:pt>
                <c:pt idx="21">
                  <c:v>1.6004</c:v>
                </c:pt>
                <c:pt idx="22">
                  <c:v>1.4397</c:v>
                </c:pt>
                <c:pt idx="23">
                  <c:v>1.3274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indexed (1=base)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Line_Window!$AC$2:$AC$25</c:f>
              <c:numCache>
                <c:formatCode>General</c:formatCode>
                <c:ptCount val="24"/>
                <c:pt idx="0">
                  <c:v>29.08</c:v>
                </c:pt>
                <c:pt idx="1">
                  <c:v>28.1</c:v>
                </c:pt>
                <c:pt idx="2">
                  <c:v>27.82</c:v>
                </c:pt>
                <c:pt idx="3">
                  <c:v>29.15</c:v>
                </c:pt>
                <c:pt idx="4">
                  <c:v>34.11</c:v>
                </c:pt>
                <c:pt idx="5">
                  <c:v>40.38</c:v>
                </c:pt>
                <c:pt idx="6">
                  <c:v>44.31</c:v>
                </c:pt>
                <c:pt idx="7">
                  <c:v>43.54</c:v>
                </c:pt>
                <c:pt idx="8">
                  <c:v>41.13</c:v>
                </c:pt>
                <c:pt idx="9">
                  <c:v>39.2</c:v>
                </c:pt>
                <c:pt idx="10">
                  <c:v>37.34</c:v>
                </c:pt>
                <c:pt idx="11">
                  <c:v>35.23</c:v>
                </c:pt>
                <c:pt idx="12">
                  <c:v>34.09</c:v>
                </c:pt>
                <c:pt idx="13">
                  <c:v>34.84</c:v>
                </c:pt>
                <c:pt idx="14">
                  <c:v>36.67</c:v>
                </c:pt>
                <c:pt idx="15">
                  <c:v>40.82</c:v>
                </c:pt>
                <c:pt idx="16">
                  <c:v>46.16</c:v>
                </c:pt>
                <c:pt idx="17">
                  <c:v>49.62</c:v>
                </c:pt>
                <c:pt idx="18">
                  <c:v>48.21</c:v>
                </c:pt>
                <c:pt idx="19">
                  <c:v>43.73</c:v>
                </c:pt>
                <c:pt idx="20">
                  <c:v>40.16</c:v>
                </c:pt>
                <c:pt idx="21">
                  <c:v>36.78</c:v>
                </c:pt>
                <c:pt idx="22">
                  <c:v>32.92</c:v>
                </c:pt>
                <c:pt idx="23">
                  <c:v>30.62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Line_Window!$AD$2:$AD$25</c:f>
              <c:numCache>
                <c:formatCode>General</c:formatCode>
                <c:ptCount val="24"/>
                <c:pt idx="0">
                  <c:v>23.08</c:v>
                </c:pt>
                <c:pt idx="1">
                  <c:v>21.9</c:v>
                </c:pt>
                <c:pt idx="2">
                  <c:v>21.42</c:v>
                </c:pt>
                <c:pt idx="3">
                  <c:v>22.73</c:v>
                </c:pt>
                <c:pt idx="4">
                  <c:v>27.14</c:v>
                </c:pt>
                <c:pt idx="5">
                  <c:v>32.5</c:v>
                </c:pt>
                <c:pt idx="6">
                  <c:v>36.35</c:v>
                </c:pt>
                <c:pt idx="7">
                  <c:v>35.78</c:v>
                </c:pt>
                <c:pt idx="8">
                  <c:v>33.12</c:v>
                </c:pt>
                <c:pt idx="9">
                  <c:v>31.02</c:v>
                </c:pt>
                <c:pt idx="10">
                  <c:v>29.26</c:v>
                </c:pt>
                <c:pt idx="11">
                  <c:v>26.75</c:v>
                </c:pt>
                <c:pt idx="12">
                  <c:v>25.19</c:v>
                </c:pt>
                <c:pt idx="13">
                  <c:v>26.28</c:v>
                </c:pt>
                <c:pt idx="14">
                  <c:v>28.92</c:v>
                </c:pt>
                <c:pt idx="15">
                  <c:v>33.72</c:v>
                </c:pt>
                <c:pt idx="16">
                  <c:v>39.96</c:v>
                </c:pt>
                <c:pt idx="17">
                  <c:v>44.01</c:v>
                </c:pt>
                <c:pt idx="18">
                  <c:v>41.61</c:v>
                </c:pt>
                <c:pt idx="19">
                  <c:v>36.27</c:v>
                </c:pt>
                <c:pt idx="20">
                  <c:v>32.96</c:v>
                </c:pt>
                <c:pt idx="21">
                  <c:v>29.96</c:v>
                </c:pt>
                <c:pt idx="22">
                  <c:v>26.79</c:v>
                </c:pt>
                <c:pt idx="23">
                  <c:v>24.6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Line_Window!$AE$2:$AE$25</c:f>
              <c:numCache>
                <c:formatCode>General</c:formatCode>
                <c:ptCount val="24"/>
                <c:pt idx="0">
                  <c:v>74.64</c:v>
                </c:pt>
                <c:pt idx="1">
                  <c:v>72.21</c:v>
                </c:pt>
                <c:pt idx="2">
                  <c:v>71.8</c:v>
                </c:pt>
                <c:pt idx="3">
                  <c:v>75.53</c:v>
                </c:pt>
                <c:pt idx="4">
                  <c:v>88.42</c:v>
                </c:pt>
                <c:pt idx="5">
                  <c:v>103.58</c:v>
                </c:pt>
                <c:pt idx="6">
                  <c:v>115.04</c:v>
                </c:pt>
                <c:pt idx="7">
                  <c:v>112.8</c:v>
                </c:pt>
                <c:pt idx="8">
                  <c:v>106.46</c:v>
                </c:pt>
                <c:pt idx="9">
                  <c:v>100.9</c:v>
                </c:pt>
                <c:pt idx="10">
                  <c:v>96.6</c:v>
                </c:pt>
                <c:pt idx="11">
                  <c:v>90.49</c:v>
                </c:pt>
                <c:pt idx="12">
                  <c:v>86.77</c:v>
                </c:pt>
                <c:pt idx="13">
                  <c:v>89.46</c:v>
                </c:pt>
                <c:pt idx="14">
                  <c:v>95.87</c:v>
                </c:pt>
                <c:pt idx="15">
                  <c:v>108.26</c:v>
                </c:pt>
                <c:pt idx="16">
                  <c:v>123.69</c:v>
                </c:pt>
                <c:pt idx="17">
                  <c:v>129.8</c:v>
                </c:pt>
                <c:pt idx="18">
                  <c:v>122.15</c:v>
                </c:pt>
                <c:pt idx="19">
                  <c:v>109.42</c:v>
                </c:pt>
                <c:pt idx="20">
                  <c:v>99.56</c:v>
                </c:pt>
                <c:pt idx="21">
                  <c:v>90.63</c:v>
                </c:pt>
                <c:pt idx="22">
                  <c:v>81.76</c:v>
                </c:pt>
                <c:pt idx="23">
                  <c:v>78.56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Line_Window!$AF$2:$AF$25</c:f>
              <c:numCache>
                <c:formatCode>General</c:formatCode>
                <c:ptCount val="24"/>
                <c:pt idx="0">
                  <c:v>197.11</c:v>
                </c:pt>
                <c:pt idx="1">
                  <c:v>191.73</c:v>
                </c:pt>
                <c:pt idx="2">
                  <c:v>190.72</c:v>
                </c:pt>
                <c:pt idx="3">
                  <c:v>201.63</c:v>
                </c:pt>
                <c:pt idx="4">
                  <c:v>232.5</c:v>
                </c:pt>
                <c:pt idx="5">
                  <c:v>261.66</c:v>
                </c:pt>
                <c:pt idx="6">
                  <c:v>277.6</c:v>
                </c:pt>
                <c:pt idx="7">
                  <c:v>262.88</c:v>
                </c:pt>
                <c:pt idx="8">
                  <c:v>239.56</c:v>
                </c:pt>
                <c:pt idx="9">
                  <c:v>220.11</c:v>
                </c:pt>
                <c:pt idx="10">
                  <c:v>205.8</c:v>
                </c:pt>
                <c:pt idx="11">
                  <c:v>192.37</c:v>
                </c:pt>
                <c:pt idx="12">
                  <c:v>186.94</c:v>
                </c:pt>
                <c:pt idx="13">
                  <c:v>197.55</c:v>
                </c:pt>
                <c:pt idx="14">
                  <c:v>216.43</c:v>
                </c:pt>
                <c:pt idx="15">
                  <c:v>252.18</c:v>
                </c:pt>
                <c:pt idx="16">
                  <c:v>293.42</c:v>
                </c:pt>
                <c:pt idx="17">
                  <c:v>318.91</c:v>
                </c:pt>
                <c:pt idx="18">
                  <c:v>308.94</c:v>
                </c:pt>
                <c:pt idx="19">
                  <c:v>281.23</c:v>
                </c:pt>
                <c:pt idx="20">
                  <c:v>260.44</c:v>
                </c:pt>
                <c:pt idx="21">
                  <c:v>237.25</c:v>
                </c:pt>
                <c:pt idx="22">
                  <c:v>218.28</c:v>
                </c:pt>
                <c:pt idx="23">
                  <c:v>205.34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Line_Window!$AG$2:$AG$25</c:f>
              <c:numCache>
                <c:formatCode>General</c:formatCode>
                <c:ptCount val="24"/>
                <c:pt idx="0">
                  <c:v>79.97</c:v>
                </c:pt>
                <c:pt idx="1">
                  <c:v>77.68</c:v>
                </c:pt>
                <c:pt idx="2">
                  <c:v>77.04</c:v>
                </c:pt>
                <c:pt idx="3">
                  <c:v>80.8</c:v>
                </c:pt>
                <c:pt idx="4">
                  <c:v>93.88</c:v>
                </c:pt>
                <c:pt idx="5">
                  <c:v>108.71</c:v>
                </c:pt>
                <c:pt idx="6">
                  <c:v>112.5</c:v>
                </c:pt>
                <c:pt idx="7">
                  <c:v>106.75</c:v>
                </c:pt>
                <c:pt idx="8">
                  <c:v>94.68</c:v>
                </c:pt>
                <c:pt idx="9">
                  <c:v>85.08</c:v>
                </c:pt>
                <c:pt idx="10">
                  <c:v>77.54</c:v>
                </c:pt>
                <c:pt idx="11">
                  <c:v>70.5</c:v>
                </c:pt>
                <c:pt idx="12">
                  <c:v>67.82</c:v>
                </c:pt>
                <c:pt idx="13">
                  <c:v>73.83</c:v>
                </c:pt>
                <c:pt idx="14">
                  <c:v>85.08</c:v>
                </c:pt>
                <c:pt idx="15">
                  <c:v>101.05</c:v>
                </c:pt>
                <c:pt idx="16">
                  <c:v>121.42</c:v>
                </c:pt>
                <c:pt idx="17">
                  <c:v>138.24</c:v>
                </c:pt>
                <c:pt idx="18">
                  <c:v>132.65</c:v>
                </c:pt>
                <c:pt idx="19">
                  <c:v>118.53</c:v>
                </c:pt>
                <c:pt idx="20">
                  <c:v>107.49</c:v>
                </c:pt>
                <c:pt idx="21">
                  <c:v>98.41</c:v>
                </c:pt>
                <c:pt idx="22">
                  <c:v>90.51</c:v>
                </c:pt>
                <c:pt idx="23">
                  <c:v>84.05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Line_Window!$AH$2:$AH$25</c:f>
              <c:numCache>
                <c:formatCode>General</c:formatCode>
                <c:ptCount val="24"/>
                <c:pt idx="0">
                  <c:v>66.84</c:v>
                </c:pt>
                <c:pt idx="1">
                  <c:v>65.16</c:v>
                </c:pt>
                <c:pt idx="2">
                  <c:v>64.72</c:v>
                </c:pt>
                <c:pt idx="3">
                  <c:v>68.35</c:v>
                </c:pt>
                <c:pt idx="4">
                  <c:v>80.14</c:v>
                </c:pt>
                <c:pt idx="5">
                  <c:v>91.46</c:v>
                </c:pt>
                <c:pt idx="6">
                  <c:v>93.43</c:v>
                </c:pt>
                <c:pt idx="7">
                  <c:v>83.97</c:v>
                </c:pt>
                <c:pt idx="8">
                  <c:v>71.25</c:v>
                </c:pt>
                <c:pt idx="9">
                  <c:v>60.68</c:v>
                </c:pt>
                <c:pt idx="10">
                  <c:v>53.19</c:v>
                </c:pt>
                <c:pt idx="11">
                  <c:v>47.45</c:v>
                </c:pt>
                <c:pt idx="12">
                  <c:v>46.96</c:v>
                </c:pt>
                <c:pt idx="13">
                  <c:v>53.7</c:v>
                </c:pt>
                <c:pt idx="14">
                  <c:v>67.61</c:v>
                </c:pt>
                <c:pt idx="15">
                  <c:v>86.81</c:v>
                </c:pt>
                <c:pt idx="16">
                  <c:v>110.44</c:v>
                </c:pt>
                <c:pt idx="17">
                  <c:v>126.76</c:v>
                </c:pt>
                <c:pt idx="18">
                  <c:v>124.66</c:v>
                </c:pt>
                <c:pt idx="19">
                  <c:v>103.56</c:v>
                </c:pt>
                <c:pt idx="20">
                  <c:v>90.16</c:v>
                </c:pt>
                <c:pt idx="21">
                  <c:v>81.3</c:v>
                </c:pt>
                <c:pt idx="22">
                  <c:v>75.08</c:v>
                </c:pt>
                <c:pt idx="23">
                  <c:v>70.62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Line_Window!$AI$2:$AI$25</c:f>
              <c:numCache>
                <c:formatCode>General</c:formatCode>
                <c:ptCount val="24"/>
                <c:pt idx="0">
                  <c:v>81.93</c:v>
                </c:pt>
                <c:pt idx="1">
                  <c:v>80.1</c:v>
                </c:pt>
                <c:pt idx="2">
                  <c:v>80.46</c:v>
                </c:pt>
                <c:pt idx="3">
                  <c:v>84.66</c:v>
                </c:pt>
                <c:pt idx="4">
                  <c:v>94.94</c:v>
                </c:pt>
                <c:pt idx="5">
                  <c:v>106.03</c:v>
                </c:pt>
                <c:pt idx="6">
                  <c:v>107.54</c:v>
                </c:pt>
                <c:pt idx="7">
                  <c:v>96.7</c:v>
                </c:pt>
                <c:pt idx="8">
                  <c:v>77.8</c:v>
                </c:pt>
                <c:pt idx="9">
                  <c:v>63.11</c:v>
                </c:pt>
                <c:pt idx="10">
                  <c:v>52.28</c:v>
                </c:pt>
                <c:pt idx="11">
                  <c:v>45.96</c:v>
                </c:pt>
                <c:pt idx="12">
                  <c:v>46.68</c:v>
                </c:pt>
                <c:pt idx="13">
                  <c:v>56.3</c:v>
                </c:pt>
                <c:pt idx="14">
                  <c:v>72.18</c:v>
                </c:pt>
                <c:pt idx="15">
                  <c:v>95.86</c:v>
                </c:pt>
                <c:pt idx="16">
                  <c:v>123.22</c:v>
                </c:pt>
                <c:pt idx="17">
                  <c:v>141.02</c:v>
                </c:pt>
                <c:pt idx="18">
                  <c:v>137.33</c:v>
                </c:pt>
                <c:pt idx="19">
                  <c:v>120.37</c:v>
                </c:pt>
                <c:pt idx="20">
                  <c:v>106.49</c:v>
                </c:pt>
                <c:pt idx="21">
                  <c:v>97.1</c:v>
                </c:pt>
                <c:pt idx="22">
                  <c:v>90.11</c:v>
                </c:pt>
                <c:pt idx="23">
                  <c:v>85.68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Line_Window!$AJ$2:$AJ$25</c:f>
              <c:numCache>
                <c:formatCode>General</c:formatCode>
                <c:ptCount val="24"/>
                <c:pt idx="0">
                  <c:v>101.42</c:v>
                </c:pt>
                <c:pt idx="1">
                  <c:v>99.46</c:v>
                </c:pt>
                <c:pt idx="2">
                  <c:v>99.56</c:v>
                </c:pt>
                <c:pt idx="3">
                  <c:v>102.3</c:v>
                </c:pt>
                <c:pt idx="4">
                  <c:v>110.64</c:v>
                </c:pt>
                <c:pt idx="5">
                  <c:v>115.62</c:v>
                </c:pt>
                <c:pt idx="6">
                  <c:v>112.52</c:v>
                </c:pt>
                <c:pt idx="7">
                  <c:v>97.21</c:v>
                </c:pt>
                <c:pt idx="8">
                  <c:v>78.06</c:v>
                </c:pt>
                <c:pt idx="9">
                  <c:v>62.14</c:v>
                </c:pt>
                <c:pt idx="10">
                  <c:v>48.5</c:v>
                </c:pt>
                <c:pt idx="11">
                  <c:v>38.19</c:v>
                </c:pt>
                <c:pt idx="12">
                  <c:v>38.38</c:v>
                </c:pt>
                <c:pt idx="13">
                  <c:v>50.81</c:v>
                </c:pt>
                <c:pt idx="14">
                  <c:v>70.64</c:v>
                </c:pt>
                <c:pt idx="15">
                  <c:v>97.54</c:v>
                </c:pt>
                <c:pt idx="16">
                  <c:v>127.19</c:v>
                </c:pt>
                <c:pt idx="17">
                  <c:v>152.74</c:v>
                </c:pt>
                <c:pt idx="18">
                  <c:v>163.37</c:v>
                </c:pt>
                <c:pt idx="19">
                  <c:v>148.83</c:v>
                </c:pt>
                <c:pt idx="20">
                  <c:v>131.13</c:v>
                </c:pt>
                <c:pt idx="21">
                  <c:v>118.09</c:v>
                </c:pt>
                <c:pt idx="22">
                  <c:v>109.88</c:v>
                </c:pt>
                <c:pt idx="23">
                  <c:v>105.01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€/MWh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9D2CD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Fig5_Window!$P$13:$P$19</c:f>
              <c:numCache>
                <c:formatCode>General</c:formatCode>
                <c:ptCount val="7"/>
                <c:pt idx="0">
                  <c:v>1.86</c:v>
                </c:pt>
                <c:pt idx="1">
                  <c:v>-5.91</c:v>
                </c:pt>
                <c:pt idx="2">
                  <c:v>1.09</c:v>
                </c:pt>
                <c:pt idx="3">
                  <c:v>0.92</c:v>
                </c:pt>
                <c:pt idx="4">
                  <c:v>3.89</c:v>
                </c:pt>
                <c:pt idx="5">
                  <c:v>-1.15</c:v>
                </c:pt>
                <c:pt idx="6">
                  <c:v>4.56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60-4ED4-8A58-F17CEE7FB84D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Fig5_Window!$Q$13:$Q$19</c:f>
              <c:numCache>
                <c:formatCode>General</c:formatCode>
                <c:ptCount val="7"/>
                <c:pt idx="0">
                  <c:v>-2.22</c:v>
                </c:pt>
                <c:pt idx="1">
                  <c:v>-5.0</c:v>
                </c:pt>
                <c:pt idx="2">
                  <c:v>6.86</c:v>
                </c:pt>
                <c:pt idx="3">
                  <c:v>15.14</c:v>
                </c:pt>
                <c:pt idx="4">
                  <c:v>15.08</c:v>
                </c:pt>
                <c:pt idx="5">
                  <c:v>0.32</c:v>
                </c:pt>
                <c:pt idx="6">
                  <c:v>13.21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60-4ED4-8A58-F17CEE7FB84D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A1E41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Fig5_Window!$R$13:$R$19</c:f>
              <c:numCache>
                <c:formatCode>General</c:formatCode>
                <c:ptCount val="7"/>
                <c:pt idx="0">
                  <c:v>-4.04</c:v>
                </c:pt>
                <c:pt idx="1">
                  <c:v>-1.64</c:v>
                </c:pt>
                <c:pt idx="2">
                  <c:v>-23.11</c:v>
                </c:pt>
                <c:pt idx="3">
                  <c:v>-6.24</c:v>
                </c:pt>
                <c:pt idx="4">
                  <c:v>8.18</c:v>
                </c:pt>
                <c:pt idx="5">
                  <c:v>0.11</c:v>
                </c:pt>
                <c:pt idx="6">
                  <c:v>14.65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160-4ED4-8A58-F17CEE7FB84D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Fig5_Window!$S$13:$S$19</c:f>
              <c:numCache>
                <c:formatCode>General</c:formatCode>
                <c:ptCount val="7"/>
                <c:pt idx="0">
                  <c:v>-10.08</c:v>
                </c:pt>
                <c:pt idx="1">
                  <c:v>-5.54</c:v>
                </c:pt>
                <c:pt idx="2">
                  <c:v>4.47</c:v>
                </c:pt>
                <c:pt idx="3">
                  <c:v>-7.7</c:v>
                </c:pt>
                <c:pt idx="4">
                  <c:v>9.31</c:v>
                </c:pt>
                <c:pt idx="5">
                  <c:v>1.46</c:v>
                </c:pt>
                <c:pt idx="6">
                  <c:v>6.63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160-4ED4-8A58-F17CEE7FB84D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Fig5_Window!$T$13:$T$19</c:f>
              <c:numCache>
                <c:formatCode>General</c:formatCode>
                <c:ptCount val="7"/>
                <c:pt idx="0">
                  <c:v>-17.28</c:v>
                </c:pt>
                <c:pt idx="1">
                  <c:v>-13.08</c:v>
                </c:pt>
                <c:pt idx="2">
                  <c:v>6.25</c:v>
                </c:pt>
                <c:pt idx="3">
                  <c:v>2.03</c:v>
                </c:pt>
                <c:pt idx="4">
                  <c:v>13.55</c:v>
                </c:pt>
                <c:pt idx="5">
                  <c:v>0.5</c:v>
                </c:pt>
                <c:pt idx="6">
                  <c:v>23.35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160-4ED4-8A58-F17CEE7FB84D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Fig5_Window!$U$13:$U$19</c:f>
              <c:numCache>
                <c:formatCode>General</c:formatCode>
                <c:ptCount val="7"/>
                <c:pt idx="0">
                  <c:v>-32.7</c:v>
                </c:pt>
                <c:pt idx="1">
                  <c:v>-12.95</c:v>
                </c:pt>
                <c:pt idx="2">
                  <c:v>-1.33</c:v>
                </c:pt>
                <c:pt idx="3">
                  <c:v>-3.17</c:v>
                </c:pt>
                <c:pt idx="4">
                  <c:v>21.55</c:v>
                </c:pt>
                <c:pt idx="5">
                  <c:v>-2.24</c:v>
                </c:pt>
                <c:pt idx="6">
                  <c:v>29.24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160-4ED4-8A58-F17CEE7FB84D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Fig5_Window!$V$13:$V$19</c:f>
              <c:numCache>
                <c:formatCode>General</c:formatCode>
                <c:ptCount val="7"/>
                <c:pt idx="0">
                  <c:v>-46.6</c:v>
                </c:pt>
                <c:pt idx="1">
                  <c:v>-8.34</c:v>
                </c:pt>
                <c:pt idx="2">
                  <c:v>15.66</c:v>
                </c:pt>
                <c:pt idx="3">
                  <c:v>25.67</c:v>
                </c:pt>
                <c:pt idx="4">
                  <c:v>42.32</c:v>
                </c:pt>
                <c:pt idx="5">
                  <c:v>0.61</c:v>
                </c:pt>
                <c:pt idx="6">
                  <c:v>9.66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160-4ED4-8A58-F17CEE7FB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% vs base</a:t>
                </a:r>
              </a:p>
            </c:rich>
          </c:tx>
          <c:overlay val="1"/>
        </c:title>
        <c:numFmt formatCode="#,##0&quot;%&quot;;(#,##0&quot;%&quot;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Line_Window!$AS$2:$AS$367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  <c:pt idx="164">
                  <c:v>0.0</c:v>
                </c:pt>
                <c:pt idx="165">
                  <c:v>0.0</c:v>
                </c:pt>
                <c:pt idx="166">
                  <c:v>0.0</c:v>
                </c:pt>
                <c:pt idx="167">
                  <c:v>0.0</c:v>
                </c:pt>
                <c:pt idx="168">
                  <c:v>0.0</c:v>
                </c:pt>
                <c:pt idx="169">
                  <c:v>0.0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0.0</c:v>
                </c:pt>
                <c:pt idx="174">
                  <c:v>0.0</c:v>
                </c:pt>
                <c:pt idx="175">
                  <c:v>0.0</c:v>
                </c:pt>
                <c:pt idx="176">
                  <c:v>0.0</c:v>
                </c:pt>
                <c:pt idx="177">
                  <c:v>0.0</c:v>
                </c:pt>
                <c:pt idx="178">
                  <c:v>0.0</c:v>
                </c:pt>
                <c:pt idx="179">
                  <c:v>0.0</c:v>
                </c:pt>
                <c:pt idx="180">
                  <c:v>0.0</c:v>
                </c:pt>
                <c:pt idx="181">
                  <c:v>0.0</c:v>
                </c:pt>
                <c:pt idx="182">
                  <c:v>0.0</c:v>
                </c:pt>
                <c:pt idx="183">
                  <c:v>0.0</c:v>
                </c:pt>
                <c:pt idx="184">
                  <c:v>0.0</c:v>
                </c:pt>
                <c:pt idx="185">
                  <c:v>0.0</c:v>
                </c:pt>
                <c:pt idx="186">
                  <c:v>0.0</c:v>
                </c:pt>
                <c:pt idx="187">
                  <c:v>0.0</c:v>
                </c:pt>
                <c:pt idx="188">
                  <c:v>0.0</c:v>
                </c:pt>
                <c:pt idx="189">
                  <c:v>0.0</c:v>
                </c:pt>
                <c:pt idx="190">
                  <c:v>0.0</c:v>
                </c:pt>
                <c:pt idx="191">
                  <c:v>0.0</c:v>
                </c:pt>
                <c:pt idx="192">
                  <c:v>0.0</c:v>
                </c:pt>
                <c:pt idx="193">
                  <c:v>0.0</c:v>
                </c:pt>
                <c:pt idx="194">
                  <c:v>0.0</c:v>
                </c:pt>
                <c:pt idx="195">
                  <c:v>0.0</c:v>
                </c:pt>
                <c:pt idx="196">
                  <c:v>0.0</c:v>
                </c:pt>
                <c:pt idx="197">
                  <c:v>0.0</c:v>
                </c:pt>
                <c:pt idx="198">
                  <c:v>0.0</c:v>
                </c:pt>
                <c:pt idx="199">
                  <c:v>0.0</c:v>
                </c:pt>
                <c:pt idx="200">
                  <c:v>0.0</c:v>
                </c:pt>
                <c:pt idx="201">
                  <c:v>0.0</c:v>
                </c:pt>
                <c:pt idx="202">
                  <c:v>0.0</c:v>
                </c:pt>
                <c:pt idx="203">
                  <c:v>0.0</c:v>
                </c:pt>
                <c:pt idx="204">
                  <c:v>0.0</c:v>
                </c:pt>
                <c:pt idx="205">
                  <c:v>0.0</c:v>
                </c:pt>
                <c:pt idx="206">
                  <c:v>0.0</c:v>
                </c:pt>
                <c:pt idx="207">
                  <c:v>0.0</c:v>
                </c:pt>
                <c:pt idx="208">
                  <c:v>0.0</c:v>
                </c:pt>
                <c:pt idx="209">
                  <c:v>0.0</c:v>
                </c:pt>
                <c:pt idx="210">
                  <c:v>0.0</c:v>
                </c:pt>
                <c:pt idx="211">
                  <c:v>0.0</c:v>
                </c:pt>
                <c:pt idx="212">
                  <c:v>0.0</c:v>
                </c:pt>
                <c:pt idx="213">
                  <c:v>0.0</c:v>
                </c:pt>
                <c:pt idx="214">
                  <c:v>0.0</c:v>
                </c:pt>
                <c:pt idx="215">
                  <c:v>0.0</c:v>
                </c:pt>
                <c:pt idx="216">
                  <c:v>0.0</c:v>
                </c:pt>
                <c:pt idx="217">
                  <c:v>0.0</c:v>
                </c:pt>
                <c:pt idx="218">
                  <c:v>0.0</c:v>
                </c:pt>
                <c:pt idx="219">
                  <c:v>0.0</c:v>
                </c:pt>
                <c:pt idx="220">
                  <c:v>0.0</c:v>
                </c:pt>
                <c:pt idx="221">
                  <c:v>0.0</c:v>
                </c:pt>
                <c:pt idx="222">
                  <c:v>0.0</c:v>
                </c:pt>
                <c:pt idx="223">
                  <c:v>0.0</c:v>
                </c:pt>
                <c:pt idx="224">
                  <c:v>0.0</c:v>
                </c:pt>
                <c:pt idx="225">
                  <c:v>0.0</c:v>
                </c:pt>
                <c:pt idx="226">
                  <c:v>0.0</c:v>
                </c:pt>
                <c:pt idx="227">
                  <c:v>0.0</c:v>
                </c:pt>
                <c:pt idx="228">
                  <c:v>0.0</c:v>
                </c:pt>
                <c:pt idx="229">
                  <c:v>0.0</c:v>
                </c:pt>
                <c:pt idx="230">
                  <c:v>0.0</c:v>
                </c:pt>
                <c:pt idx="231">
                  <c:v>0.0</c:v>
                </c:pt>
                <c:pt idx="232">
                  <c:v>0.0</c:v>
                </c:pt>
                <c:pt idx="233">
                  <c:v>0.0</c:v>
                </c:pt>
                <c:pt idx="234">
                  <c:v>0.0</c:v>
                </c:pt>
                <c:pt idx="235">
                  <c:v>0.0</c:v>
                </c:pt>
                <c:pt idx="236">
                  <c:v>0.0</c:v>
                </c:pt>
                <c:pt idx="237">
                  <c:v>0.0</c:v>
                </c:pt>
                <c:pt idx="238">
                  <c:v>0.0</c:v>
                </c:pt>
                <c:pt idx="239">
                  <c:v>0.0</c:v>
                </c:pt>
                <c:pt idx="240">
                  <c:v>0.0</c:v>
                </c:pt>
                <c:pt idx="241">
                  <c:v>0.0</c:v>
                </c:pt>
                <c:pt idx="242">
                  <c:v>0.0</c:v>
                </c:pt>
                <c:pt idx="243">
                  <c:v>0.0</c:v>
                </c:pt>
                <c:pt idx="244">
                  <c:v>0.0</c:v>
                </c:pt>
                <c:pt idx="245">
                  <c:v>0.0</c:v>
                </c:pt>
                <c:pt idx="246">
                  <c:v>0.0</c:v>
                </c:pt>
                <c:pt idx="247">
                  <c:v>0.0</c:v>
                </c:pt>
                <c:pt idx="248">
                  <c:v>0.0</c:v>
                </c:pt>
                <c:pt idx="249">
                  <c:v>0.0</c:v>
                </c:pt>
                <c:pt idx="250">
                  <c:v>0.0</c:v>
                </c:pt>
                <c:pt idx="251">
                  <c:v>0.0</c:v>
                </c:pt>
                <c:pt idx="252">
                  <c:v>0.0</c:v>
                </c:pt>
                <c:pt idx="253">
                  <c:v>0.0</c:v>
                </c:pt>
                <c:pt idx="254">
                  <c:v>0.0</c:v>
                </c:pt>
                <c:pt idx="255">
                  <c:v>0.0</c:v>
                </c:pt>
                <c:pt idx="256">
                  <c:v>0.0</c:v>
                </c:pt>
                <c:pt idx="257">
                  <c:v>0.0</c:v>
                </c:pt>
                <c:pt idx="258">
                  <c:v>0.0</c:v>
                </c:pt>
                <c:pt idx="259">
                  <c:v>0.0</c:v>
                </c:pt>
                <c:pt idx="260">
                  <c:v>0.0</c:v>
                </c:pt>
                <c:pt idx="261">
                  <c:v>0.0</c:v>
                </c:pt>
                <c:pt idx="262">
                  <c:v>0.0</c:v>
                </c:pt>
                <c:pt idx="263">
                  <c:v>0.0</c:v>
                </c:pt>
                <c:pt idx="264">
                  <c:v>0.0</c:v>
                </c:pt>
                <c:pt idx="265">
                  <c:v>0.0</c:v>
                </c:pt>
                <c:pt idx="266">
                  <c:v>0.0</c:v>
                </c:pt>
                <c:pt idx="267">
                  <c:v>0.0</c:v>
                </c:pt>
                <c:pt idx="268">
                  <c:v>0.0</c:v>
                </c:pt>
                <c:pt idx="269">
                  <c:v>0.0</c:v>
                </c:pt>
                <c:pt idx="270">
                  <c:v>0.0</c:v>
                </c:pt>
                <c:pt idx="271">
                  <c:v>0.0</c:v>
                </c:pt>
                <c:pt idx="272">
                  <c:v>0.0</c:v>
                </c:pt>
                <c:pt idx="273">
                  <c:v>0.0</c:v>
                </c:pt>
                <c:pt idx="274">
                  <c:v>0.0</c:v>
                </c:pt>
                <c:pt idx="275">
                  <c:v>0.0</c:v>
                </c:pt>
                <c:pt idx="276">
                  <c:v>0.0</c:v>
                </c:pt>
                <c:pt idx="277">
                  <c:v>0.0</c:v>
                </c:pt>
                <c:pt idx="278">
                  <c:v>0.0</c:v>
                </c:pt>
                <c:pt idx="279">
                  <c:v>0.0</c:v>
                </c:pt>
                <c:pt idx="280">
                  <c:v>0.0</c:v>
                </c:pt>
                <c:pt idx="281">
                  <c:v>0.0</c:v>
                </c:pt>
                <c:pt idx="282">
                  <c:v>0.0</c:v>
                </c:pt>
                <c:pt idx="283">
                  <c:v>0.0</c:v>
                </c:pt>
                <c:pt idx="284">
                  <c:v>0.0</c:v>
                </c:pt>
                <c:pt idx="285">
                  <c:v>0.0</c:v>
                </c:pt>
                <c:pt idx="286">
                  <c:v>0.0</c:v>
                </c:pt>
                <c:pt idx="287">
                  <c:v>0.0</c:v>
                </c:pt>
                <c:pt idx="288">
                  <c:v>0.0</c:v>
                </c:pt>
                <c:pt idx="289">
                  <c:v>0.0</c:v>
                </c:pt>
                <c:pt idx="290">
                  <c:v>0.0</c:v>
                </c:pt>
                <c:pt idx="291">
                  <c:v>0.0</c:v>
                </c:pt>
                <c:pt idx="292">
                  <c:v>0.0</c:v>
                </c:pt>
                <c:pt idx="293">
                  <c:v>0.0</c:v>
                </c:pt>
                <c:pt idx="294">
                  <c:v>0.0</c:v>
                </c:pt>
                <c:pt idx="295">
                  <c:v>0.0</c:v>
                </c:pt>
                <c:pt idx="296">
                  <c:v>0.0</c:v>
                </c:pt>
                <c:pt idx="297">
                  <c:v>0.0</c:v>
                </c:pt>
                <c:pt idx="298">
                  <c:v>0.0</c:v>
                </c:pt>
                <c:pt idx="299">
                  <c:v>0.0</c:v>
                </c:pt>
                <c:pt idx="300">
                  <c:v>0.0</c:v>
                </c:pt>
                <c:pt idx="301">
                  <c:v>0.0</c:v>
                </c:pt>
                <c:pt idx="302">
                  <c:v>0.0</c:v>
                </c:pt>
                <c:pt idx="303">
                  <c:v>0.0</c:v>
                </c:pt>
                <c:pt idx="304">
                  <c:v>0.0</c:v>
                </c:pt>
                <c:pt idx="305">
                  <c:v>0.0</c:v>
                </c:pt>
                <c:pt idx="306">
                  <c:v>0.0</c:v>
                </c:pt>
                <c:pt idx="307">
                  <c:v>0.0</c:v>
                </c:pt>
                <c:pt idx="308">
                  <c:v>0.0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1.0</c:v>
                </c:pt>
                <c:pt idx="355">
                  <c:v>9.0</c:v>
                </c:pt>
                <c:pt idx="356">
                  <c:v>9.0</c:v>
                </c:pt>
                <c:pt idx="357">
                  <c:v>10.0</c:v>
                </c:pt>
                <c:pt idx="358">
                  <c:v>10.0</c:v>
                </c:pt>
                <c:pt idx="359">
                  <c:v>10.0</c:v>
                </c:pt>
                <c:pt idx="360">
                  <c:v>10.0</c:v>
                </c:pt>
                <c:pt idx="361">
                  <c:v>10.0</c:v>
                </c:pt>
                <c:pt idx="362">
                  <c:v>10.0</c:v>
                </c:pt>
                <c:pt idx="363">
                  <c:v>10.0</c:v>
                </c:pt>
                <c:pt idx="364">
                  <c:v>10.0</c:v>
                </c:pt>
                <c:pt idx="365">
                  <c:v>10.0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0-4CA7-B505-54EE7CC1BFA6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Line_Window!$AT$2:$AT$367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  <c:pt idx="164">
                  <c:v>0.0</c:v>
                </c:pt>
                <c:pt idx="165">
                  <c:v>0.0</c:v>
                </c:pt>
                <c:pt idx="166">
                  <c:v>0.0</c:v>
                </c:pt>
                <c:pt idx="167">
                  <c:v>0.0</c:v>
                </c:pt>
                <c:pt idx="168">
                  <c:v>0.0</c:v>
                </c:pt>
                <c:pt idx="169">
                  <c:v>0.0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0.0</c:v>
                </c:pt>
                <c:pt idx="174">
                  <c:v>0.0</c:v>
                </c:pt>
                <c:pt idx="175">
                  <c:v>0.0</c:v>
                </c:pt>
                <c:pt idx="176">
                  <c:v>0.0</c:v>
                </c:pt>
                <c:pt idx="177">
                  <c:v>0.0</c:v>
                </c:pt>
                <c:pt idx="178">
                  <c:v>0.0</c:v>
                </c:pt>
                <c:pt idx="179">
                  <c:v>0.0</c:v>
                </c:pt>
                <c:pt idx="180">
                  <c:v>0.0</c:v>
                </c:pt>
                <c:pt idx="181">
                  <c:v>0.0</c:v>
                </c:pt>
                <c:pt idx="182">
                  <c:v>0.0</c:v>
                </c:pt>
                <c:pt idx="183">
                  <c:v>0.0</c:v>
                </c:pt>
                <c:pt idx="184">
                  <c:v>0.0</c:v>
                </c:pt>
                <c:pt idx="185">
                  <c:v>0.0</c:v>
                </c:pt>
                <c:pt idx="186">
                  <c:v>0.0</c:v>
                </c:pt>
                <c:pt idx="187">
                  <c:v>0.0</c:v>
                </c:pt>
                <c:pt idx="188">
                  <c:v>0.0</c:v>
                </c:pt>
                <c:pt idx="189">
                  <c:v>0.0</c:v>
                </c:pt>
                <c:pt idx="190">
                  <c:v>0.0</c:v>
                </c:pt>
                <c:pt idx="191">
                  <c:v>0.0</c:v>
                </c:pt>
                <c:pt idx="192">
                  <c:v>0.0</c:v>
                </c:pt>
                <c:pt idx="193">
                  <c:v>0.0</c:v>
                </c:pt>
                <c:pt idx="194">
                  <c:v>0.0</c:v>
                </c:pt>
                <c:pt idx="195">
                  <c:v>0.0</c:v>
                </c:pt>
                <c:pt idx="196">
                  <c:v>0.0</c:v>
                </c:pt>
                <c:pt idx="197">
                  <c:v>0.0</c:v>
                </c:pt>
                <c:pt idx="198">
                  <c:v>0.0</c:v>
                </c:pt>
                <c:pt idx="199">
                  <c:v>0.0</c:v>
                </c:pt>
                <c:pt idx="200">
                  <c:v>0.0</c:v>
                </c:pt>
                <c:pt idx="201">
                  <c:v>0.0</c:v>
                </c:pt>
                <c:pt idx="202">
                  <c:v>0.0</c:v>
                </c:pt>
                <c:pt idx="203">
                  <c:v>0.0</c:v>
                </c:pt>
                <c:pt idx="204">
                  <c:v>0.0</c:v>
                </c:pt>
                <c:pt idx="205">
                  <c:v>0.0</c:v>
                </c:pt>
                <c:pt idx="206">
                  <c:v>0.0</c:v>
                </c:pt>
                <c:pt idx="207">
                  <c:v>0.0</c:v>
                </c:pt>
                <c:pt idx="208">
                  <c:v>0.0</c:v>
                </c:pt>
                <c:pt idx="209">
                  <c:v>0.0</c:v>
                </c:pt>
                <c:pt idx="210">
                  <c:v>0.0</c:v>
                </c:pt>
                <c:pt idx="211">
                  <c:v>0.0</c:v>
                </c:pt>
                <c:pt idx="212">
                  <c:v>0.0</c:v>
                </c:pt>
                <c:pt idx="213">
                  <c:v>0.0</c:v>
                </c:pt>
                <c:pt idx="214">
                  <c:v>0.0</c:v>
                </c:pt>
                <c:pt idx="215">
                  <c:v>0.0</c:v>
                </c:pt>
                <c:pt idx="216">
                  <c:v>0.0</c:v>
                </c:pt>
                <c:pt idx="217">
                  <c:v>0.0</c:v>
                </c:pt>
                <c:pt idx="218">
                  <c:v>0.0</c:v>
                </c:pt>
                <c:pt idx="219">
                  <c:v>0.0</c:v>
                </c:pt>
                <c:pt idx="220">
                  <c:v>0.0</c:v>
                </c:pt>
                <c:pt idx="221">
                  <c:v>0.0</c:v>
                </c:pt>
                <c:pt idx="222">
                  <c:v>0.0</c:v>
                </c:pt>
                <c:pt idx="223">
                  <c:v>0.0</c:v>
                </c:pt>
                <c:pt idx="224">
                  <c:v>0.0</c:v>
                </c:pt>
                <c:pt idx="225">
                  <c:v>0.0</c:v>
                </c:pt>
                <c:pt idx="226">
                  <c:v>0.0</c:v>
                </c:pt>
                <c:pt idx="227">
                  <c:v>0.0</c:v>
                </c:pt>
                <c:pt idx="228">
                  <c:v>0.0</c:v>
                </c:pt>
                <c:pt idx="229">
                  <c:v>0.0</c:v>
                </c:pt>
                <c:pt idx="230">
                  <c:v>0.0</c:v>
                </c:pt>
                <c:pt idx="231">
                  <c:v>0.0</c:v>
                </c:pt>
                <c:pt idx="232">
                  <c:v>0.0</c:v>
                </c:pt>
                <c:pt idx="233">
                  <c:v>0.0</c:v>
                </c:pt>
                <c:pt idx="234">
                  <c:v>0.0</c:v>
                </c:pt>
                <c:pt idx="235">
                  <c:v>0.0</c:v>
                </c:pt>
                <c:pt idx="236">
                  <c:v>0.0</c:v>
                </c:pt>
                <c:pt idx="237">
                  <c:v>0.0</c:v>
                </c:pt>
                <c:pt idx="238">
                  <c:v>0.0</c:v>
                </c:pt>
                <c:pt idx="239">
                  <c:v>0.0</c:v>
                </c:pt>
                <c:pt idx="240">
                  <c:v>0.0</c:v>
                </c:pt>
                <c:pt idx="241">
                  <c:v>0.0</c:v>
                </c:pt>
                <c:pt idx="242">
                  <c:v>0.0</c:v>
                </c:pt>
                <c:pt idx="243">
                  <c:v>0.0</c:v>
                </c:pt>
                <c:pt idx="244">
                  <c:v>0.0</c:v>
                </c:pt>
                <c:pt idx="245">
                  <c:v>0.0</c:v>
                </c:pt>
                <c:pt idx="246">
                  <c:v>0.0</c:v>
                </c:pt>
                <c:pt idx="247">
                  <c:v>0.0</c:v>
                </c:pt>
                <c:pt idx="248">
                  <c:v>0.0</c:v>
                </c:pt>
                <c:pt idx="249">
                  <c:v>0.0</c:v>
                </c:pt>
                <c:pt idx="250">
                  <c:v>0.0</c:v>
                </c:pt>
                <c:pt idx="251">
                  <c:v>0.0</c:v>
                </c:pt>
                <c:pt idx="252">
                  <c:v>0.0</c:v>
                </c:pt>
                <c:pt idx="253">
                  <c:v>0.0</c:v>
                </c:pt>
                <c:pt idx="254">
                  <c:v>0.0</c:v>
                </c:pt>
                <c:pt idx="255">
                  <c:v>0.0</c:v>
                </c:pt>
                <c:pt idx="256">
                  <c:v>0.0</c:v>
                </c:pt>
                <c:pt idx="257">
                  <c:v>0.0</c:v>
                </c:pt>
                <c:pt idx="258">
                  <c:v>0.0</c:v>
                </c:pt>
                <c:pt idx="259">
                  <c:v>0.0</c:v>
                </c:pt>
                <c:pt idx="260">
                  <c:v>0.0</c:v>
                </c:pt>
                <c:pt idx="261">
                  <c:v>0.0</c:v>
                </c:pt>
                <c:pt idx="262">
                  <c:v>0.0</c:v>
                </c:pt>
                <c:pt idx="263">
                  <c:v>0.0</c:v>
                </c:pt>
                <c:pt idx="264">
                  <c:v>0.0</c:v>
                </c:pt>
                <c:pt idx="265">
                  <c:v>0.0</c:v>
                </c:pt>
                <c:pt idx="266">
                  <c:v>0.0</c:v>
                </c:pt>
                <c:pt idx="267">
                  <c:v>0.0</c:v>
                </c:pt>
                <c:pt idx="268">
                  <c:v>0.0</c:v>
                </c:pt>
                <c:pt idx="269">
                  <c:v>0.0</c:v>
                </c:pt>
                <c:pt idx="270">
                  <c:v>0.0</c:v>
                </c:pt>
                <c:pt idx="271">
                  <c:v>0.0</c:v>
                </c:pt>
                <c:pt idx="272">
                  <c:v>0.0</c:v>
                </c:pt>
                <c:pt idx="273">
                  <c:v>0.0</c:v>
                </c:pt>
                <c:pt idx="274">
                  <c:v>0.0</c:v>
                </c:pt>
                <c:pt idx="275">
                  <c:v>0.0</c:v>
                </c:pt>
                <c:pt idx="276">
                  <c:v>0.0</c:v>
                </c:pt>
                <c:pt idx="277">
                  <c:v>0.0</c:v>
                </c:pt>
                <c:pt idx="278">
                  <c:v>0.0</c:v>
                </c:pt>
                <c:pt idx="279">
                  <c:v>0.0</c:v>
                </c:pt>
                <c:pt idx="280">
                  <c:v>0.0</c:v>
                </c:pt>
                <c:pt idx="281">
                  <c:v>0.0</c:v>
                </c:pt>
                <c:pt idx="282">
                  <c:v>0.0</c:v>
                </c:pt>
                <c:pt idx="283">
                  <c:v>0.0</c:v>
                </c:pt>
                <c:pt idx="284">
                  <c:v>0.0</c:v>
                </c:pt>
                <c:pt idx="285">
                  <c:v>0.0</c:v>
                </c:pt>
                <c:pt idx="286">
                  <c:v>0.0</c:v>
                </c:pt>
                <c:pt idx="287">
                  <c:v>0.0</c:v>
                </c:pt>
                <c:pt idx="288">
                  <c:v>0.0</c:v>
                </c:pt>
                <c:pt idx="289">
                  <c:v>0.0</c:v>
                </c:pt>
                <c:pt idx="290">
                  <c:v>0.0</c:v>
                </c:pt>
                <c:pt idx="291">
                  <c:v>0.0</c:v>
                </c:pt>
                <c:pt idx="292">
                  <c:v>0.0</c:v>
                </c:pt>
                <c:pt idx="293">
                  <c:v>0.0</c:v>
                </c:pt>
                <c:pt idx="294">
                  <c:v>0.0</c:v>
                </c:pt>
                <c:pt idx="295">
                  <c:v>0.0</c:v>
                </c:pt>
                <c:pt idx="296">
                  <c:v>0.0</c:v>
                </c:pt>
                <c:pt idx="297">
                  <c:v>0.0</c:v>
                </c:pt>
                <c:pt idx="298">
                  <c:v>0.0</c:v>
                </c:pt>
                <c:pt idx="299">
                  <c:v>0.0</c:v>
                </c:pt>
                <c:pt idx="300">
                  <c:v>0.0</c:v>
                </c:pt>
                <c:pt idx="301">
                  <c:v>0.0</c:v>
                </c:pt>
                <c:pt idx="302">
                  <c:v>0.0</c:v>
                </c:pt>
                <c:pt idx="303">
                  <c:v>0.0</c:v>
                </c:pt>
                <c:pt idx="304">
                  <c:v>0.0</c:v>
                </c:pt>
                <c:pt idx="305">
                  <c:v>0.0</c:v>
                </c:pt>
                <c:pt idx="306">
                  <c:v>0.0</c:v>
                </c:pt>
                <c:pt idx="307">
                  <c:v>0.0</c:v>
                </c:pt>
                <c:pt idx="308">
                  <c:v>0.0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0.0</c:v>
                </c:pt>
                <c:pt idx="355">
                  <c:v>0.0</c:v>
                </c:pt>
                <c:pt idx="356">
                  <c:v>0.0</c:v>
                </c:pt>
                <c:pt idx="357">
                  <c:v>0.0</c:v>
                </c:pt>
                <c:pt idx="358">
                  <c:v>0.0</c:v>
                </c:pt>
                <c:pt idx="359">
                  <c:v>0.0</c:v>
                </c:pt>
                <c:pt idx="360">
                  <c:v>0.0</c:v>
                </c:pt>
                <c:pt idx="361">
                  <c:v>0.0</c:v>
                </c:pt>
                <c:pt idx="362">
                  <c:v>0.0</c:v>
                </c:pt>
                <c:pt idx="363">
                  <c:v>0.0</c:v>
                </c:pt>
                <c:pt idx="364">
                  <c:v>0.0</c:v>
                </c:pt>
                <c:pt idx="36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90-4CA7-B505-54EE7CC1BFA6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Line_Window!$AU$2:$AU$367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6.0</c:v>
                </c:pt>
                <c:pt idx="31">
                  <c:v>10.0</c:v>
                </c:pt>
                <c:pt idx="32">
                  <c:v>10.0</c:v>
                </c:pt>
                <c:pt idx="33">
                  <c:v>10.0</c:v>
                </c:pt>
                <c:pt idx="34">
                  <c:v>10.0</c:v>
                </c:pt>
                <c:pt idx="35">
                  <c:v>10.0</c:v>
                </c:pt>
                <c:pt idx="36">
                  <c:v>10.0</c:v>
                </c:pt>
                <c:pt idx="37">
                  <c:v>14.0</c:v>
                </c:pt>
                <c:pt idx="38">
                  <c:v>14.0</c:v>
                </c:pt>
                <c:pt idx="39">
                  <c:v>14.0</c:v>
                </c:pt>
                <c:pt idx="40">
                  <c:v>14.0</c:v>
                </c:pt>
                <c:pt idx="41">
                  <c:v>14.0</c:v>
                </c:pt>
                <c:pt idx="42">
                  <c:v>14.0</c:v>
                </c:pt>
                <c:pt idx="43">
                  <c:v>14.0</c:v>
                </c:pt>
                <c:pt idx="44">
                  <c:v>14.0</c:v>
                </c:pt>
                <c:pt idx="45">
                  <c:v>17.0</c:v>
                </c:pt>
                <c:pt idx="46">
                  <c:v>17.0</c:v>
                </c:pt>
                <c:pt idx="47">
                  <c:v>17.0</c:v>
                </c:pt>
                <c:pt idx="48">
                  <c:v>17.0</c:v>
                </c:pt>
                <c:pt idx="49">
                  <c:v>17.0</c:v>
                </c:pt>
                <c:pt idx="50">
                  <c:v>29.0</c:v>
                </c:pt>
                <c:pt idx="51">
                  <c:v>29.0</c:v>
                </c:pt>
                <c:pt idx="52">
                  <c:v>29.0</c:v>
                </c:pt>
                <c:pt idx="53">
                  <c:v>29.0</c:v>
                </c:pt>
                <c:pt idx="54">
                  <c:v>29.0</c:v>
                </c:pt>
                <c:pt idx="55">
                  <c:v>29.0</c:v>
                </c:pt>
                <c:pt idx="56">
                  <c:v>29.0</c:v>
                </c:pt>
                <c:pt idx="57">
                  <c:v>29.0</c:v>
                </c:pt>
                <c:pt idx="58">
                  <c:v>29.0</c:v>
                </c:pt>
                <c:pt idx="59">
                  <c:v>29.0</c:v>
                </c:pt>
                <c:pt idx="60">
                  <c:v>29.0</c:v>
                </c:pt>
                <c:pt idx="61">
                  <c:v>29.0</c:v>
                </c:pt>
                <c:pt idx="62">
                  <c:v>29.0</c:v>
                </c:pt>
                <c:pt idx="63">
                  <c:v>29.0</c:v>
                </c:pt>
                <c:pt idx="64">
                  <c:v>29.0</c:v>
                </c:pt>
                <c:pt idx="65">
                  <c:v>29.0</c:v>
                </c:pt>
                <c:pt idx="66">
                  <c:v>29.0</c:v>
                </c:pt>
                <c:pt idx="67">
                  <c:v>29.0</c:v>
                </c:pt>
                <c:pt idx="68">
                  <c:v>29.0</c:v>
                </c:pt>
                <c:pt idx="69">
                  <c:v>29.0</c:v>
                </c:pt>
                <c:pt idx="70">
                  <c:v>29.0</c:v>
                </c:pt>
                <c:pt idx="71">
                  <c:v>29.0</c:v>
                </c:pt>
                <c:pt idx="72">
                  <c:v>29.0</c:v>
                </c:pt>
                <c:pt idx="73">
                  <c:v>29.0</c:v>
                </c:pt>
                <c:pt idx="74">
                  <c:v>29.0</c:v>
                </c:pt>
                <c:pt idx="75">
                  <c:v>29.0</c:v>
                </c:pt>
                <c:pt idx="76">
                  <c:v>29.0</c:v>
                </c:pt>
                <c:pt idx="77">
                  <c:v>29.0</c:v>
                </c:pt>
                <c:pt idx="78">
                  <c:v>29.0</c:v>
                </c:pt>
                <c:pt idx="79">
                  <c:v>29.0</c:v>
                </c:pt>
                <c:pt idx="80">
                  <c:v>29.0</c:v>
                </c:pt>
                <c:pt idx="81">
                  <c:v>29.0</c:v>
                </c:pt>
                <c:pt idx="82">
                  <c:v>29.0</c:v>
                </c:pt>
                <c:pt idx="83">
                  <c:v>29.0</c:v>
                </c:pt>
                <c:pt idx="84">
                  <c:v>29.0</c:v>
                </c:pt>
                <c:pt idx="85">
                  <c:v>29.0</c:v>
                </c:pt>
                <c:pt idx="86">
                  <c:v>29.0</c:v>
                </c:pt>
                <c:pt idx="87">
                  <c:v>29.0</c:v>
                </c:pt>
                <c:pt idx="88">
                  <c:v>29.0</c:v>
                </c:pt>
                <c:pt idx="89">
                  <c:v>29.0</c:v>
                </c:pt>
                <c:pt idx="90">
                  <c:v>29.0</c:v>
                </c:pt>
                <c:pt idx="91">
                  <c:v>29.0</c:v>
                </c:pt>
                <c:pt idx="92">
                  <c:v>29.0</c:v>
                </c:pt>
                <c:pt idx="93">
                  <c:v>30.0</c:v>
                </c:pt>
                <c:pt idx="94">
                  <c:v>30.0</c:v>
                </c:pt>
                <c:pt idx="95">
                  <c:v>30.0</c:v>
                </c:pt>
                <c:pt idx="96">
                  <c:v>30.0</c:v>
                </c:pt>
                <c:pt idx="97">
                  <c:v>30.0</c:v>
                </c:pt>
                <c:pt idx="98">
                  <c:v>30.0</c:v>
                </c:pt>
                <c:pt idx="99">
                  <c:v>30.0</c:v>
                </c:pt>
                <c:pt idx="100">
                  <c:v>30.0</c:v>
                </c:pt>
                <c:pt idx="101">
                  <c:v>30.0</c:v>
                </c:pt>
                <c:pt idx="102">
                  <c:v>30.0</c:v>
                </c:pt>
                <c:pt idx="103">
                  <c:v>30.0</c:v>
                </c:pt>
                <c:pt idx="104">
                  <c:v>30.0</c:v>
                </c:pt>
                <c:pt idx="105">
                  <c:v>30.0</c:v>
                </c:pt>
                <c:pt idx="106">
                  <c:v>30.0</c:v>
                </c:pt>
                <c:pt idx="107">
                  <c:v>30.0</c:v>
                </c:pt>
                <c:pt idx="108">
                  <c:v>30.0</c:v>
                </c:pt>
                <c:pt idx="109">
                  <c:v>30.0</c:v>
                </c:pt>
                <c:pt idx="110">
                  <c:v>30.0</c:v>
                </c:pt>
                <c:pt idx="111">
                  <c:v>30.0</c:v>
                </c:pt>
                <c:pt idx="112">
                  <c:v>30.0</c:v>
                </c:pt>
                <c:pt idx="113">
                  <c:v>30.0</c:v>
                </c:pt>
                <c:pt idx="114">
                  <c:v>30.0</c:v>
                </c:pt>
                <c:pt idx="115">
                  <c:v>30.0</c:v>
                </c:pt>
                <c:pt idx="116">
                  <c:v>30.0</c:v>
                </c:pt>
                <c:pt idx="117">
                  <c:v>30.0</c:v>
                </c:pt>
                <c:pt idx="118">
                  <c:v>30.0</c:v>
                </c:pt>
                <c:pt idx="119">
                  <c:v>30.0</c:v>
                </c:pt>
                <c:pt idx="120">
                  <c:v>30.0</c:v>
                </c:pt>
                <c:pt idx="121">
                  <c:v>30.0</c:v>
                </c:pt>
                <c:pt idx="122">
                  <c:v>30.0</c:v>
                </c:pt>
                <c:pt idx="123">
                  <c:v>30.0</c:v>
                </c:pt>
                <c:pt idx="124">
                  <c:v>30.0</c:v>
                </c:pt>
                <c:pt idx="125">
                  <c:v>30.0</c:v>
                </c:pt>
                <c:pt idx="126">
                  <c:v>30.0</c:v>
                </c:pt>
                <c:pt idx="127">
                  <c:v>31.0</c:v>
                </c:pt>
                <c:pt idx="128">
                  <c:v>39.0</c:v>
                </c:pt>
                <c:pt idx="129">
                  <c:v>39.0</c:v>
                </c:pt>
                <c:pt idx="130">
                  <c:v>39.0</c:v>
                </c:pt>
                <c:pt idx="131">
                  <c:v>39.0</c:v>
                </c:pt>
                <c:pt idx="132">
                  <c:v>39.0</c:v>
                </c:pt>
                <c:pt idx="133">
                  <c:v>39.0</c:v>
                </c:pt>
                <c:pt idx="134">
                  <c:v>39.0</c:v>
                </c:pt>
                <c:pt idx="135">
                  <c:v>39.0</c:v>
                </c:pt>
                <c:pt idx="136">
                  <c:v>39.0</c:v>
                </c:pt>
                <c:pt idx="137">
                  <c:v>39.0</c:v>
                </c:pt>
                <c:pt idx="138">
                  <c:v>39.0</c:v>
                </c:pt>
                <c:pt idx="139">
                  <c:v>39.0</c:v>
                </c:pt>
                <c:pt idx="140">
                  <c:v>39.0</c:v>
                </c:pt>
                <c:pt idx="141">
                  <c:v>39.0</c:v>
                </c:pt>
                <c:pt idx="142">
                  <c:v>39.0</c:v>
                </c:pt>
                <c:pt idx="143">
                  <c:v>39.0</c:v>
                </c:pt>
                <c:pt idx="144">
                  <c:v>39.0</c:v>
                </c:pt>
                <c:pt idx="145">
                  <c:v>39.0</c:v>
                </c:pt>
                <c:pt idx="146">
                  <c:v>39.0</c:v>
                </c:pt>
                <c:pt idx="147">
                  <c:v>39.0</c:v>
                </c:pt>
                <c:pt idx="148">
                  <c:v>39.0</c:v>
                </c:pt>
                <c:pt idx="149">
                  <c:v>39.0</c:v>
                </c:pt>
                <c:pt idx="150">
                  <c:v>39.0</c:v>
                </c:pt>
                <c:pt idx="151">
                  <c:v>39.0</c:v>
                </c:pt>
                <c:pt idx="152">
                  <c:v>39.0</c:v>
                </c:pt>
                <c:pt idx="153">
                  <c:v>39.0</c:v>
                </c:pt>
                <c:pt idx="154">
                  <c:v>39.0</c:v>
                </c:pt>
                <c:pt idx="155">
                  <c:v>39.0</c:v>
                </c:pt>
                <c:pt idx="156">
                  <c:v>39.0</c:v>
                </c:pt>
                <c:pt idx="157">
                  <c:v>39.0</c:v>
                </c:pt>
                <c:pt idx="158">
                  <c:v>39.0</c:v>
                </c:pt>
                <c:pt idx="159">
                  <c:v>39.0</c:v>
                </c:pt>
                <c:pt idx="160">
                  <c:v>39.0</c:v>
                </c:pt>
                <c:pt idx="161">
                  <c:v>39.0</c:v>
                </c:pt>
                <c:pt idx="162">
                  <c:v>39.0</c:v>
                </c:pt>
                <c:pt idx="163">
                  <c:v>39.0</c:v>
                </c:pt>
                <c:pt idx="164">
                  <c:v>39.0</c:v>
                </c:pt>
                <c:pt idx="165">
                  <c:v>39.0</c:v>
                </c:pt>
                <c:pt idx="166">
                  <c:v>39.0</c:v>
                </c:pt>
                <c:pt idx="167">
                  <c:v>39.0</c:v>
                </c:pt>
                <c:pt idx="168">
                  <c:v>39.0</c:v>
                </c:pt>
                <c:pt idx="169">
                  <c:v>39.0</c:v>
                </c:pt>
                <c:pt idx="170">
                  <c:v>39.0</c:v>
                </c:pt>
                <c:pt idx="171">
                  <c:v>39.0</c:v>
                </c:pt>
                <c:pt idx="172">
                  <c:v>39.0</c:v>
                </c:pt>
                <c:pt idx="173">
                  <c:v>39.0</c:v>
                </c:pt>
                <c:pt idx="174">
                  <c:v>39.0</c:v>
                </c:pt>
                <c:pt idx="175">
                  <c:v>39.0</c:v>
                </c:pt>
                <c:pt idx="176">
                  <c:v>39.0</c:v>
                </c:pt>
                <c:pt idx="177">
                  <c:v>39.0</c:v>
                </c:pt>
                <c:pt idx="178">
                  <c:v>39.0</c:v>
                </c:pt>
                <c:pt idx="179">
                  <c:v>39.0</c:v>
                </c:pt>
                <c:pt idx="180">
                  <c:v>39.0</c:v>
                </c:pt>
                <c:pt idx="181">
                  <c:v>39.0</c:v>
                </c:pt>
                <c:pt idx="182">
                  <c:v>39.0</c:v>
                </c:pt>
                <c:pt idx="183">
                  <c:v>39.0</c:v>
                </c:pt>
                <c:pt idx="184">
                  <c:v>39.0</c:v>
                </c:pt>
                <c:pt idx="185">
                  <c:v>39.0</c:v>
                </c:pt>
                <c:pt idx="186">
                  <c:v>39.0</c:v>
                </c:pt>
                <c:pt idx="187">
                  <c:v>39.0</c:v>
                </c:pt>
                <c:pt idx="188">
                  <c:v>39.0</c:v>
                </c:pt>
                <c:pt idx="189">
                  <c:v>39.0</c:v>
                </c:pt>
                <c:pt idx="190">
                  <c:v>39.0</c:v>
                </c:pt>
                <c:pt idx="191">
                  <c:v>39.0</c:v>
                </c:pt>
                <c:pt idx="192">
                  <c:v>39.0</c:v>
                </c:pt>
                <c:pt idx="193">
                  <c:v>39.0</c:v>
                </c:pt>
                <c:pt idx="194">
                  <c:v>39.0</c:v>
                </c:pt>
                <c:pt idx="195">
                  <c:v>39.0</c:v>
                </c:pt>
                <c:pt idx="196">
                  <c:v>39.0</c:v>
                </c:pt>
                <c:pt idx="197">
                  <c:v>39.0</c:v>
                </c:pt>
                <c:pt idx="198">
                  <c:v>39.0</c:v>
                </c:pt>
                <c:pt idx="199">
                  <c:v>39.0</c:v>
                </c:pt>
                <c:pt idx="200">
                  <c:v>39.0</c:v>
                </c:pt>
                <c:pt idx="201">
                  <c:v>39.0</c:v>
                </c:pt>
                <c:pt idx="202">
                  <c:v>39.0</c:v>
                </c:pt>
                <c:pt idx="203">
                  <c:v>39.0</c:v>
                </c:pt>
                <c:pt idx="204">
                  <c:v>39.0</c:v>
                </c:pt>
                <c:pt idx="205">
                  <c:v>39.0</c:v>
                </c:pt>
                <c:pt idx="206">
                  <c:v>39.0</c:v>
                </c:pt>
                <c:pt idx="207">
                  <c:v>39.0</c:v>
                </c:pt>
                <c:pt idx="208">
                  <c:v>39.0</c:v>
                </c:pt>
                <c:pt idx="209">
                  <c:v>39.0</c:v>
                </c:pt>
                <c:pt idx="210">
                  <c:v>39.0</c:v>
                </c:pt>
                <c:pt idx="211">
                  <c:v>39.0</c:v>
                </c:pt>
                <c:pt idx="212">
                  <c:v>39.0</c:v>
                </c:pt>
                <c:pt idx="213">
                  <c:v>39.0</c:v>
                </c:pt>
                <c:pt idx="214">
                  <c:v>39.0</c:v>
                </c:pt>
                <c:pt idx="215">
                  <c:v>39.0</c:v>
                </c:pt>
                <c:pt idx="216">
                  <c:v>39.0</c:v>
                </c:pt>
                <c:pt idx="217">
                  <c:v>39.0</c:v>
                </c:pt>
                <c:pt idx="218">
                  <c:v>40.0</c:v>
                </c:pt>
                <c:pt idx="219">
                  <c:v>40.0</c:v>
                </c:pt>
                <c:pt idx="220">
                  <c:v>40.0</c:v>
                </c:pt>
                <c:pt idx="221">
                  <c:v>40.0</c:v>
                </c:pt>
                <c:pt idx="222">
                  <c:v>40.0</c:v>
                </c:pt>
                <c:pt idx="223">
                  <c:v>40.0</c:v>
                </c:pt>
                <c:pt idx="224">
                  <c:v>40.0</c:v>
                </c:pt>
                <c:pt idx="225">
                  <c:v>40.0</c:v>
                </c:pt>
                <c:pt idx="226">
                  <c:v>40.0</c:v>
                </c:pt>
                <c:pt idx="227">
                  <c:v>40.0</c:v>
                </c:pt>
                <c:pt idx="228">
                  <c:v>40.0</c:v>
                </c:pt>
                <c:pt idx="229">
                  <c:v>40.0</c:v>
                </c:pt>
                <c:pt idx="230">
                  <c:v>40.0</c:v>
                </c:pt>
                <c:pt idx="231">
                  <c:v>40.0</c:v>
                </c:pt>
                <c:pt idx="232">
                  <c:v>40.0</c:v>
                </c:pt>
                <c:pt idx="233">
                  <c:v>40.0</c:v>
                </c:pt>
                <c:pt idx="234">
                  <c:v>40.0</c:v>
                </c:pt>
                <c:pt idx="235">
                  <c:v>40.0</c:v>
                </c:pt>
                <c:pt idx="236">
                  <c:v>40.0</c:v>
                </c:pt>
                <c:pt idx="237">
                  <c:v>40.0</c:v>
                </c:pt>
                <c:pt idx="238">
                  <c:v>40.0</c:v>
                </c:pt>
                <c:pt idx="239">
                  <c:v>40.0</c:v>
                </c:pt>
                <c:pt idx="240">
                  <c:v>40.0</c:v>
                </c:pt>
                <c:pt idx="241">
                  <c:v>40.0</c:v>
                </c:pt>
                <c:pt idx="242">
                  <c:v>40.0</c:v>
                </c:pt>
                <c:pt idx="243">
                  <c:v>40.0</c:v>
                </c:pt>
                <c:pt idx="244">
                  <c:v>40.0</c:v>
                </c:pt>
                <c:pt idx="245">
                  <c:v>40.0</c:v>
                </c:pt>
                <c:pt idx="246">
                  <c:v>40.0</c:v>
                </c:pt>
                <c:pt idx="247">
                  <c:v>40.0</c:v>
                </c:pt>
                <c:pt idx="248">
                  <c:v>40.0</c:v>
                </c:pt>
                <c:pt idx="249">
                  <c:v>40.0</c:v>
                </c:pt>
                <c:pt idx="250">
                  <c:v>40.0</c:v>
                </c:pt>
                <c:pt idx="251">
                  <c:v>40.0</c:v>
                </c:pt>
                <c:pt idx="252">
                  <c:v>40.0</c:v>
                </c:pt>
                <c:pt idx="253">
                  <c:v>40.0</c:v>
                </c:pt>
                <c:pt idx="254">
                  <c:v>40.0</c:v>
                </c:pt>
                <c:pt idx="255">
                  <c:v>40.0</c:v>
                </c:pt>
                <c:pt idx="256">
                  <c:v>40.0</c:v>
                </c:pt>
                <c:pt idx="257">
                  <c:v>40.0</c:v>
                </c:pt>
                <c:pt idx="258">
                  <c:v>40.0</c:v>
                </c:pt>
                <c:pt idx="259">
                  <c:v>40.0</c:v>
                </c:pt>
                <c:pt idx="260">
                  <c:v>40.0</c:v>
                </c:pt>
                <c:pt idx="261">
                  <c:v>40.0</c:v>
                </c:pt>
                <c:pt idx="262">
                  <c:v>40.0</c:v>
                </c:pt>
                <c:pt idx="263">
                  <c:v>40.0</c:v>
                </c:pt>
                <c:pt idx="264">
                  <c:v>40.0</c:v>
                </c:pt>
                <c:pt idx="265">
                  <c:v>40.0</c:v>
                </c:pt>
                <c:pt idx="266">
                  <c:v>40.0</c:v>
                </c:pt>
                <c:pt idx="267">
                  <c:v>40.0</c:v>
                </c:pt>
                <c:pt idx="268">
                  <c:v>40.0</c:v>
                </c:pt>
                <c:pt idx="269">
                  <c:v>40.0</c:v>
                </c:pt>
                <c:pt idx="270">
                  <c:v>40.0</c:v>
                </c:pt>
                <c:pt idx="271">
                  <c:v>40.0</c:v>
                </c:pt>
                <c:pt idx="272">
                  <c:v>40.0</c:v>
                </c:pt>
                <c:pt idx="273">
                  <c:v>40.0</c:v>
                </c:pt>
                <c:pt idx="274">
                  <c:v>40.0</c:v>
                </c:pt>
                <c:pt idx="275">
                  <c:v>40.0</c:v>
                </c:pt>
                <c:pt idx="276">
                  <c:v>40.0</c:v>
                </c:pt>
                <c:pt idx="277">
                  <c:v>40.0</c:v>
                </c:pt>
                <c:pt idx="278">
                  <c:v>40.0</c:v>
                </c:pt>
                <c:pt idx="279">
                  <c:v>40.0</c:v>
                </c:pt>
                <c:pt idx="280">
                  <c:v>40.0</c:v>
                </c:pt>
                <c:pt idx="281">
                  <c:v>40.0</c:v>
                </c:pt>
                <c:pt idx="282">
                  <c:v>40.0</c:v>
                </c:pt>
                <c:pt idx="283">
                  <c:v>40.0</c:v>
                </c:pt>
                <c:pt idx="284">
                  <c:v>40.0</c:v>
                </c:pt>
                <c:pt idx="285">
                  <c:v>40.0</c:v>
                </c:pt>
                <c:pt idx="286">
                  <c:v>40.0</c:v>
                </c:pt>
                <c:pt idx="287">
                  <c:v>40.0</c:v>
                </c:pt>
                <c:pt idx="288">
                  <c:v>40.0</c:v>
                </c:pt>
                <c:pt idx="289">
                  <c:v>40.0</c:v>
                </c:pt>
                <c:pt idx="290">
                  <c:v>40.0</c:v>
                </c:pt>
                <c:pt idx="291">
                  <c:v>40.0</c:v>
                </c:pt>
                <c:pt idx="292">
                  <c:v>40.0</c:v>
                </c:pt>
                <c:pt idx="293">
                  <c:v>40.0</c:v>
                </c:pt>
                <c:pt idx="294">
                  <c:v>40.0</c:v>
                </c:pt>
                <c:pt idx="295">
                  <c:v>40.0</c:v>
                </c:pt>
                <c:pt idx="296">
                  <c:v>40.0</c:v>
                </c:pt>
                <c:pt idx="297">
                  <c:v>40.0</c:v>
                </c:pt>
                <c:pt idx="298">
                  <c:v>40.0</c:v>
                </c:pt>
                <c:pt idx="299">
                  <c:v>40.0</c:v>
                </c:pt>
                <c:pt idx="300">
                  <c:v>40.0</c:v>
                </c:pt>
                <c:pt idx="301">
                  <c:v>40.0</c:v>
                </c:pt>
                <c:pt idx="302">
                  <c:v>40.0</c:v>
                </c:pt>
                <c:pt idx="303">
                  <c:v>40.0</c:v>
                </c:pt>
                <c:pt idx="304">
                  <c:v>40.0</c:v>
                </c:pt>
                <c:pt idx="305">
                  <c:v>40.0</c:v>
                </c:pt>
                <c:pt idx="306">
                  <c:v>40.0</c:v>
                </c:pt>
                <c:pt idx="307">
                  <c:v>40.0</c:v>
                </c:pt>
                <c:pt idx="308">
                  <c:v>40.0</c:v>
                </c:pt>
                <c:pt idx="309">
                  <c:v>40.0</c:v>
                </c:pt>
                <c:pt idx="310">
                  <c:v>40.0</c:v>
                </c:pt>
                <c:pt idx="311">
                  <c:v>40.0</c:v>
                </c:pt>
                <c:pt idx="312">
                  <c:v>40.0</c:v>
                </c:pt>
                <c:pt idx="313">
                  <c:v>40.0</c:v>
                </c:pt>
                <c:pt idx="314">
                  <c:v>40.0</c:v>
                </c:pt>
                <c:pt idx="315">
                  <c:v>40.0</c:v>
                </c:pt>
                <c:pt idx="316">
                  <c:v>40.0</c:v>
                </c:pt>
                <c:pt idx="317">
                  <c:v>40.0</c:v>
                </c:pt>
                <c:pt idx="318">
                  <c:v>40.0</c:v>
                </c:pt>
                <c:pt idx="319">
                  <c:v>40.0</c:v>
                </c:pt>
                <c:pt idx="320">
                  <c:v>40.0</c:v>
                </c:pt>
                <c:pt idx="321">
                  <c:v>40.0</c:v>
                </c:pt>
                <c:pt idx="322">
                  <c:v>40.0</c:v>
                </c:pt>
                <c:pt idx="323">
                  <c:v>40.0</c:v>
                </c:pt>
                <c:pt idx="324">
                  <c:v>40.0</c:v>
                </c:pt>
                <c:pt idx="325">
                  <c:v>40.0</c:v>
                </c:pt>
                <c:pt idx="326">
                  <c:v>40.0</c:v>
                </c:pt>
                <c:pt idx="327">
                  <c:v>40.0</c:v>
                </c:pt>
                <c:pt idx="328">
                  <c:v>40.0</c:v>
                </c:pt>
                <c:pt idx="329">
                  <c:v>40.0</c:v>
                </c:pt>
                <c:pt idx="330">
                  <c:v>40.0</c:v>
                </c:pt>
                <c:pt idx="331">
                  <c:v>40.0</c:v>
                </c:pt>
                <c:pt idx="332">
                  <c:v>40.0</c:v>
                </c:pt>
                <c:pt idx="333">
                  <c:v>40.0</c:v>
                </c:pt>
                <c:pt idx="334">
                  <c:v>40.0</c:v>
                </c:pt>
                <c:pt idx="335">
                  <c:v>40.0</c:v>
                </c:pt>
                <c:pt idx="336">
                  <c:v>40.0</c:v>
                </c:pt>
                <c:pt idx="337">
                  <c:v>40.0</c:v>
                </c:pt>
                <c:pt idx="338">
                  <c:v>40.0</c:v>
                </c:pt>
                <c:pt idx="339">
                  <c:v>40.0</c:v>
                </c:pt>
                <c:pt idx="340">
                  <c:v>40.0</c:v>
                </c:pt>
                <c:pt idx="341">
                  <c:v>40.0</c:v>
                </c:pt>
                <c:pt idx="342">
                  <c:v>40.0</c:v>
                </c:pt>
                <c:pt idx="343">
                  <c:v>40.0</c:v>
                </c:pt>
                <c:pt idx="344">
                  <c:v>40.0</c:v>
                </c:pt>
                <c:pt idx="345">
                  <c:v>40.0</c:v>
                </c:pt>
                <c:pt idx="346">
                  <c:v>40.0</c:v>
                </c:pt>
                <c:pt idx="347">
                  <c:v>40.0</c:v>
                </c:pt>
                <c:pt idx="348">
                  <c:v>40.0</c:v>
                </c:pt>
                <c:pt idx="349">
                  <c:v>40.0</c:v>
                </c:pt>
                <c:pt idx="350">
                  <c:v>40.0</c:v>
                </c:pt>
                <c:pt idx="351">
                  <c:v>40.0</c:v>
                </c:pt>
                <c:pt idx="352">
                  <c:v>40.0</c:v>
                </c:pt>
                <c:pt idx="353">
                  <c:v>40.0</c:v>
                </c:pt>
                <c:pt idx="354">
                  <c:v>40.0</c:v>
                </c:pt>
                <c:pt idx="355">
                  <c:v>40.0</c:v>
                </c:pt>
                <c:pt idx="356">
                  <c:v>40.0</c:v>
                </c:pt>
                <c:pt idx="357">
                  <c:v>40.0</c:v>
                </c:pt>
                <c:pt idx="358">
                  <c:v>40.0</c:v>
                </c:pt>
                <c:pt idx="359">
                  <c:v>40.0</c:v>
                </c:pt>
                <c:pt idx="360">
                  <c:v>40.0</c:v>
                </c:pt>
                <c:pt idx="361">
                  <c:v>40.0</c:v>
                </c:pt>
                <c:pt idx="362">
                  <c:v>40.0</c:v>
                </c:pt>
                <c:pt idx="363">
                  <c:v>40.0</c:v>
                </c:pt>
                <c:pt idx="364">
                  <c:v>40.0</c:v>
                </c:pt>
                <c:pt idx="365">
                  <c:v>40.0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90-4CA7-B505-54EE7CC1BFA6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Line_Window!$AV$2:$AV$367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  <c:pt idx="164">
                  <c:v>0.0</c:v>
                </c:pt>
                <c:pt idx="165">
                  <c:v>0.0</c:v>
                </c:pt>
                <c:pt idx="166">
                  <c:v>0.0</c:v>
                </c:pt>
                <c:pt idx="167">
                  <c:v>0.0</c:v>
                </c:pt>
                <c:pt idx="168">
                  <c:v>0.0</c:v>
                </c:pt>
                <c:pt idx="169">
                  <c:v>0.0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0.0</c:v>
                </c:pt>
                <c:pt idx="174">
                  <c:v>0.0</c:v>
                </c:pt>
                <c:pt idx="175">
                  <c:v>0.0</c:v>
                </c:pt>
                <c:pt idx="176">
                  <c:v>0.0</c:v>
                </c:pt>
                <c:pt idx="177">
                  <c:v>0.0</c:v>
                </c:pt>
                <c:pt idx="178">
                  <c:v>0.0</c:v>
                </c:pt>
                <c:pt idx="179">
                  <c:v>0.0</c:v>
                </c:pt>
                <c:pt idx="180">
                  <c:v>0.0</c:v>
                </c:pt>
                <c:pt idx="181">
                  <c:v>0.0</c:v>
                </c:pt>
                <c:pt idx="182">
                  <c:v>0.0</c:v>
                </c:pt>
                <c:pt idx="183">
                  <c:v>0.0</c:v>
                </c:pt>
                <c:pt idx="184">
                  <c:v>0.0</c:v>
                </c:pt>
                <c:pt idx="185">
                  <c:v>0.0</c:v>
                </c:pt>
                <c:pt idx="186">
                  <c:v>0.0</c:v>
                </c:pt>
                <c:pt idx="187">
                  <c:v>0.0</c:v>
                </c:pt>
                <c:pt idx="188">
                  <c:v>0.0</c:v>
                </c:pt>
                <c:pt idx="189">
                  <c:v>0.0</c:v>
                </c:pt>
                <c:pt idx="190">
                  <c:v>0.0</c:v>
                </c:pt>
                <c:pt idx="191">
                  <c:v>0.0</c:v>
                </c:pt>
                <c:pt idx="192">
                  <c:v>0.0</c:v>
                </c:pt>
                <c:pt idx="193">
                  <c:v>0.0</c:v>
                </c:pt>
                <c:pt idx="194">
                  <c:v>0.0</c:v>
                </c:pt>
                <c:pt idx="195">
                  <c:v>0.0</c:v>
                </c:pt>
                <c:pt idx="196">
                  <c:v>0.0</c:v>
                </c:pt>
                <c:pt idx="197">
                  <c:v>0.0</c:v>
                </c:pt>
                <c:pt idx="198">
                  <c:v>0.0</c:v>
                </c:pt>
                <c:pt idx="199">
                  <c:v>0.0</c:v>
                </c:pt>
                <c:pt idx="200">
                  <c:v>0.0</c:v>
                </c:pt>
                <c:pt idx="201">
                  <c:v>0.0</c:v>
                </c:pt>
                <c:pt idx="202">
                  <c:v>0.0</c:v>
                </c:pt>
                <c:pt idx="203">
                  <c:v>0.0</c:v>
                </c:pt>
                <c:pt idx="204">
                  <c:v>0.0</c:v>
                </c:pt>
                <c:pt idx="205">
                  <c:v>0.0</c:v>
                </c:pt>
                <c:pt idx="206">
                  <c:v>0.0</c:v>
                </c:pt>
                <c:pt idx="207">
                  <c:v>0.0</c:v>
                </c:pt>
                <c:pt idx="208">
                  <c:v>0.0</c:v>
                </c:pt>
                <c:pt idx="209">
                  <c:v>0.0</c:v>
                </c:pt>
                <c:pt idx="210">
                  <c:v>0.0</c:v>
                </c:pt>
                <c:pt idx="211">
                  <c:v>0.0</c:v>
                </c:pt>
                <c:pt idx="212">
                  <c:v>0.0</c:v>
                </c:pt>
                <c:pt idx="213">
                  <c:v>0.0</c:v>
                </c:pt>
                <c:pt idx="214">
                  <c:v>0.0</c:v>
                </c:pt>
                <c:pt idx="215">
                  <c:v>0.0</c:v>
                </c:pt>
                <c:pt idx="216">
                  <c:v>0.0</c:v>
                </c:pt>
                <c:pt idx="217">
                  <c:v>0.0</c:v>
                </c:pt>
                <c:pt idx="218">
                  <c:v>0.0</c:v>
                </c:pt>
                <c:pt idx="219">
                  <c:v>0.0</c:v>
                </c:pt>
                <c:pt idx="220">
                  <c:v>0.0</c:v>
                </c:pt>
                <c:pt idx="221">
                  <c:v>0.0</c:v>
                </c:pt>
                <c:pt idx="222">
                  <c:v>0.0</c:v>
                </c:pt>
                <c:pt idx="223">
                  <c:v>0.0</c:v>
                </c:pt>
                <c:pt idx="224">
                  <c:v>0.0</c:v>
                </c:pt>
                <c:pt idx="225">
                  <c:v>0.0</c:v>
                </c:pt>
                <c:pt idx="226">
                  <c:v>0.0</c:v>
                </c:pt>
                <c:pt idx="227">
                  <c:v>0.0</c:v>
                </c:pt>
                <c:pt idx="228">
                  <c:v>0.0</c:v>
                </c:pt>
                <c:pt idx="229">
                  <c:v>0.0</c:v>
                </c:pt>
                <c:pt idx="230">
                  <c:v>0.0</c:v>
                </c:pt>
                <c:pt idx="231">
                  <c:v>0.0</c:v>
                </c:pt>
                <c:pt idx="232">
                  <c:v>0.0</c:v>
                </c:pt>
                <c:pt idx="233">
                  <c:v>0.0</c:v>
                </c:pt>
                <c:pt idx="234">
                  <c:v>0.0</c:v>
                </c:pt>
                <c:pt idx="235">
                  <c:v>0.0</c:v>
                </c:pt>
                <c:pt idx="236">
                  <c:v>0.0</c:v>
                </c:pt>
                <c:pt idx="237">
                  <c:v>0.0</c:v>
                </c:pt>
                <c:pt idx="238">
                  <c:v>0.0</c:v>
                </c:pt>
                <c:pt idx="239">
                  <c:v>0.0</c:v>
                </c:pt>
                <c:pt idx="240">
                  <c:v>0.0</c:v>
                </c:pt>
                <c:pt idx="241">
                  <c:v>0.0</c:v>
                </c:pt>
                <c:pt idx="242">
                  <c:v>0.0</c:v>
                </c:pt>
                <c:pt idx="243">
                  <c:v>0.0</c:v>
                </c:pt>
                <c:pt idx="244">
                  <c:v>0.0</c:v>
                </c:pt>
                <c:pt idx="245">
                  <c:v>0.0</c:v>
                </c:pt>
                <c:pt idx="246">
                  <c:v>0.0</c:v>
                </c:pt>
                <c:pt idx="247">
                  <c:v>0.0</c:v>
                </c:pt>
                <c:pt idx="248">
                  <c:v>0.0</c:v>
                </c:pt>
                <c:pt idx="249">
                  <c:v>0.0</c:v>
                </c:pt>
                <c:pt idx="250">
                  <c:v>0.0</c:v>
                </c:pt>
                <c:pt idx="251">
                  <c:v>0.0</c:v>
                </c:pt>
                <c:pt idx="252">
                  <c:v>0.0</c:v>
                </c:pt>
                <c:pt idx="253">
                  <c:v>0.0</c:v>
                </c:pt>
                <c:pt idx="254">
                  <c:v>0.0</c:v>
                </c:pt>
                <c:pt idx="255">
                  <c:v>0.0</c:v>
                </c:pt>
                <c:pt idx="256">
                  <c:v>0.0</c:v>
                </c:pt>
                <c:pt idx="257">
                  <c:v>0.0</c:v>
                </c:pt>
                <c:pt idx="258">
                  <c:v>0.0</c:v>
                </c:pt>
                <c:pt idx="259">
                  <c:v>0.0</c:v>
                </c:pt>
                <c:pt idx="260">
                  <c:v>0.0</c:v>
                </c:pt>
                <c:pt idx="261">
                  <c:v>0.0</c:v>
                </c:pt>
                <c:pt idx="262">
                  <c:v>0.0</c:v>
                </c:pt>
                <c:pt idx="263">
                  <c:v>0.0</c:v>
                </c:pt>
                <c:pt idx="264">
                  <c:v>0.0</c:v>
                </c:pt>
                <c:pt idx="265">
                  <c:v>0.0</c:v>
                </c:pt>
                <c:pt idx="266">
                  <c:v>0.0</c:v>
                </c:pt>
                <c:pt idx="267">
                  <c:v>0.0</c:v>
                </c:pt>
                <c:pt idx="268">
                  <c:v>0.0</c:v>
                </c:pt>
                <c:pt idx="269">
                  <c:v>0.0</c:v>
                </c:pt>
                <c:pt idx="270">
                  <c:v>0.0</c:v>
                </c:pt>
                <c:pt idx="271">
                  <c:v>0.0</c:v>
                </c:pt>
                <c:pt idx="272">
                  <c:v>0.0</c:v>
                </c:pt>
                <c:pt idx="273">
                  <c:v>0.0</c:v>
                </c:pt>
                <c:pt idx="274">
                  <c:v>0.0</c:v>
                </c:pt>
                <c:pt idx="275">
                  <c:v>0.0</c:v>
                </c:pt>
                <c:pt idx="276">
                  <c:v>0.0</c:v>
                </c:pt>
                <c:pt idx="277">
                  <c:v>0.0</c:v>
                </c:pt>
                <c:pt idx="278">
                  <c:v>0.0</c:v>
                </c:pt>
                <c:pt idx="279">
                  <c:v>0.0</c:v>
                </c:pt>
                <c:pt idx="280">
                  <c:v>0.0</c:v>
                </c:pt>
                <c:pt idx="281">
                  <c:v>0.0</c:v>
                </c:pt>
                <c:pt idx="282">
                  <c:v>0.0</c:v>
                </c:pt>
                <c:pt idx="283">
                  <c:v>0.0</c:v>
                </c:pt>
                <c:pt idx="284">
                  <c:v>0.0</c:v>
                </c:pt>
                <c:pt idx="285">
                  <c:v>0.0</c:v>
                </c:pt>
                <c:pt idx="286">
                  <c:v>0.0</c:v>
                </c:pt>
                <c:pt idx="287">
                  <c:v>0.0</c:v>
                </c:pt>
                <c:pt idx="288">
                  <c:v>0.0</c:v>
                </c:pt>
                <c:pt idx="289">
                  <c:v>0.0</c:v>
                </c:pt>
                <c:pt idx="290">
                  <c:v>0.0</c:v>
                </c:pt>
                <c:pt idx="291">
                  <c:v>0.0</c:v>
                </c:pt>
                <c:pt idx="292">
                  <c:v>0.0</c:v>
                </c:pt>
                <c:pt idx="293">
                  <c:v>0.0</c:v>
                </c:pt>
                <c:pt idx="294">
                  <c:v>0.0</c:v>
                </c:pt>
                <c:pt idx="295">
                  <c:v>0.0</c:v>
                </c:pt>
                <c:pt idx="296">
                  <c:v>0.0</c:v>
                </c:pt>
                <c:pt idx="297">
                  <c:v>0.0</c:v>
                </c:pt>
                <c:pt idx="298">
                  <c:v>0.0</c:v>
                </c:pt>
                <c:pt idx="299">
                  <c:v>0.0</c:v>
                </c:pt>
                <c:pt idx="300">
                  <c:v>0.0</c:v>
                </c:pt>
                <c:pt idx="301">
                  <c:v>0.0</c:v>
                </c:pt>
                <c:pt idx="302">
                  <c:v>0.0</c:v>
                </c:pt>
                <c:pt idx="303">
                  <c:v>0.0</c:v>
                </c:pt>
                <c:pt idx="304">
                  <c:v>0.0</c:v>
                </c:pt>
                <c:pt idx="305">
                  <c:v>0.0</c:v>
                </c:pt>
                <c:pt idx="306">
                  <c:v>0.0</c:v>
                </c:pt>
                <c:pt idx="307">
                  <c:v>0.0</c:v>
                </c:pt>
                <c:pt idx="308">
                  <c:v>0.0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0.0</c:v>
                </c:pt>
                <c:pt idx="355">
                  <c:v>0.0</c:v>
                </c:pt>
                <c:pt idx="356">
                  <c:v>0.0</c:v>
                </c:pt>
                <c:pt idx="357">
                  <c:v>0.0</c:v>
                </c:pt>
                <c:pt idx="358">
                  <c:v>0.0</c:v>
                </c:pt>
                <c:pt idx="359">
                  <c:v>0.0</c:v>
                </c:pt>
                <c:pt idx="360">
                  <c:v>0.0</c:v>
                </c:pt>
                <c:pt idx="361">
                  <c:v>0.0</c:v>
                </c:pt>
                <c:pt idx="362">
                  <c:v>4.0</c:v>
                </c:pt>
                <c:pt idx="363">
                  <c:v>6.0</c:v>
                </c:pt>
                <c:pt idx="364">
                  <c:v>19.0</c:v>
                </c:pt>
                <c:pt idx="365">
                  <c:v>19.0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90-4CA7-B505-54EE7CC1BFA6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Line_Window!$AW$2:$AW$367</c:f>
              <c:numCache>
                <c:formatCode>General</c:formatCode>
                <c:ptCount val="366"/>
                <c:pt idx="0">
                  <c:v>15.0</c:v>
                </c:pt>
                <c:pt idx="1">
                  <c:v>15.0</c:v>
                </c:pt>
                <c:pt idx="2">
                  <c:v>15.0</c:v>
                </c:pt>
                <c:pt idx="3">
                  <c:v>15.0</c:v>
                </c:pt>
                <c:pt idx="4">
                  <c:v>15.0</c:v>
                </c:pt>
                <c:pt idx="5">
                  <c:v>15.0</c:v>
                </c:pt>
                <c:pt idx="6">
                  <c:v>15.0</c:v>
                </c:pt>
                <c:pt idx="7">
                  <c:v>15.0</c:v>
                </c:pt>
                <c:pt idx="8">
                  <c:v>15.0</c:v>
                </c:pt>
                <c:pt idx="9">
                  <c:v>15.0</c:v>
                </c:pt>
                <c:pt idx="10">
                  <c:v>15.0</c:v>
                </c:pt>
                <c:pt idx="11">
                  <c:v>15.0</c:v>
                </c:pt>
                <c:pt idx="12">
                  <c:v>15.0</c:v>
                </c:pt>
                <c:pt idx="13">
                  <c:v>15.0</c:v>
                </c:pt>
                <c:pt idx="14">
                  <c:v>15.0</c:v>
                </c:pt>
                <c:pt idx="15">
                  <c:v>15.0</c:v>
                </c:pt>
                <c:pt idx="16">
                  <c:v>16.0</c:v>
                </c:pt>
                <c:pt idx="17">
                  <c:v>21.0</c:v>
                </c:pt>
                <c:pt idx="18">
                  <c:v>21.0</c:v>
                </c:pt>
                <c:pt idx="19">
                  <c:v>21.0</c:v>
                </c:pt>
                <c:pt idx="20">
                  <c:v>21.0</c:v>
                </c:pt>
                <c:pt idx="21">
                  <c:v>21.0</c:v>
                </c:pt>
                <c:pt idx="22">
                  <c:v>21.0</c:v>
                </c:pt>
                <c:pt idx="23">
                  <c:v>21.0</c:v>
                </c:pt>
                <c:pt idx="24">
                  <c:v>21.0</c:v>
                </c:pt>
                <c:pt idx="25">
                  <c:v>21.0</c:v>
                </c:pt>
                <c:pt idx="26">
                  <c:v>21.0</c:v>
                </c:pt>
                <c:pt idx="27">
                  <c:v>21.0</c:v>
                </c:pt>
                <c:pt idx="28">
                  <c:v>21.0</c:v>
                </c:pt>
                <c:pt idx="29">
                  <c:v>21.0</c:v>
                </c:pt>
                <c:pt idx="30">
                  <c:v>21.0</c:v>
                </c:pt>
                <c:pt idx="31">
                  <c:v>21.0</c:v>
                </c:pt>
                <c:pt idx="32">
                  <c:v>21.0</c:v>
                </c:pt>
                <c:pt idx="33">
                  <c:v>21.0</c:v>
                </c:pt>
                <c:pt idx="34">
                  <c:v>21.0</c:v>
                </c:pt>
                <c:pt idx="35">
                  <c:v>21.0</c:v>
                </c:pt>
                <c:pt idx="36">
                  <c:v>21.0</c:v>
                </c:pt>
                <c:pt idx="37">
                  <c:v>21.0</c:v>
                </c:pt>
                <c:pt idx="38">
                  <c:v>21.0</c:v>
                </c:pt>
                <c:pt idx="39">
                  <c:v>21.0</c:v>
                </c:pt>
                <c:pt idx="40">
                  <c:v>21.0</c:v>
                </c:pt>
                <c:pt idx="41">
                  <c:v>21.0</c:v>
                </c:pt>
                <c:pt idx="42">
                  <c:v>21.0</c:v>
                </c:pt>
                <c:pt idx="43">
                  <c:v>21.0</c:v>
                </c:pt>
                <c:pt idx="44">
                  <c:v>21.0</c:v>
                </c:pt>
                <c:pt idx="45">
                  <c:v>21.0</c:v>
                </c:pt>
                <c:pt idx="46">
                  <c:v>21.0</c:v>
                </c:pt>
                <c:pt idx="47">
                  <c:v>21.0</c:v>
                </c:pt>
                <c:pt idx="48">
                  <c:v>21.0</c:v>
                </c:pt>
                <c:pt idx="49">
                  <c:v>21.0</c:v>
                </c:pt>
                <c:pt idx="50">
                  <c:v>21.0</c:v>
                </c:pt>
                <c:pt idx="51">
                  <c:v>21.0</c:v>
                </c:pt>
                <c:pt idx="52">
                  <c:v>21.0</c:v>
                </c:pt>
                <c:pt idx="53">
                  <c:v>21.0</c:v>
                </c:pt>
                <c:pt idx="54">
                  <c:v>21.0</c:v>
                </c:pt>
                <c:pt idx="55">
                  <c:v>21.0</c:v>
                </c:pt>
                <c:pt idx="56">
                  <c:v>21.0</c:v>
                </c:pt>
                <c:pt idx="57">
                  <c:v>21.0</c:v>
                </c:pt>
                <c:pt idx="58">
                  <c:v>21.0</c:v>
                </c:pt>
                <c:pt idx="59">
                  <c:v>21.0</c:v>
                </c:pt>
                <c:pt idx="60">
                  <c:v>21.0</c:v>
                </c:pt>
                <c:pt idx="61">
                  <c:v>21.0</c:v>
                </c:pt>
                <c:pt idx="62">
                  <c:v>21.0</c:v>
                </c:pt>
                <c:pt idx="63">
                  <c:v>21.0</c:v>
                </c:pt>
                <c:pt idx="64">
                  <c:v>21.0</c:v>
                </c:pt>
                <c:pt idx="65">
                  <c:v>21.0</c:v>
                </c:pt>
                <c:pt idx="66">
                  <c:v>21.0</c:v>
                </c:pt>
                <c:pt idx="67">
                  <c:v>21.0</c:v>
                </c:pt>
                <c:pt idx="68">
                  <c:v>21.0</c:v>
                </c:pt>
                <c:pt idx="69">
                  <c:v>21.0</c:v>
                </c:pt>
                <c:pt idx="70">
                  <c:v>21.0</c:v>
                </c:pt>
                <c:pt idx="71">
                  <c:v>21.0</c:v>
                </c:pt>
                <c:pt idx="72">
                  <c:v>21.0</c:v>
                </c:pt>
                <c:pt idx="73">
                  <c:v>21.0</c:v>
                </c:pt>
                <c:pt idx="74">
                  <c:v>21.0</c:v>
                </c:pt>
                <c:pt idx="75">
                  <c:v>21.0</c:v>
                </c:pt>
                <c:pt idx="76">
                  <c:v>21.0</c:v>
                </c:pt>
                <c:pt idx="77">
                  <c:v>21.0</c:v>
                </c:pt>
                <c:pt idx="78">
                  <c:v>21.0</c:v>
                </c:pt>
                <c:pt idx="79">
                  <c:v>21.0</c:v>
                </c:pt>
                <c:pt idx="80">
                  <c:v>21.0</c:v>
                </c:pt>
                <c:pt idx="81">
                  <c:v>21.0</c:v>
                </c:pt>
                <c:pt idx="82">
                  <c:v>21.0</c:v>
                </c:pt>
                <c:pt idx="83">
                  <c:v>23.0</c:v>
                </c:pt>
                <c:pt idx="84">
                  <c:v>31.0</c:v>
                </c:pt>
                <c:pt idx="85">
                  <c:v>31.0</c:v>
                </c:pt>
                <c:pt idx="86">
                  <c:v>31.0</c:v>
                </c:pt>
                <c:pt idx="87">
                  <c:v>31.0</c:v>
                </c:pt>
                <c:pt idx="88">
                  <c:v>34.0</c:v>
                </c:pt>
                <c:pt idx="89">
                  <c:v>36.0</c:v>
                </c:pt>
                <c:pt idx="90">
                  <c:v>36.0</c:v>
                </c:pt>
                <c:pt idx="91">
                  <c:v>44.0</c:v>
                </c:pt>
                <c:pt idx="92">
                  <c:v>44.0</c:v>
                </c:pt>
                <c:pt idx="93">
                  <c:v>44.0</c:v>
                </c:pt>
                <c:pt idx="94">
                  <c:v>44.0</c:v>
                </c:pt>
                <c:pt idx="95">
                  <c:v>44.0</c:v>
                </c:pt>
                <c:pt idx="96">
                  <c:v>44.0</c:v>
                </c:pt>
                <c:pt idx="97">
                  <c:v>44.0</c:v>
                </c:pt>
                <c:pt idx="98">
                  <c:v>45.0</c:v>
                </c:pt>
                <c:pt idx="99">
                  <c:v>47.0</c:v>
                </c:pt>
                <c:pt idx="100">
                  <c:v>47.0</c:v>
                </c:pt>
                <c:pt idx="101">
                  <c:v>47.0</c:v>
                </c:pt>
                <c:pt idx="102">
                  <c:v>50.0</c:v>
                </c:pt>
                <c:pt idx="103">
                  <c:v>50.0</c:v>
                </c:pt>
                <c:pt idx="104">
                  <c:v>53.0</c:v>
                </c:pt>
                <c:pt idx="105">
                  <c:v>60.0</c:v>
                </c:pt>
                <c:pt idx="106">
                  <c:v>60.0</c:v>
                </c:pt>
                <c:pt idx="107">
                  <c:v>60.0</c:v>
                </c:pt>
                <c:pt idx="108">
                  <c:v>60.0</c:v>
                </c:pt>
                <c:pt idx="109">
                  <c:v>60.0</c:v>
                </c:pt>
                <c:pt idx="110">
                  <c:v>60.0</c:v>
                </c:pt>
                <c:pt idx="111">
                  <c:v>60.0</c:v>
                </c:pt>
                <c:pt idx="112">
                  <c:v>67.0</c:v>
                </c:pt>
                <c:pt idx="113">
                  <c:v>67.0</c:v>
                </c:pt>
                <c:pt idx="114">
                  <c:v>67.0</c:v>
                </c:pt>
                <c:pt idx="115">
                  <c:v>67.0</c:v>
                </c:pt>
                <c:pt idx="116">
                  <c:v>67.0</c:v>
                </c:pt>
                <c:pt idx="117">
                  <c:v>67.0</c:v>
                </c:pt>
                <c:pt idx="118">
                  <c:v>67.0</c:v>
                </c:pt>
                <c:pt idx="119">
                  <c:v>67.0</c:v>
                </c:pt>
                <c:pt idx="120">
                  <c:v>70.0</c:v>
                </c:pt>
                <c:pt idx="121">
                  <c:v>70.0</c:v>
                </c:pt>
                <c:pt idx="122">
                  <c:v>70.0</c:v>
                </c:pt>
                <c:pt idx="123">
                  <c:v>70.0</c:v>
                </c:pt>
                <c:pt idx="124">
                  <c:v>70.0</c:v>
                </c:pt>
                <c:pt idx="125">
                  <c:v>70.0</c:v>
                </c:pt>
                <c:pt idx="126">
                  <c:v>70.0</c:v>
                </c:pt>
                <c:pt idx="127">
                  <c:v>70.0</c:v>
                </c:pt>
                <c:pt idx="128">
                  <c:v>70.0</c:v>
                </c:pt>
                <c:pt idx="129">
                  <c:v>70.0</c:v>
                </c:pt>
                <c:pt idx="130">
                  <c:v>70.0</c:v>
                </c:pt>
                <c:pt idx="131">
                  <c:v>70.0</c:v>
                </c:pt>
                <c:pt idx="132">
                  <c:v>70.0</c:v>
                </c:pt>
                <c:pt idx="133">
                  <c:v>79.0</c:v>
                </c:pt>
                <c:pt idx="134">
                  <c:v>79.0</c:v>
                </c:pt>
                <c:pt idx="135">
                  <c:v>79.0</c:v>
                </c:pt>
                <c:pt idx="136">
                  <c:v>79.0</c:v>
                </c:pt>
                <c:pt idx="137">
                  <c:v>79.0</c:v>
                </c:pt>
                <c:pt idx="138">
                  <c:v>79.0</c:v>
                </c:pt>
                <c:pt idx="139">
                  <c:v>79.0</c:v>
                </c:pt>
                <c:pt idx="140">
                  <c:v>80.0</c:v>
                </c:pt>
                <c:pt idx="141">
                  <c:v>80.0</c:v>
                </c:pt>
                <c:pt idx="142">
                  <c:v>80.0</c:v>
                </c:pt>
                <c:pt idx="143">
                  <c:v>80.0</c:v>
                </c:pt>
                <c:pt idx="144">
                  <c:v>80.0</c:v>
                </c:pt>
                <c:pt idx="145">
                  <c:v>80.0</c:v>
                </c:pt>
                <c:pt idx="146">
                  <c:v>80.0</c:v>
                </c:pt>
                <c:pt idx="147">
                  <c:v>80.0</c:v>
                </c:pt>
                <c:pt idx="148">
                  <c:v>80.0</c:v>
                </c:pt>
                <c:pt idx="149">
                  <c:v>80.0</c:v>
                </c:pt>
                <c:pt idx="150">
                  <c:v>80.0</c:v>
                </c:pt>
                <c:pt idx="151">
                  <c:v>80.0</c:v>
                </c:pt>
                <c:pt idx="152">
                  <c:v>80.0</c:v>
                </c:pt>
                <c:pt idx="153">
                  <c:v>80.0</c:v>
                </c:pt>
                <c:pt idx="154">
                  <c:v>80.0</c:v>
                </c:pt>
                <c:pt idx="155">
                  <c:v>80.0</c:v>
                </c:pt>
                <c:pt idx="156">
                  <c:v>80.0</c:v>
                </c:pt>
                <c:pt idx="157">
                  <c:v>80.0</c:v>
                </c:pt>
                <c:pt idx="158">
                  <c:v>80.0</c:v>
                </c:pt>
                <c:pt idx="159">
                  <c:v>80.0</c:v>
                </c:pt>
                <c:pt idx="160">
                  <c:v>80.0</c:v>
                </c:pt>
                <c:pt idx="161">
                  <c:v>80.0</c:v>
                </c:pt>
                <c:pt idx="162">
                  <c:v>80.0</c:v>
                </c:pt>
                <c:pt idx="163">
                  <c:v>80.0</c:v>
                </c:pt>
                <c:pt idx="164">
                  <c:v>80.0</c:v>
                </c:pt>
                <c:pt idx="165">
                  <c:v>80.0</c:v>
                </c:pt>
                <c:pt idx="166">
                  <c:v>80.0</c:v>
                </c:pt>
                <c:pt idx="167">
                  <c:v>80.0</c:v>
                </c:pt>
                <c:pt idx="168">
                  <c:v>80.0</c:v>
                </c:pt>
                <c:pt idx="169">
                  <c:v>80.0</c:v>
                </c:pt>
                <c:pt idx="170">
                  <c:v>80.0</c:v>
                </c:pt>
                <c:pt idx="171">
                  <c:v>80.0</c:v>
                </c:pt>
                <c:pt idx="172">
                  <c:v>80.0</c:v>
                </c:pt>
                <c:pt idx="173">
                  <c:v>80.0</c:v>
                </c:pt>
                <c:pt idx="174">
                  <c:v>80.0</c:v>
                </c:pt>
                <c:pt idx="175">
                  <c:v>83.0</c:v>
                </c:pt>
                <c:pt idx="176">
                  <c:v>83.0</c:v>
                </c:pt>
                <c:pt idx="177">
                  <c:v>83.0</c:v>
                </c:pt>
                <c:pt idx="178">
                  <c:v>83.0</c:v>
                </c:pt>
                <c:pt idx="179">
                  <c:v>83.0</c:v>
                </c:pt>
                <c:pt idx="180">
                  <c:v>83.0</c:v>
                </c:pt>
                <c:pt idx="181">
                  <c:v>85.0</c:v>
                </c:pt>
                <c:pt idx="182">
                  <c:v>92.0</c:v>
                </c:pt>
                <c:pt idx="183">
                  <c:v>92.0</c:v>
                </c:pt>
                <c:pt idx="184">
                  <c:v>92.0</c:v>
                </c:pt>
                <c:pt idx="185">
                  <c:v>92.0</c:v>
                </c:pt>
                <c:pt idx="186">
                  <c:v>92.0</c:v>
                </c:pt>
                <c:pt idx="187">
                  <c:v>92.0</c:v>
                </c:pt>
                <c:pt idx="188">
                  <c:v>92.0</c:v>
                </c:pt>
                <c:pt idx="189">
                  <c:v>92.0</c:v>
                </c:pt>
                <c:pt idx="190">
                  <c:v>92.0</c:v>
                </c:pt>
                <c:pt idx="191">
                  <c:v>92.0</c:v>
                </c:pt>
                <c:pt idx="192">
                  <c:v>92.0</c:v>
                </c:pt>
                <c:pt idx="193">
                  <c:v>92.0</c:v>
                </c:pt>
                <c:pt idx="194">
                  <c:v>92.0</c:v>
                </c:pt>
                <c:pt idx="195">
                  <c:v>92.0</c:v>
                </c:pt>
                <c:pt idx="196">
                  <c:v>92.0</c:v>
                </c:pt>
                <c:pt idx="197">
                  <c:v>92.0</c:v>
                </c:pt>
                <c:pt idx="198">
                  <c:v>92.0</c:v>
                </c:pt>
                <c:pt idx="199">
                  <c:v>92.0</c:v>
                </c:pt>
                <c:pt idx="200">
                  <c:v>92.0</c:v>
                </c:pt>
                <c:pt idx="201">
                  <c:v>92.0</c:v>
                </c:pt>
                <c:pt idx="202">
                  <c:v>92.0</c:v>
                </c:pt>
                <c:pt idx="203">
                  <c:v>97.0</c:v>
                </c:pt>
                <c:pt idx="204">
                  <c:v>97.0</c:v>
                </c:pt>
                <c:pt idx="205">
                  <c:v>97.0</c:v>
                </c:pt>
                <c:pt idx="206">
                  <c:v>97.0</c:v>
                </c:pt>
                <c:pt idx="207">
                  <c:v>97.0</c:v>
                </c:pt>
                <c:pt idx="208">
                  <c:v>97.0</c:v>
                </c:pt>
                <c:pt idx="209">
                  <c:v>97.0</c:v>
                </c:pt>
                <c:pt idx="210">
                  <c:v>97.0</c:v>
                </c:pt>
                <c:pt idx="211">
                  <c:v>97.0</c:v>
                </c:pt>
                <c:pt idx="212">
                  <c:v>97.0</c:v>
                </c:pt>
                <c:pt idx="213">
                  <c:v>97.0</c:v>
                </c:pt>
                <c:pt idx="214">
                  <c:v>97.0</c:v>
                </c:pt>
                <c:pt idx="215">
                  <c:v>97.0</c:v>
                </c:pt>
                <c:pt idx="216">
                  <c:v>97.0</c:v>
                </c:pt>
                <c:pt idx="217">
                  <c:v>103.0</c:v>
                </c:pt>
                <c:pt idx="218">
                  <c:v>103.0</c:v>
                </c:pt>
                <c:pt idx="219">
                  <c:v>103.0</c:v>
                </c:pt>
                <c:pt idx="220">
                  <c:v>103.0</c:v>
                </c:pt>
                <c:pt idx="221">
                  <c:v>103.0</c:v>
                </c:pt>
                <c:pt idx="222">
                  <c:v>103.0</c:v>
                </c:pt>
                <c:pt idx="223">
                  <c:v>103.0</c:v>
                </c:pt>
                <c:pt idx="224">
                  <c:v>103.0</c:v>
                </c:pt>
                <c:pt idx="225">
                  <c:v>103.0</c:v>
                </c:pt>
                <c:pt idx="226">
                  <c:v>103.0</c:v>
                </c:pt>
                <c:pt idx="227">
                  <c:v>103.0</c:v>
                </c:pt>
                <c:pt idx="228">
                  <c:v>103.0</c:v>
                </c:pt>
                <c:pt idx="229">
                  <c:v>103.0</c:v>
                </c:pt>
                <c:pt idx="230">
                  <c:v>103.0</c:v>
                </c:pt>
                <c:pt idx="231">
                  <c:v>103.0</c:v>
                </c:pt>
                <c:pt idx="232">
                  <c:v>103.0</c:v>
                </c:pt>
                <c:pt idx="233">
                  <c:v>103.0</c:v>
                </c:pt>
                <c:pt idx="234">
                  <c:v>103.0</c:v>
                </c:pt>
                <c:pt idx="235">
                  <c:v>103.0</c:v>
                </c:pt>
                <c:pt idx="236">
                  <c:v>103.0</c:v>
                </c:pt>
                <c:pt idx="237">
                  <c:v>103.0</c:v>
                </c:pt>
                <c:pt idx="238">
                  <c:v>110.0</c:v>
                </c:pt>
                <c:pt idx="239">
                  <c:v>110.0</c:v>
                </c:pt>
                <c:pt idx="240">
                  <c:v>110.0</c:v>
                </c:pt>
                <c:pt idx="241">
                  <c:v>110.0</c:v>
                </c:pt>
                <c:pt idx="242">
                  <c:v>110.0</c:v>
                </c:pt>
                <c:pt idx="243">
                  <c:v>110.0</c:v>
                </c:pt>
                <c:pt idx="244">
                  <c:v>110.0</c:v>
                </c:pt>
                <c:pt idx="245">
                  <c:v>110.0</c:v>
                </c:pt>
                <c:pt idx="246">
                  <c:v>110.0</c:v>
                </c:pt>
                <c:pt idx="247">
                  <c:v>110.0</c:v>
                </c:pt>
                <c:pt idx="248">
                  <c:v>110.0</c:v>
                </c:pt>
                <c:pt idx="249">
                  <c:v>110.0</c:v>
                </c:pt>
                <c:pt idx="250">
                  <c:v>110.0</c:v>
                </c:pt>
                <c:pt idx="251">
                  <c:v>110.0</c:v>
                </c:pt>
                <c:pt idx="252">
                  <c:v>110.0</c:v>
                </c:pt>
                <c:pt idx="253">
                  <c:v>110.0</c:v>
                </c:pt>
                <c:pt idx="254">
                  <c:v>110.0</c:v>
                </c:pt>
                <c:pt idx="255">
                  <c:v>110.0</c:v>
                </c:pt>
                <c:pt idx="256">
                  <c:v>110.0</c:v>
                </c:pt>
                <c:pt idx="257">
                  <c:v>110.0</c:v>
                </c:pt>
                <c:pt idx="258">
                  <c:v>110.0</c:v>
                </c:pt>
                <c:pt idx="259">
                  <c:v>110.0</c:v>
                </c:pt>
                <c:pt idx="260">
                  <c:v>110.0</c:v>
                </c:pt>
                <c:pt idx="261">
                  <c:v>110.0</c:v>
                </c:pt>
                <c:pt idx="262">
                  <c:v>110.0</c:v>
                </c:pt>
                <c:pt idx="263">
                  <c:v>110.0</c:v>
                </c:pt>
                <c:pt idx="264">
                  <c:v>110.0</c:v>
                </c:pt>
                <c:pt idx="265">
                  <c:v>110.0</c:v>
                </c:pt>
                <c:pt idx="266">
                  <c:v>115.0</c:v>
                </c:pt>
                <c:pt idx="267">
                  <c:v>115.0</c:v>
                </c:pt>
                <c:pt idx="268">
                  <c:v>115.0</c:v>
                </c:pt>
                <c:pt idx="269">
                  <c:v>115.0</c:v>
                </c:pt>
                <c:pt idx="270">
                  <c:v>115.0</c:v>
                </c:pt>
                <c:pt idx="271">
                  <c:v>115.0</c:v>
                </c:pt>
                <c:pt idx="272">
                  <c:v>115.0</c:v>
                </c:pt>
                <c:pt idx="273">
                  <c:v>115.0</c:v>
                </c:pt>
                <c:pt idx="274">
                  <c:v>115.0</c:v>
                </c:pt>
                <c:pt idx="275">
                  <c:v>115.0</c:v>
                </c:pt>
                <c:pt idx="276">
                  <c:v>115.0</c:v>
                </c:pt>
                <c:pt idx="277">
                  <c:v>115.0</c:v>
                </c:pt>
                <c:pt idx="278">
                  <c:v>115.0</c:v>
                </c:pt>
                <c:pt idx="279">
                  <c:v>115.0</c:v>
                </c:pt>
                <c:pt idx="280">
                  <c:v>115.0</c:v>
                </c:pt>
                <c:pt idx="281">
                  <c:v>115.0</c:v>
                </c:pt>
                <c:pt idx="282">
                  <c:v>115.0</c:v>
                </c:pt>
                <c:pt idx="283">
                  <c:v>115.0</c:v>
                </c:pt>
                <c:pt idx="284">
                  <c:v>115.0</c:v>
                </c:pt>
                <c:pt idx="285">
                  <c:v>115.0</c:v>
                </c:pt>
                <c:pt idx="286">
                  <c:v>115.0</c:v>
                </c:pt>
                <c:pt idx="287">
                  <c:v>115.0</c:v>
                </c:pt>
                <c:pt idx="288">
                  <c:v>115.0</c:v>
                </c:pt>
                <c:pt idx="289">
                  <c:v>115.0</c:v>
                </c:pt>
                <c:pt idx="290">
                  <c:v>115.0</c:v>
                </c:pt>
                <c:pt idx="291">
                  <c:v>115.0</c:v>
                </c:pt>
                <c:pt idx="292">
                  <c:v>115.0</c:v>
                </c:pt>
                <c:pt idx="293">
                  <c:v>115.0</c:v>
                </c:pt>
                <c:pt idx="294">
                  <c:v>115.0</c:v>
                </c:pt>
                <c:pt idx="295">
                  <c:v>115.0</c:v>
                </c:pt>
                <c:pt idx="296">
                  <c:v>115.0</c:v>
                </c:pt>
                <c:pt idx="297">
                  <c:v>115.0</c:v>
                </c:pt>
                <c:pt idx="298">
                  <c:v>115.0</c:v>
                </c:pt>
                <c:pt idx="299">
                  <c:v>115.0</c:v>
                </c:pt>
                <c:pt idx="300">
                  <c:v>118.0</c:v>
                </c:pt>
                <c:pt idx="301">
                  <c:v>130.0</c:v>
                </c:pt>
                <c:pt idx="302">
                  <c:v>130.0</c:v>
                </c:pt>
                <c:pt idx="303">
                  <c:v>130.0</c:v>
                </c:pt>
                <c:pt idx="304">
                  <c:v>135.0</c:v>
                </c:pt>
                <c:pt idx="305">
                  <c:v>138.0</c:v>
                </c:pt>
                <c:pt idx="306">
                  <c:v>142.0</c:v>
                </c:pt>
                <c:pt idx="307">
                  <c:v>151.0</c:v>
                </c:pt>
                <c:pt idx="308">
                  <c:v>167.0</c:v>
                </c:pt>
                <c:pt idx="309">
                  <c:v>167.0</c:v>
                </c:pt>
                <c:pt idx="310">
                  <c:v>167.0</c:v>
                </c:pt>
                <c:pt idx="311">
                  <c:v>167.0</c:v>
                </c:pt>
                <c:pt idx="312">
                  <c:v>167.0</c:v>
                </c:pt>
                <c:pt idx="313">
                  <c:v>167.0</c:v>
                </c:pt>
                <c:pt idx="314">
                  <c:v>167.0</c:v>
                </c:pt>
                <c:pt idx="315">
                  <c:v>167.0</c:v>
                </c:pt>
                <c:pt idx="316">
                  <c:v>167.0</c:v>
                </c:pt>
                <c:pt idx="317">
                  <c:v>167.0</c:v>
                </c:pt>
                <c:pt idx="318">
                  <c:v>167.0</c:v>
                </c:pt>
                <c:pt idx="319">
                  <c:v>167.0</c:v>
                </c:pt>
                <c:pt idx="320">
                  <c:v>167.0</c:v>
                </c:pt>
                <c:pt idx="321">
                  <c:v>167.0</c:v>
                </c:pt>
                <c:pt idx="322">
                  <c:v>167.0</c:v>
                </c:pt>
                <c:pt idx="323">
                  <c:v>167.0</c:v>
                </c:pt>
                <c:pt idx="324">
                  <c:v>167.0</c:v>
                </c:pt>
                <c:pt idx="325">
                  <c:v>167.0</c:v>
                </c:pt>
                <c:pt idx="326">
                  <c:v>167.0</c:v>
                </c:pt>
                <c:pt idx="327">
                  <c:v>167.0</c:v>
                </c:pt>
                <c:pt idx="328">
                  <c:v>167.0</c:v>
                </c:pt>
                <c:pt idx="329">
                  <c:v>167.0</c:v>
                </c:pt>
                <c:pt idx="330">
                  <c:v>167.0</c:v>
                </c:pt>
                <c:pt idx="331">
                  <c:v>167.0</c:v>
                </c:pt>
                <c:pt idx="332">
                  <c:v>167.0</c:v>
                </c:pt>
                <c:pt idx="333">
                  <c:v>167.0</c:v>
                </c:pt>
                <c:pt idx="334">
                  <c:v>167.0</c:v>
                </c:pt>
                <c:pt idx="335">
                  <c:v>167.0</c:v>
                </c:pt>
                <c:pt idx="336">
                  <c:v>167.0</c:v>
                </c:pt>
                <c:pt idx="337">
                  <c:v>167.0</c:v>
                </c:pt>
                <c:pt idx="338">
                  <c:v>167.0</c:v>
                </c:pt>
                <c:pt idx="339">
                  <c:v>167.0</c:v>
                </c:pt>
                <c:pt idx="340">
                  <c:v>167.0</c:v>
                </c:pt>
                <c:pt idx="341">
                  <c:v>167.0</c:v>
                </c:pt>
                <c:pt idx="342">
                  <c:v>167.0</c:v>
                </c:pt>
                <c:pt idx="343">
                  <c:v>167.0</c:v>
                </c:pt>
                <c:pt idx="344">
                  <c:v>167.0</c:v>
                </c:pt>
                <c:pt idx="345">
                  <c:v>167.0</c:v>
                </c:pt>
                <c:pt idx="346">
                  <c:v>167.0</c:v>
                </c:pt>
                <c:pt idx="347">
                  <c:v>167.0</c:v>
                </c:pt>
                <c:pt idx="348">
                  <c:v>167.0</c:v>
                </c:pt>
                <c:pt idx="349">
                  <c:v>167.0</c:v>
                </c:pt>
                <c:pt idx="350">
                  <c:v>167.0</c:v>
                </c:pt>
                <c:pt idx="351">
                  <c:v>167.0</c:v>
                </c:pt>
                <c:pt idx="352">
                  <c:v>167.0</c:v>
                </c:pt>
                <c:pt idx="353">
                  <c:v>167.0</c:v>
                </c:pt>
                <c:pt idx="354">
                  <c:v>167.0</c:v>
                </c:pt>
                <c:pt idx="355">
                  <c:v>167.0</c:v>
                </c:pt>
                <c:pt idx="356">
                  <c:v>167.0</c:v>
                </c:pt>
                <c:pt idx="357">
                  <c:v>167.0</c:v>
                </c:pt>
                <c:pt idx="358">
                  <c:v>167.0</c:v>
                </c:pt>
                <c:pt idx="359">
                  <c:v>167.0</c:v>
                </c:pt>
                <c:pt idx="360">
                  <c:v>167.0</c:v>
                </c:pt>
                <c:pt idx="361">
                  <c:v>167.0</c:v>
                </c:pt>
                <c:pt idx="362">
                  <c:v>167.0</c:v>
                </c:pt>
                <c:pt idx="363">
                  <c:v>167.0</c:v>
                </c:pt>
                <c:pt idx="364">
                  <c:v>171.0</c:v>
                </c:pt>
                <c:pt idx="365">
                  <c:v>171.0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90-4CA7-B505-54EE7CC1BFA6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Line_Window!$AX$2:$AX$367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2.0</c:v>
                </c:pt>
                <c:pt idx="39">
                  <c:v>2.0</c:v>
                </c:pt>
                <c:pt idx="40">
                  <c:v>10.0</c:v>
                </c:pt>
                <c:pt idx="41">
                  <c:v>10.0</c:v>
                </c:pt>
                <c:pt idx="42">
                  <c:v>10.0</c:v>
                </c:pt>
                <c:pt idx="43">
                  <c:v>10.0</c:v>
                </c:pt>
                <c:pt idx="44">
                  <c:v>10.0</c:v>
                </c:pt>
                <c:pt idx="45">
                  <c:v>10.0</c:v>
                </c:pt>
                <c:pt idx="46">
                  <c:v>10.0</c:v>
                </c:pt>
                <c:pt idx="47">
                  <c:v>10.0</c:v>
                </c:pt>
                <c:pt idx="48">
                  <c:v>10.0</c:v>
                </c:pt>
                <c:pt idx="49">
                  <c:v>10.0</c:v>
                </c:pt>
                <c:pt idx="50">
                  <c:v>10.0</c:v>
                </c:pt>
                <c:pt idx="51">
                  <c:v>10.0</c:v>
                </c:pt>
                <c:pt idx="52">
                  <c:v>10.0</c:v>
                </c:pt>
                <c:pt idx="53">
                  <c:v>14.0</c:v>
                </c:pt>
                <c:pt idx="54">
                  <c:v>20.0</c:v>
                </c:pt>
                <c:pt idx="55">
                  <c:v>25.0</c:v>
                </c:pt>
                <c:pt idx="56">
                  <c:v>33.0</c:v>
                </c:pt>
                <c:pt idx="57">
                  <c:v>44.0</c:v>
                </c:pt>
                <c:pt idx="58">
                  <c:v>51.0</c:v>
                </c:pt>
                <c:pt idx="59">
                  <c:v>58.0</c:v>
                </c:pt>
                <c:pt idx="60">
                  <c:v>71.0</c:v>
                </c:pt>
                <c:pt idx="61">
                  <c:v>81.0</c:v>
                </c:pt>
                <c:pt idx="62">
                  <c:v>98.0</c:v>
                </c:pt>
                <c:pt idx="63">
                  <c:v>98.0</c:v>
                </c:pt>
                <c:pt idx="64">
                  <c:v>98.0</c:v>
                </c:pt>
                <c:pt idx="65">
                  <c:v>98.0</c:v>
                </c:pt>
                <c:pt idx="66">
                  <c:v>102.0</c:v>
                </c:pt>
                <c:pt idx="67">
                  <c:v>116.0</c:v>
                </c:pt>
                <c:pt idx="68">
                  <c:v>136.0</c:v>
                </c:pt>
                <c:pt idx="69">
                  <c:v>156.0</c:v>
                </c:pt>
                <c:pt idx="70">
                  <c:v>170.0</c:v>
                </c:pt>
                <c:pt idx="71">
                  <c:v>176.0</c:v>
                </c:pt>
                <c:pt idx="72">
                  <c:v>176.0</c:v>
                </c:pt>
                <c:pt idx="73">
                  <c:v>176.0</c:v>
                </c:pt>
                <c:pt idx="74">
                  <c:v>176.0</c:v>
                </c:pt>
                <c:pt idx="75">
                  <c:v>177.0</c:v>
                </c:pt>
                <c:pt idx="76">
                  <c:v>182.0</c:v>
                </c:pt>
                <c:pt idx="77">
                  <c:v>182.0</c:v>
                </c:pt>
                <c:pt idx="78">
                  <c:v>182.0</c:v>
                </c:pt>
                <c:pt idx="79">
                  <c:v>182.0</c:v>
                </c:pt>
                <c:pt idx="80">
                  <c:v>182.0</c:v>
                </c:pt>
                <c:pt idx="81">
                  <c:v>182.0</c:v>
                </c:pt>
                <c:pt idx="82">
                  <c:v>194.0</c:v>
                </c:pt>
                <c:pt idx="83">
                  <c:v>211.0</c:v>
                </c:pt>
                <c:pt idx="84">
                  <c:v>211.0</c:v>
                </c:pt>
                <c:pt idx="85">
                  <c:v>221.0</c:v>
                </c:pt>
                <c:pt idx="86">
                  <c:v>241.0</c:v>
                </c:pt>
                <c:pt idx="87">
                  <c:v>259.0</c:v>
                </c:pt>
                <c:pt idx="88">
                  <c:v>271.0</c:v>
                </c:pt>
                <c:pt idx="89">
                  <c:v>278.0</c:v>
                </c:pt>
                <c:pt idx="90">
                  <c:v>297.0</c:v>
                </c:pt>
                <c:pt idx="91">
                  <c:v>314.0</c:v>
                </c:pt>
                <c:pt idx="92">
                  <c:v>321.0</c:v>
                </c:pt>
                <c:pt idx="93">
                  <c:v>331.0</c:v>
                </c:pt>
                <c:pt idx="94">
                  <c:v>342.0</c:v>
                </c:pt>
                <c:pt idx="95">
                  <c:v>362.0</c:v>
                </c:pt>
                <c:pt idx="96">
                  <c:v>382.0</c:v>
                </c:pt>
                <c:pt idx="97">
                  <c:v>401.0</c:v>
                </c:pt>
                <c:pt idx="98">
                  <c:v>421.0</c:v>
                </c:pt>
                <c:pt idx="99">
                  <c:v>439.0</c:v>
                </c:pt>
                <c:pt idx="100">
                  <c:v>452.0</c:v>
                </c:pt>
                <c:pt idx="101">
                  <c:v>465.0</c:v>
                </c:pt>
                <c:pt idx="102">
                  <c:v>474.0</c:v>
                </c:pt>
                <c:pt idx="103">
                  <c:v>484.0</c:v>
                </c:pt>
                <c:pt idx="104">
                  <c:v>494.0</c:v>
                </c:pt>
                <c:pt idx="105">
                  <c:v>509.0</c:v>
                </c:pt>
                <c:pt idx="106">
                  <c:v>525.0</c:v>
                </c:pt>
                <c:pt idx="107">
                  <c:v>536.0</c:v>
                </c:pt>
                <c:pt idx="108">
                  <c:v>545.0</c:v>
                </c:pt>
                <c:pt idx="109">
                  <c:v>550.0</c:v>
                </c:pt>
                <c:pt idx="110">
                  <c:v>559.0</c:v>
                </c:pt>
                <c:pt idx="111">
                  <c:v>570.0</c:v>
                </c:pt>
                <c:pt idx="112">
                  <c:v>582.0</c:v>
                </c:pt>
                <c:pt idx="113">
                  <c:v>592.0</c:v>
                </c:pt>
                <c:pt idx="114">
                  <c:v>599.0</c:v>
                </c:pt>
                <c:pt idx="115">
                  <c:v>599.0</c:v>
                </c:pt>
                <c:pt idx="116">
                  <c:v>599.0</c:v>
                </c:pt>
                <c:pt idx="117">
                  <c:v>606.0</c:v>
                </c:pt>
                <c:pt idx="118">
                  <c:v>614.0</c:v>
                </c:pt>
                <c:pt idx="119">
                  <c:v>614.0</c:v>
                </c:pt>
                <c:pt idx="120">
                  <c:v>614.0</c:v>
                </c:pt>
                <c:pt idx="121">
                  <c:v>624.0</c:v>
                </c:pt>
                <c:pt idx="122">
                  <c:v>627.0</c:v>
                </c:pt>
                <c:pt idx="123">
                  <c:v>628.0</c:v>
                </c:pt>
                <c:pt idx="124">
                  <c:v>637.0</c:v>
                </c:pt>
                <c:pt idx="125">
                  <c:v>644.0</c:v>
                </c:pt>
                <c:pt idx="126">
                  <c:v>644.0</c:v>
                </c:pt>
                <c:pt idx="127">
                  <c:v>651.0</c:v>
                </c:pt>
                <c:pt idx="128">
                  <c:v>651.0</c:v>
                </c:pt>
                <c:pt idx="129">
                  <c:v>655.0</c:v>
                </c:pt>
                <c:pt idx="130">
                  <c:v>659.0</c:v>
                </c:pt>
                <c:pt idx="131">
                  <c:v>667.0</c:v>
                </c:pt>
                <c:pt idx="132">
                  <c:v>676.0</c:v>
                </c:pt>
                <c:pt idx="133">
                  <c:v>681.0</c:v>
                </c:pt>
                <c:pt idx="134">
                  <c:v>692.0</c:v>
                </c:pt>
                <c:pt idx="135">
                  <c:v>700.0</c:v>
                </c:pt>
                <c:pt idx="136">
                  <c:v>702.0</c:v>
                </c:pt>
                <c:pt idx="137">
                  <c:v>702.0</c:v>
                </c:pt>
                <c:pt idx="138">
                  <c:v>708.0</c:v>
                </c:pt>
                <c:pt idx="139">
                  <c:v>716.0</c:v>
                </c:pt>
                <c:pt idx="140">
                  <c:v>718.0</c:v>
                </c:pt>
                <c:pt idx="141">
                  <c:v>718.0</c:v>
                </c:pt>
                <c:pt idx="142">
                  <c:v>718.0</c:v>
                </c:pt>
                <c:pt idx="143">
                  <c:v>718.0</c:v>
                </c:pt>
                <c:pt idx="144">
                  <c:v>718.0</c:v>
                </c:pt>
                <c:pt idx="145">
                  <c:v>723.0</c:v>
                </c:pt>
                <c:pt idx="146">
                  <c:v>733.0</c:v>
                </c:pt>
                <c:pt idx="147">
                  <c:v>733.0</c:v>
                </c:pt>
                <c:pt idx="148">
                  <c:v>739.0</c:v>
                </c:pt>
                <c:pt idx="149">
                  <c:v>739.0</c:v>
                </c:pt>
                <c:pt idx="150">
                  <c:v>744.0</c:v>
                </c:pt>
                <c:pt idx="151">
                  <c:v>755.0</c:v>
                </c:pt>
                <c:pt idx="152">
                  <c:v>768.0</c:v>
                </c:pt>
                <c:pt idx="153">
                  <c:v>780.0</c:v>
                </c:pt>
                <c:pt idx="154">
                  <c:v>780.0</c:v>
                </c:pt>
                <c:pt idx="155">
                  <c:v>780.0</c:v>
                </c:pt>
                <c:pt idx="156">
                  <c:v>780.0</c:v>
                </c:pt>
                <c:pt idx="157">
                  <c:v>780.0</c:v>
                </c:pt>
                <c:pt idx="158">
                  <c:v>780.0</c:v>
                </c:pt>
                <c:pt idx="159">
                  <c:v>780.0</c:v>
                </c:pt>
                <c:pt idx="160">
                  <c:v>789.0</c:v>
                </c:pt>
                <c:pt idx="161">
                  <c:v>789.0</c:v>
                </c:pt>
                <c:pt idx="162">
                  <c:v>789.0</c:v>
                </c:pt>
                <c:pt idx="163">
                  <c:v>789.0</c:v>
                </c:pt>
                <c:pt idx="164">
                  <c:v>792.0</c:v>
                </c:pt>
                <c:pt idx="165">
                  <c:v>798.0</c:v>
                </c:pt>
                <c:pt idx="166">
                  <c:v>808.0</c:v>
                </c:pt>
                <c:pt idx="167">
                  <c:v>819.0</c:v>
                </c:pt>
                <c:pt idx="168">
                  <c:v>824.0</c:v>
                </c:pt>
                <c:pt idx="169">
                  <c:v>824.0</c:v>
                </c:pt>
                <c:pt idx="170">
                  <c:v>824.0</c:v>
                </c:pt>
                <c:pt idx="171">
                  <c:v>824.0</c:v>
                </c:pt>
                <c:pt idx="172">
                  <c:v>824.0</c:v>
                </c:pt>
                <c:pt idx="173">
                  <c:v>831.0</c:v>
                </c:pt>
                <c:pt idx="174">
                  <c:v>841.0</c:v>
                </c:pt>
                <c:pt idx="175">
                  <c:v>843.0</c:v>
                </c:pt>
                <c:pt idx="176">
                  <c:v>843.0</c:v>
                </c:pt>
                <c:pt idx="177">
                  <c:v>843.0</c:v>
                </c:pt>
                <c:pt idx="178">
                  <c:v>843.0</c:v>
                </c:pt>
                <c:pt idx="179">
                  <c:v>843.0</c:v>
                </c:pt>
                <c:pt idx="180">
                  <c:v>843.0</c:v>
                </c:pt>
                <c:pt idx="181">
                  <c:v>846.0</c:v>
                </c:pt>
                <c:pt idx="182">
                  <c:v>846.0</c:v>
                </c:pt>
                <c:pt idx="183">
                  <c:v>846.0</c:v>
                </c:pt>
                <c:pt idx="184">
                  <c:v>846.0</c:v>
                </c:pt>
                <c:pt idx="185">
                  <c:v>853.0</c:v>
                </c:pt>
                <c:pt idx="186">
                  <c:v>853.0</c:v>
                </c:pt>
                <c:pt idx="187">
                  <c:v>864.0</c:v>
                </c:pt>
                <c:pt idx="188">
                  <c:v>873.0</c:v>
                </c:pt>
                <c:pt idx="189">
                  <c:v>873.0</c:v>
                </c:pt>
                <c:pt idx="190">
                  <c:v>873.0</c:v>
                </c:pt>
                <c:pt idx="191">
                  <c:v>873.0</c:v>
                </c:pt>
                <c:pt idx="192">
                  <c:v>873.0</c:v>
                </c:pt>
                <c:pt idx="193">
                  <c:v>873.0</c:v>
                </c:pt>
                <c:pt idx="194">
                  <c:v>879.0</c:v>
                </c:pt>
                <c:pt idx="195">
                  <c:v>888.0</c:v>
                </c:pt>
                <c:pt idx="196">
                  <c:v>888.0</c:v>
                </c:pt>
                <c:pt idx="197">
                  <c:v>888.0</c:v>
                </c:pt>
                <c:pt idx="198">
                  <c:v>888.0</c:v>
                </c:pt>
                <c:pt idx="199">
                  <c:v>888.0</c:v>
                </c:pt>
                <c:pt idx="200">
                  <c:v>888.0</c:v>
                </c:pt>
                <c:pt idx="201">
                  <c:v>894.0</c:v>
                </c:pt>
                <c:pt idx="202">
                  <c:v>904.0</c:v>
                </c:pt>
                <c:pt idx="203">
                  <c:v>904.0</c:v>
                </c:pt>
                <c:pt idx="204">
                  <c:v>904.0</c:v>
                </c:pt>
                <c:pt idx="205">
                  <c:v>904.0</c:v>
                </c:pt>
                <c:pt idx="206">
                  <c:v>904.0</c:v>
                </c:pt>
                <c:pt idx="207">
                  <c:v>904.0</c:v>
                </c:pt>
                <c:pt idx="208">
                  <c:v>904.0</c:v>
                </c:pt>
                <c:pt idx="209">
                  <c:v>912.0</c:v>
                </c:pt>
                <c:pt idx="210">
                  <c:v>912.0</c:v>
                </c:pt>
                <c:pt idx="211">
                  <c:v>912.0</c:v>
                </c:pt>
                <c:pt idx="212">
                  <c:v>912.0</c:v>
                </c:pt>
                <c:pt idx="213">
                  <c:v>912.0</c:v>
                </c:pt>
                <c:pt idx="214">
                  <c:v>912.0</c:v>
                </c:pt>
                <c:pt idx="215">
                  <c:v>912.0</c:v>
                </c:pt>
                <c:pt idx="216">
                  <c:v>913.0</c:v>
                </c:pt>
                <c:pt idx="217">
                  <c:v>913.0</c:v>
                </c:pt>
                <c:pt idx="218">
                  <c:v>913.0</c:v>
                </c:pt>
                <c:pt idx="219">
                  <c:v>913.0</c:v>
                </c:pt>
                <c:pt idx="220">
                  <c:v>913.0</c:v>
                </c:pt>
                <c:pt idx="221">
                  <c:v>913.0</c:v>
                </c:pt>
                <c:pt idx="222">
                  <c:v>917.0</c:v>
                </c:pt>
                <c:pt idx="223">
                  <c:v>924.0</c:v>
                </c:pt>
                <c:pt idx="224">
                  <c:v>924.0</c:v>
                </c:pt>
                <c:pt idx="225">
                  <c:v>924.0</c:v>
                </c:pt>
                <c:pt idx="226">
                  <c:v>924.0</c:v>
                </c:pt>
                <c:pt idx="227">
                  <c:v>931.0</c:v>
                </c:pt>
                <c:pt idx="228">
                  <c:v>931.0</c:v>
                </c:pt>
                <c:pt idx="229">
                  <c:v>931.0</c:v>
                </c:pt>
                <c:pt idx="230">
                  <c:v>939.0</c:v>
                </c:pt>
                <c:pt idx="231">
                  <c:v>939.0</c:v>
                </c:pt>
                <c:pt idx="232">
                  <c:v>939.0</c:v>
                </c:pt>
                <c:pt idx="233">
                  <c:v>939.0</c:v>
                </c:pt>
                <c:pt idx="234">
                  <c:v>939.0</c:v>
                </c:pt>
                <c:pt idx="235">
                  <c:v>939.0</c:v>
                </c:pt>
                <c:pt idx="236">
                  <c:v>946.0</c:v>
                </c:pt>
                <c:pt idx="237">
                  <c:v>955.0</c:v>
                </c:pt>
                <c:pt idx="238">
                  <c:v>955.0</c:v>
                </c:pt>
                <c:pt idx="239">
                  <c:v>955.0</c:v>
                </c:pt>
                <c:pt idx="240">
                  <c:v>955.0</c:v>
                </c:pt>
                <c:pt idx="241">
                  <c:v>955.0</c:v>
                </c:pt>
                <c:pt idx="242">
                  <c:v>955.0</c:v>
                </c:pt>
                <c:pt idx="243">
                  <c:v>955.0</c:v>
                </c:pt>
                <c:pt idx="244">
                  <c:v>955.0</c:v>
                </c:pt>
                <c:pt idx="245">
                  <c:v>955.0</c:v>
                </c:pt>
                <c:pt idx="246">
                  <c:v>955.0</c:v>
                </c:pt>
                <c:pt idx="247">
                  <c:v>955.0</c:v>
                </c:pt>
                <c:pt idx="248">
                  <c:v>955.0</c:v>
                </c:pt>
                <c:pt idx="249">
                  <c:v>955.0</c:v>
                </c:pt>
                <c:pt idx="250">
                  <c:v>956.0</c:v>
                </c:pt>
                <c:pt idx="251">
                  <c:v>963.0</c:v>
                </c:pt>
                <c:pt idx="252">
                  <c:v>963.0</c:v>
                </c:pt>
                <c:pt idx="253">
                  <c:v>963.0</c:v>
                </c:pt>
                <c:pt idx="254">
                  <c:v>963.0</c:v>
                </c:pt>
                <c:pt idx="255">
                  <c:v>963.0</c:v>
                </c:pt>
                <c:pt idx="256">
                  <c:v>970.0</c:v>
                </c:pt>
                <c:pt idx="257">
                  <c:v>976.0</c:v>
                </c:pt>
                <c:pt idx="258">
                  <c:v>985.0</c:v>
                </c:pt>
                <c:pt idx="259">
                  <c:v>992.0</c:v>
                </c:pt>
                <c:pt idx="260">
                  <c:v>999.0</c:v>
                </c:pt>
                <c:pt idx="261">
                  <c:v>999.0</c:v>
                </c:pt>
                <c:pt idx="262">
                  <c:v>999.0</c:v>
                </c:pt>
                <c:pt idx="263">
                  <c:v>999.0</c:v>
                </c:pt>
                <c:pt idx="264">
                  <c:v>999.0</c:v>
                </c:pt>
                <c:pt idx="265">
                  <c:v>1001.0</c:v>
                </c:pt>
                <c:pt idx="266">
                  <c:v>1001.0</c:v>
                </c:pt>
                <c:pt idx="267">
                  <c:v>1001.0</c:v>
                </c:pt>
                <c:pt idx="268">
                  <c:v>1001.0</c:v>
                </c:pt>
                <c:pt idx="269">
                  <c:v>1007.0</c:v>
                </c:pt>
                <c:pt idx="270">
                  <c:v>1015.0</c:v>
                </c:pt>
                <c:pt idx="271">
                  <c:v>1022.0</c:v>
                </c:pt>
                <c:pt idx="272">
                  <c:v>1030.0</c:v>
                </c:pt>
                <c:pt idx="273">
                  <c:v>1030.0</c:v>
                </c:pt>
                <c:pt idx="274">
                  <c:v>1030.0</c:v>
                </c:pt>
                <c:pt idx="275">
                  <c:v>1030.0</c:v>
                </c:pt>
                <c:pt idx="276">
                  <c:v>1030.0</c:v>
                </c:pt>
                <c:pt idx="277">
                  <c:v>1030.0</c:v>
                </c:pt>
                <c:pt idx="278">
                  <c:v>1035.0</c:v>
                </c:pt>
                <c:pt idx="279">
                  <c:v>1042.0</c:v>
                </c:pt>
                <c:pt idx="280">
                  <c:v>1042.0</c:v>
                </c:pt>
                <c:pt idx="281">
                  <c:v>1046.0</c:v>
                </c:pt>
                <c:pt idx="282">
                  <c:v>1048.0</c:v>
                </c:pt>
                <c:pt idx="283">
                  <c:v>1048.0</c:v>
                </c:pt>
                <c:pt idx="284">
                  <c:v>1048.0</c:v>
                </c:pt>
                <c:pt idx="285">
                  <c:v>1048.0</c:v>
                </c:pt>
                <c:pt idx="286">
                  <c:v>1051.0</c:v>
                </c:pt>
                <c:pt idx="287">
                  <c:v>1051.0</c:v>
                </c:pt>
                <c:pt idx="288">
                  <c:v>1051.0</c:v>
                </c:pt>
                <c:pt idx="289">
                  <c:v>1051.0</c:v>
                </c:pt>
                <c:pt idx="290">
                  <c:v>1053.0</c:v>
                </c:pt>
                <c:pt idx="291">
                  <c:v>1053.0</c:v>
                </c:pt>
                <c:pt idx="292">
                  <c:v>1053.0</c:v>
                </c:pt>
                <c:pt idx="293">
                  <c:v>1059.0</c:v>
                </c:pt>
                <c:pt idx="294">
                  <c:v>1059.0</c:v>
                </c:pt>
                <c:pt idx="295">
                  <c:v>1059.0</c:v>
                </c:pt>
                <c:pt idx="296">
                  <c:v>1059.0</c:v>
                </c:pt>
                <c:pt idx="297">
                  <c:v>1059.0</c:v>
                </c:pt>
                <c:pt idx="298">
                  <c:v>1059.0</c:v>
                </c:pt>
                <c:pt idx="299">
                  <c:v>1059.0</c:v>
                </c:pt>
                <c:pt idx="300">
                  <c:v>1059.0</c:v>
                </c:pt>
                <c:pt idx="301">
                  <c:v>1059.0</c:v>
                </c:pt>
                <c:pt idx="302">
                  <c:v>1059.0</c:v>
                </c:pt>
                <c:pt idx="303">
                  <c:v>1059.0</c:v>
                </c:pt>
                <c:pt idx="304">
                  <c:v>1059.0</c:v>
                </c:pt>
                <c:pt idx="305">
                  <c:v>1059.0</c:v>
                </c:pt>
                <c:pt idx="306">
                  <c:v>1059.0</c:v>
                </c:pt>
                <c:pt idx="307">
                  <c:v>1059.0</c:v>
                </c:pt>
                <c:pt idx="308">
                  <c:v>1059.0</c:v>
                </c:pt>
                <c:pt idx="309">
                  <c:v>1059.0</c:v>
                </c:pt>
                <c:pt idx="310">
                  <c:v>1059.0</c:v>
                </c:pt>
                <c:pt idx="311">
                  <c:v>1059.0</c:v>
                </c:pt>
                <c:pt idx="312">
                  <c:v>1059.0</c:v>
                </c:pt>
                <c:pt idx="313">
                  <c:v>1059.0</c:v>
                </c:pt>
                <c:pt idx="314">
                  <c:v>1059.0</c:v>
                </c:pt>
                <c:pt idx="315">
                  <c:v>1059.0</c:v>
                </c:pt>
                <c:pt idx="316">
                  <c:v>1059.0</c:v>
                </c:pt>
                <c:pt idx="317">
                  <c:v>1059.0</c:v>
                </c:pt>
                <c:pt idx="318">
                  <c:v>1059.0</c:v>
                </c:pt>
                <c:pt idx="319">
                  <c:v>1059.0</c:v>
                </c:pt>
                <c:pt idx="320">
                  <c:v>1059.0</c:v>
                </c:pt>
                <c:pt idx="321">
                  <c:v>1059.0</c:v>
                </c:pt>
                <c:pt idx="322">
                  <c:v>1059.0</c:v>
                </c:pt>
                <c:pt idx="323">
                  <c:v>1059.0</c:v>
                </c:pt>
                <c:pt idx="324">
                  <c:v>1059.0</c:v>
                </c:pt>
                <c:pt idx="325">
                  <c:v>1059.0</c:v>
                </c:pt>
                <c:pt idx="326">
                  <c:v>1059.0</c:v>
                </c:pt>
                <c:pt idx="327">
                  <c:v>1059.0</c:v>
                </c:pt>
                <c:pt idx="328">
                  <c:v>1059.0</c:v>
                </c:pt>
                <c:pt idx="329">
                  <c:v>1059.0</c:v>
                </c:pt>
                <c:pt idx="330">
                  <c:v>1059.0</c:v>
                </c:pt>
                <c:pt idx="331">
                  <c:v>1059.0</c:v>
                </c:pt>
                <c:pt idx="332">
                  <c:v>1059.0</c:v>
                </c:pt>
                <c:pt idx="333">
                  <c:v>1059.0</c:v>
                </c:pt>
                <c:pt idx="334">
                  <c:v>1059.0</c:v>
                </c:pt>
                <c:pt idx="335">
                  <c:v>1059.0</c:v>
                </c:pt>
                <c:pt idx="336">
                  <c:v>1059.0</c:v>
                </c:pt>
                <c:pt idx="337">
                  <c:v>1059.0</c:v>
                </c:pt>
                <c:pt idx="338">
                  <c:v>1059.0</c:v>
                </c:pt>
                <c:pt idx="339">
                  <c:v>1059.0</c:v>
                </c:pt>
                <c:pt idx="340">
                  <c:v>1059.0</c:v>
                </c:pt>
                <c:pt idx="341">
                  <c:v>1059.0</c:v>
                </c:pt>
                <c:pt idx="342">
                  <c:v>1064.0</c:v>
                </c:pt>
                <c:pt idx="343">
                  <c:v>1064.0</c:v>
                </c:pt>
                <c:pt idx="344">
                  <c:v>1064.0</c:v>
                </c:pt>
                <c:pt idx="345">
                  <c:v>1064.0</c:v>
                </c:pt>
                <c:pt idx="346">
                  <c:v>1064.0</c:v>
                </c:pt>
                <c:pt idx="347">
                  <c:v>1064.0</c:v>
                </c:pt>
                <c:pt idx="348">
                  <c:v>1064.0</c:v>
                </c:pt>
                <c:pt idx="349">
                  <c:v>1064.0</c:v>
                </c:pt>
                <c:pt idx="350">
                  <c:v>1064.0</c:v>
                </c:pt>
                <c:pt idx="351">
                  <c:v>1064.0</c:v>
                </c:pt>
                <c:pt idx="352">
                  <c:v>1064.0</c:v>
                </c:pt>
                <c:pt idx="353">
                  <c:v>1064.0</c:v>
                </c:pt>
                <c:pt idx="354">
                  <c:v>1064.0</c:v>
                </c:pt>
                <c:pt idx="355">
                  <c:v>1064.0</c:v>
                </c:pt>
                <c:pt idx="356">
                  <c:v>1064.0</c:v>
                </c:pt>
                <c:pt idx="357">
                  <c:v>1064.0</c:v>
                </c:pt>
                <c:pt idx="358">
                  <c:v>1064.0</c:v>
                </c:pt>
                <c:pt idx="359">
                  <c:v>1064.0</c:v>
                </c:pt>
                <c:pt idx="360">
                  <c:v>1064.0</c:v>
                </c:pt>
                <c:pt idx="361">
                  <c:v>1064.0</c:v>
                </c:pt>
                <c:pt idx="362">
                  <c:v>1064.0</c:v>
                </c:pt>
                <c:pt idx="363">
                  <c:v>1064.0</c:v>
                </c:pt>
                <c:pt idx="364">
                  <c:v>1064.0</c:v>
                </c:pt>
                <c:pt idx="365">
                  <c:v>1064.0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390-4CA7-B505-54EE7CC1BFA6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Line_Window!$AY$2:$AY$367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1.0</c:v>
                </c:pt>
                <c:pt idx="27">
                  <c:v>9.0</c:v>
                </c:pt>
                <c:pt idx="28">
                  <c:v>9.0</c:v>
                </c:pt>
                <c:pt idx="29">
                  <c:v>13.0</c:v>
                </c:pt>
                <c:pt idx="30">
                  <c:v>13.0</c:v>
                </c:pt>
                <c:pt idx="31">
                  <c:v>13.0</c:v>
                </c:pt>
                <c:pt idx="32">
                  <c:v>13.0</c:v>
                </c:pt>
                <c:pt idx="33">
                  <c:v>13.0</c:v>
                </c:pt>
                <c:pt idx="34">
                  <c:v>13.0</c:v>
                </c:pt>
                <c:pt idx="35">
                  <c:v>13.0</c:v>
                </c:pt>
                <c:pt idx="36">
                  <c:v>13.0</c:v>
                </c:pt>
                <c:pt idx="37">
                  <c:v>13.0</c:v>
                </c:pt>
                <c:pt idx="38">
                  <c:v>13.0</c:v>
                </c:pt>
                <c:pt idx="39">
                  <c:v>13.0</c:v>
                </c:pt>
                <c:pt idx="40">
                  <c:v>13.0</c:v>
                </c:pt>
                <c:pt idx="41">
                  <c:v>13.0</c:v>
                </c:pt>
                <c:pt idx="42">
                  <c:v>13.0</c:v>
                </c:pt>
                <c:pt idx="43">
                  <c:v>13.0</c:v>
                </c:pt>
                <c:pt idx="44">
                  <c:v>13.0</c:v>
                </c:pt>
                <c:pt idx="45">
                  <c:v>13.0</c:v>
                </c:pt>
                <c:pt idx="46">
                  <c:v>13.0</c:v>
                </c:pt>
                <c:pt idx="47">
                  <c:v>13.0</c:v>
                </c:pt>
                <c:pt idx="48">
                  <c:v>13.0</c:v>
                </c:pt>
                <c:pt idx="49">
                  <c:v>13.0</c:v>
                </c:pt>
                <c:pt idx="50">
                  <c:v>13.0</c:v>
                </c:pt>
                <c:pt idx="51">
                  <c:v>13.0</c:v>
                </c:pt>
                <c:pt idx="52">
                  <c:v>13.0</c:v>
                </c:pt>
                <c:pt idx="53">
                  <c:v>13.0</c:v>
                </c:pt>
                <c:pt idx="54">
                  <c:v>13.0</c:v>
                </c:pt>
                <c:pt idx="55">
                  <c:v>13.0</c:v>
                </c:pt>
                <c:pt idx="56">
                  <c:v>13.0</c:v>
                </c:pt>
                <c:pt idx="57">
                  <c:v>13.0</c:v>
                </c:pt>
                <c:pt idx="58">
                  <c:v>13.0</c:v>
                </c:pt>
                <c:pt idx="59">
                  <c:v>13.0</c:v>
                </c:pt>
                <c:pt idx="60">
                  <c:v>13.0</c:v>
                </c:pt>
                <c:pt idx="61">
                  <c:v>13.0</c:v>
                </c:pt>
                <c:pt idx="62">
                  <c:v>13.0</c:v>
                </c:pt>
                <c:pt idx="63">
                  <c:v>13.0</c:v>
                </c:pt>
                <c:pt idx="64">
                  <c:v>13.0</c:v>
                </c:pt>
                <c:pt idx="65">
                  <c:v>13.0</c:v>
                </c:pt>
                <c:pt idx="66">
                  <c:v>16.0</c:v>
                </c:pt>
                <c:pt idx="67">
                  <c:v>16.0</c:v>
                </c:pt>
                <c:pt idx="68">
                  <c:v>16.0</c:v>
                </c:pt>
                <c:pt idx="69">
                  <c:v>16.0</c:v>
                </c:pt>
                <c:pt idx="70">
                  <c:v>16.0</c:v>
                </c:pt>
                <c:pt idx="71">
                  <c:v>16.0</c:v>
                </c:pt>
                <c:pt idx="72">
                  <c:v>16.0</c:v>
                </c:pt>
                <c:pt idx="73">
                  <c:v>22.0</c:v>
                </c:pt>
                <c:pt idx="74">
                  <c:v>22.0</c:v>
                </c:pt>
                <c:pt idx="75">
                  <c:v>22.0</c:v>
                </c:pt>
                <c:pt idx="76">
                  <c:v>22.0</c:v>
                </c:pt>
                <c:pt idx="77">
                  <c:v>28.0</c:v>
                </c:pt>
                <c:pt idx="78">
                  <c:v>30.0</c:v>
                </c:pt>
                <c:pt idx="79">
                  <c:v>35.0</c:v>
                </c:pt>
                <c:pt idx="80">
                  <c:v>49.0</c:v>
                </c:pt>
                <c:pt idx="81">
                  <c:v>56.0</c:v>
                </c:pt>
                <c:pt idx="82">
                  <c:v>58.0</c:v>
                </c:pt>
                <c:pt idx="83">
                  <c:v>62.0</c:v>
                </c:pt>
                <c:pt idx="84">
                  <c:v>71.0</c:v>
                </c:pt>
                <c:pt idx="85">
                  <c:v>79.0</c:v>
                </c:pt>
                <c:pt idx="86">
                  <c:v>88.0</c:v>
                </c:pt>
                <c:pt idx="87">
                  <c:v>99.0</c:v>
                </c:pt>
                <c:pt idx="88">
                  <c:v>117.0</c:v>
                </c:pt>
                <c:pt idx="89">
                  <c:v>129.0</c:v>
                </c:pt>
                <c:pt idx="90">
                  <c:v>135.0</c:v>
                </c:pt>
                <c:pt idx="91">
                  <c:v>141.0</c:v>
                </c:pt>
                <c:pt idx="92">
                  <c:v>145.0</c:v>
                </c:pt>
                <c:pt idx="93">
                  <c:v>152.0</c:v>
                </c:pt>
                <c:pt idx="94">
                  <c:v>160.0</c:v>
                </c:pt>
                <c:pt idx="95">
                  <c:v>169.0</c:v>
                </c:pt>
                <c:pt idx="96">
                  <c:v>174.0</c:v>
                </c:pt>
                <c:pt idx="97">
                  <c:v>183.0</c:v>
                </c:pt>
                <c:pt idx="98">
                  <c:v>190.0</c:v>
                </c:pt>
                <c:pt idx="99">
                  <c:v>197.0</c:v>
                </c:pt>
                <c:pt idx="100">
                  <c:v>202.0</c:v>
                </c:pt>
                <c:pt idx="101">
                  <c:v>205.0</c:v>
                </c:pt>
                <c:pt idx="102">
                  <c:v>212.0</c:v>
                </c:pt>
                <c:pt idx="103">
                  <c:v>218.0</c:v>
                </c:pt>
                <c:pt idx="104">
                  <c:v>224.0</c:v>
                </c:pt>
                <c:pt idx="105">
                  <c:v>233.0</c:v>
                </c:pt>
                <c:pt idx="106">
                  <c:v>239.0</c:v>
                </c:pt>
                <c:pt idx="107">
                  <c:v>247.0</c:v>
                </c:pt>
                <c:pt idx="108">
                  <c:v>258.0</c:v>
                </c:pt>
                <c:pt idx="109">
                  <c:v>267.0</c:v>
                </c:pt>
                <c:pt idx="110">
                  <c:v>267.0</c:v>
                </c:pt>
                <c:pt idx="111">
                  <c:v>267.0</c:v>
                </c:pt>
                <c:pt idx="112">
                  <c:v>273.0</c:v>
                </c:pt>
                <c:pt idx="113">
                  <c:v>281.0</c:v>
                </c:pt>
                <c:pt idx="114">
                  <c:v>289.0</c:v>
                </c:pt>
                <c:pt idx="115">
                  <c:v>300.0</c:v>
                </c:pt>
                <c:pt idx="116">
                  <c:v>311.0</c:v>
                </c:pt>
                <c:pt idx="117">
                  <c:v>320.0</c:v>
                </c:pt>
                <c:pt idx="118">
                  <c:v>330.0</c:v>
                </c:pt>
                <c:pt idx="119">
                  <c:v>338.0</c:v>
                </c:pt>
                <c:pt idx="120">
                  <c:v>349.0</c:v>
                </c:pt>
                <c:pt idx="121">
                  <c:v>358.0</c:v>
                </c:pt>
                <c:pt idx="122">
                  <c:v>366.0</c:v>
                </c:pt>
                <c:pt idx="123">
                  <c:v>376.0</c:v>
                </c:pt>
                <c:pt idx="124">
                  <c:v>385.0</c:v>
                </c:pt>
                <c:pt idx="125">
                  <c:v>395.0</c:v>
                </c:pt>
                <c:pt idx="126">
                  <c:v>403.0</c:v>
                </c:pt>
                <c:pt idx="127">
                  <c:v>412.0</c:v>
                </c:pt>
                <c:pt idx="128">
                  <c:v>419.0</c:v>
                </c:pt>
                <c:pt idx="129">
                  <c:v>429.0</c:v>
                </c:pt>
                <c:pt idx="130">
                  <c:v>440.0</c:v>
                </c:pt>
                <c:pt idx="131">
                  <c:v>449.0</c:v>
                </c:pt>
                <c:pt idx="132">
                  <c:v>456.0</c:v>
                </c:pt>
                <c:pt idx="133">
                  <c:v>465.0</c:v>
                </c:pt>
                <c:pt idx="134">
                  <c:v>475.0</c:v>
                </c:pt>
                <c:pt idx="135">
                  <c:v>486.0</c:v>
                </c:pt>
                <c:pt idx="136">
                  <c:v>496.0</c:v>
                </c:pt>
                <c:pt idx="137">
                  <c:v>508.0</c:v>
                </c:pt>
                <c:pt idx="138">
                  <c:v>518.0</c:v>
                </c:pt>
                <c:pt idx="139">
                  <c:v>528.0</c:v>
                </c:pt>
                <c:pt idx="140">
                  <c:v>537.0</c:v>
                </c:pt>
                <c:pt idx="141">
                  <c:v>548.0</c:v>
                </c:pt>
                <c:pt idx="142">
                  <c:v>558.0</c:v>
                </c:pt>
                <c:pt idx="143">
                  <c:v>569.0</c:v>
                </c:pt>
                <c:pt idx="144">
                  <c:v>581.0</c:v>
                </c:pt>
                <c:pt idx="145">
                  <c:v>590.0</c:v>
                </c:pt>
                <c:pt idx="146">
                  <c:v>599.0</c:v>
                </c:pt>
                <c:pt idx="147">
                  <c:v>607.0</c:v>
                </c:pt>
                <c:pt idx="148">
                  <c:v>614.0</c:v>
                </c:pt>
                <c:pt idx="149">
                  <c:v>620.0</c:v>
                </c:pt>
                <c:pt idx="150">
                  <c:v>628.0</c:v>
                </c:pt>
                <c:pt idx="151">
                  <c:v>637.0</c:v>
                </c:pt>
                <c:pt idx="152">
                  <c:v>642.0</c:v>
                </c:pt>
                <c:pt idx="153">
                  <c:v>646.0</c:v>
                </c:pt>
                <c:pt idx="154">
                  <c:v>648.0</c:v>
                </c:pt>
                <c:pt idx="155">
                  <c:v>656.0</c:v>
                </c:pt>
                <c:pt idx="156">
                  <c:v>661.0</c:v>
                </c:pt>
                <c:pt idx="157">
                  <c:v>671.0</c:v>
                </c:pt>
                <c:pt idx="158">
                  <c:v>682.0</c:v>
                </c:pt>
                <c:pt idx="159">
                  <c:v>682.0</c:v>
                </c:pt>
                <c:pt idx="160">
                  <c:v>682.0</c:v>
                </c:pt>
                <c:pt idx="161">
                  <c:v>682.0</c:v>
                </c:pt>
                <c:pt idx="162">
                  <c:v>689.0</c:v>
                </c:pt>
                <c:pt idx="163">
                  <c:v>695.0</c:v>
                </c:pt>
                <c:pt idx="164">
                  <c:v>703.0</c:v>
                </c:pt>
                <c:pt idx="165">
                  <c:v>713.0</c:v>
                </c:pt>
                <c:pt idx="166">
                  <c:v>715.0</c:v>
                </c:pt>
                <c:pt idx="167">
                  <c:v>715.0</c:v>
                </c:pt>
                <c:pt idx="168">
                  <c:v>715.0</c:v>
                </c:pt>
                <c:pt idx="169">
                  <c:v>715.0</c:v>
                </c:pt>
                <c:pt idx="170">
                  <c:v>715.0</c:v>
                </c:pt>
                <c:pt idx="171">
                  <c:v>721.0</c:v>
                </c:pt>
                <c:pt idx="172">
                  <c:v>730.0</c:v>
                </c:pt>
                <c:pt idx="173">
                  <c:v>730.0</c:v>
                </c:pt>
                <c:pt idx="174">
                  <c:v>730.0</c:v>
                </c:pt>
                <c:pt idx="175">
                  <c:v>730.0</c:v>
                </c:pt>
                <c:pt idx="176">
                  <c:v>730.0</c:v>
                </c:pt>
                <c:pt idx="177">
                  <c:v>730.0</c:v>
                </c:pt>
                <c:pt idx="178">
                  <c:v>735.0</c:v>
                </c:pt>
                <c:pt idx="179">
                  <c:v>737.0</c:v>
                </c:pt>
                <c:pt idx="180">
                  <c:v>737.0</c:v>
                </c:pt>
                <c:pt idx="181">
                  <c:v>737.0</c:v>
                </c:pt>
                <c:pt idx="182">
                  <c:v>737.0</c:v>
                </c:pt>
                <c:pt idx="183">
                  <c:v>737.0</c:v>
                </c:pt>
                <c:pt idx="184">
                  <c:v>737.0</c:v>
                </c:pt>
                <c:pt idx="185">
                  <c:v>737.0</c:v>
                </c:pt>
                <c:pt idx="186">
                  <c:v>741.0</c:v>
                </c:pt>
                <c:pt idx="187">
                  <c:v>741.0</c:v>
                </c:pt>
                <c:pt idx="188">
                  <c:v>741.0</c:v>
                </c:pt>
                <c:pt idx="189">
                  <c:v>741.0</c:v>
                </c:pt>
                <c:pt idx="190">
                  <c:v>741.0</c:v>
                </c:pt>
                <c:pt idx="191">
                  <c:v>741.0</c:v>
                </c:pt>
                <c:pt idx="192">
                  <c:v>742.0</c:v>
                </c:pt>
                <c:pt idx="193">
                  <c:v>747.0</c:v>
                </c:pt>
                <c:pt idx="194">
                  <c:v>747.0</c:v>
                </c:pt>
                <c:pt idx="195">
                  <c:v>747.0</c:v>
                </c:pt>
                <c:pt idx="196">
                  <c:v>747.0</c:v>
                </c:pt>
                <c:pt idx="197">
                  <c:v>747.0</c:v>
                </c:pt>
                <c:pt idx="198">
                  <c:v>747.0</c:v>
                </c:pt>
                <c:pt idx="199">
                  <c:v>754.0</c:v>
                </c:pt>
                <c:pt idx="200">
                  <c:v>764.0</c:v>
                </c:pt>
                <c:pt idx="201">
                  <c:v>764.0</c:v>
                </c:pt>
                <c:pt idx="202">
                  <c:v>764.0</c:v>
                </c:pt>
                <c:pt idx="203">
                  <c:v>764.0</c:v>
                </c:pt>
                <c:pt idx="204">
                  <c:v>764.0</c:v>
                </c:pt>
                <c:pt idx="205">
                  <c:v>770.0</c:v>
                </c:pt>
                <c:pt idx="206">
                  <c:v>779.0</c:v>
                </c:pt>
                <c:pt idx="207">
                  <c:v>788.0</c:v>
                </c:pt>
                <c:pt idx="208">
                  <c:v>793.0</c:v>
                </c:pt>
                <c:pt idx="209">
                  <c:v>799.0</c:v>
                </c:pt>
                <c:pt idx="210">
                  <c:v>799.0</c:v>
                </c:pt>
                <c:pt idx="211">
                  <c:v>799.0</c:v>
                </c:pt>
                <c:pt idx="212">
                  <c:v>799.0</c:v>
                </c:pt>
                <c:pt idx="213">
                  <c:v>806.0</c:v>
                </c:pt>
                <c:pt idx="214">
                  <c:v>816.0</c:v>
                </c:pt>
                <c:pt idx="215">
                  <c:v>816.0</c:v>
                </c:pt>
                <c:pt idx="216">
                  <c:v>819.0</c:v>
                </c:pt>
                <c:pt idx="217">
                  <c:v>819.0</c:v>
                </c:pt>
                <c:pt idx="218">
                  <c:v>819.0</c:v>
                </c:pt>
                <c:pt idx="219">
                  <c:v>820.0</c:v>
                </c:pt>
                <c:pt idx="220">
                  <c:v>827.0</c:v>
                </c:pt>
                <c:pt idx="221">
                  <c:v>835.0</c:v>
                </c:pt>
                <c:pt idx="222">
                  <c:v>835.0</c:v>
                </c:pt>
                <c:pt idx="223">
                  <c:v>835.0</c:v>
                </c:pt>
                <c:pt idx="224">
                  <c:v>835.0</c:v>
                </c:pt>
                <c:pt idx="225">
                  <c:v>835.0</c:v>
                </c:pt>
                <c:pt idx="226">
                  <c:v>838.0</c:v>
                </c:pt>
                <c:pt idx="227">
                  <c:v>841.0</c:v>
                </c:pt>
                <c:pt idx="228">
                  <c:v>846.0</c:v>
                </c:pt>
                <c:pt idx="229">
                  <c:v>846.0</c:v>
                </c:pt>
                <c:pt idx="230">
                  <c:v>846.0</c:v>
                </c:pt>
                <c:pt idx="231">
                  <c:v>846.0</c:v>
                </c:pt>
                <c:pt idx="232">
                  <c:v>846.0</c:v>
                </c:pt>
                <c:pt idx="233">
                  <c:v>846.0</c:v>
                </c:pt>
                <c:pt idx="234">
                  <c:v>848.0</c:v>
                </c:pt>
                <c:pt idx="235">
                  <c:v>855.0</c:v>
                </c:pt>
                <c:pt idx="236">
                  <c:v>855.0</c:v>
                </c:pt>
                <c:pt idx="237">
                  <c:v>855.0</c:v>
                </c:pt>
                <c:pt idx="238">
                  <c:v>855.0</c:v>
                </c:pt>
                <c:pt idx="239">
                  <c:v>858.0</c:v>
                </c:pt>
                <c:pt idx="240">
                  <c:v>865.0</c:v>
                </c:pt>
                <c:pt idx="241">
                  <c:v>872.0</c:v>
                </c:pt>
                <c:pt idx="242">
                  <c:v>881.0</c:v>
                </c:pt>
                <c:pt idx="243">
                  <c:v>888.0</c:v>
                </c:pt>
                <c:pt idx="244">
                  <c:v>890.0</c:v>
                </c:pt>
                <c:pt idx="245">
                  <c:v>898.0</c:v>
                </c:pt>
                <c:pt idx="246">
                  <c:v>898.0</c:v>
                </c:pt>
                <c:pt idx="247">
                  <c:v>900.0</c:v>
                </c:pt>
                <c:pt idx="248">
                  <c:v>908.0</c:v>
                </c:pt>
                <c:pt idx="249">
                  <c:v>914.0</c:v>
                </c:pt>
                <c:pt idx="250">
                  <c:v>914.0</c:v>
                </c:pt>
                <c:pt idx="251">
                  <c:v>914.0</c:v>
                </c:pt>
                <c:pt idx="252">
                  <c:v>920.0</c:v>
                </c:pt>
                <c:pt idx="253">
                  <c:v>928.0</c:v>
                </c:pt>
                <c:pt idx="254">
                  <c:v>929.0</c:v>
                </c:pt>
                <c:pt idx="255">
                  <c:v>935.0</c:v>
                </c:pt>
                <c:pt idx="256">
                  <c:v>941.0</c:v>
                </c:pt>
                <c:pt idx="257">
                  <c:v>941.0</c:v>
                </c:pt>
                <c:pt idx="258">
                  <c:v>941.0</c:v>
                </c:pt>
                <c:pt idx="259">
                  <c:v>941.0</c:v>
                </c:pt>
                <c:pt idx="260">
                  <c:v>941.0</c:v>
                </c:pt>
                <c:pt idx="261">
                  <c:v>941.0</c:v>
                </c:pt>
                <c:pt idx="262">
                  <c:v>944.0</c:v>
                </c:pt>
                <c:pt idx="263">
                  <c:v>951.0</c:v>
                </c:pt>
                <c:pt idx="264">
                  <c:v>958.0</c:v>
                </c:pt>
                <c:pt idx="265">
                  <c:v>964.0</c:v>
                </c:pt>
                <c:pt idx="266">
                  <c:v>968.0</c:v>
                </c:pt>
                <c:pt idx="267">
                  <c:v>968.0</c:v>
                </c:pt>
                <c:pt idx="268">
                  <c:v>968.0</c:v>
                </c:pt>
                <c:pt idx="269">
                  <c:v>968.0</c:v>
                </c:pt>
                <c:pt idx="270">
                  <c:v>968.0</c:v>
                </c:pt>
                <c:pt idx="271">
                  <c:v>968.0</c:v>
                </c:pt>
                <c:pt idx="272">
                  <c:v>968.0</c:v>
                </c:pt>
                <c:pt idx="273">
                  <c:v>968.0</c:v>
                </c:pt>
                <c:pt idx="274">
                  <c:v>968.0</c:v>
                </c:pt>
                <c:pt idx="275">
                  <c:v>968.0</c:v>
                </c:pt>
                <c:pt idx="276">
                  <c:v>975.0</c:v>
                </c:pt>
                <c:pt idx="277">
                  <c:v>983.0</c:v>
                </c:pt>
                <c:pt idx="278">
                  <c:v>983.0</c:v>
                </c:pt>
                <c:pt idx="279">
                  <c:v>983.0</c:v>
                </c:pt>
                <c:pt idx="280">
                  <c:v>983.0</c:v>
                </c:pt>
                <c:pt idx="281">
                  <c:v>983.0</c:v>
                </c:pt>
                <c:pt idx="282">
                  <c:v>983.0</c:v>
                </c:pt>
                <c:pt idx="283">
                  <c:v>983.0</c:v>
                </c:pt>
                <c:pt idx="284">
                  <c:v>984.0</c:v>
                </c:pt>
                <c:pt idx="285">
                  <c:v>984.0</c:v>
                </c:pt>
                <c:pt idx="286">
                  <c:v>984.0</c:v>
                </c:pt>
                <c:pt idx="287">
                  <c:v>984.0</c:v>
                </c:pt>
                <c:pt idx="288">
                  <c:v>984.0</c:v>
                </c:pt>
                <c:pt idx="289">
                  <c:v>984.0</c:v>
                </c:pt>
                <c:pt idx="290">
                  <c:v>985.0</c:v>
                </c:pt>
                <c:pt idx="291">
                  <c:v>990.0</c:v>
                </c:pt>
                <c:pt idx="292">
                  <c:v>992.0</c:v>
                </c:pt>
                <c:pt idx="293">
                  <c:v>992.0</c:v>
                </c:pt>
                <c:pt idx="294">
                  <c:v>996.0</c:v>
                </c:pt>
                <c:pt idx="295">
                  <c:v>1006.0</c:v>
                </c:pt>
                <c:pt idx="296">
                  <c:v>1006.0</c:v>
                </c:pt>
                <c:pt idx="297">
                  <c:v>1006.0</c:v>
                </c:pt>
                <c:pt idx="298">
                  <c:v>1006.0</c:v>
                </c:pt>
                <c:pt idx="299">
                  <c:v>1006.0</c:v>
                </c:pt>
                <c:pt idx="300">
                  <c:v>1006.0</c:v>
                </c:pt>
                <c:pt idx="301">
                  <c:v>1006.0</c:v>
                </c:pt>
                <c:pt idx="302">
                  <c:v>1006.0</c:v>
                </c:pt>
                <c:pt idx="303">
                  <c:v>1006.0</c:v>
                </c:pt>
                <c:pt idx="304">
                  <c:v>1006.0</c:v>
                </c:pt>
                <c:pt idx="305">
                  <c:v>1012.0</c:v>
                </c:pt>
                <c:pt idx="306">
                  <c:v>1012.0</c:v>
                </c:pt>
                <c:pt idx="307">
                  <c:v>1012.0</c:v>
                </c:pt>
                <c:pt idx="308">
                  <c:v>1012.0</c:v>
                </c:pt>
                <c:pt idx="309">
                  <c:v>1015.0</c:v>
                </c:pt>
                <c:pt idx="310">
                  <c:v>1015.0</c:v>
                </c:pt>
                <c:pt idx="311">
                  <c:v>1021.0</c:v>
                </c:pt>
                <c:pt idx="312">
                  <c:v>1023.0</c:v>
                </c:pt>
                <c:pt idx="313">
                  <c:v>1023.0</c:v>
                </c:pt>
                <c:pt idx="314">
                  <c:v>1023.0</c:v>
                </c:pt>
                <c:pt idx="315">
                  <c:v>1025.0</c:v>
                </c:pt>
                <c:pt idx="316">
                  <c:v>1025.0</c:v>
                </c:pt>
                <c:pt idx="317">
                  <c:v>1025.0</c:v>
                </c:pt>
                <c:pt idx="318">
                  <c:v>1025.0</c:v>
                </c:pt>
                <c:pt idx="319">
                  <c:v>1029.0</c:v>
                </c:pt>
                <c:pt idx="320">
                  <c:v>1029.0</c:v>
                </c:pt>
                <c:pt idx="321">
                  <c:v>1029.0</c:v>
                </c:pt>
                <c:pt idx="322">
                  <c:v>1029.0</c:v>
                </c:pt>
                <c:pt idx="323">
                  <c:v>1029.0</c:v>
                </c:pt>
                <c:pt idx="324">
                  <c:v>1033.0</c:v>
                </c:pt>
                <c:pt idx="325">
                  <c:v>1037.0</c:v>
                </c:pt>
                <c:pt idx="326">
                  <c:v>1042.0</c:v>
                </c:pt>
                <c:pt idx="327">
                  <c:v>1042.0</c:v>
                </c:pt>
                <c:pt idx="328">
                  <c:v>1045.0</c:v>
                </c:pt>
                <c:pt idx="329">
                  <c:v>1045.0</c:v>
                </c:pt>
                <c:pt idx="330">
                  <c:v>1045.0</c:v>
                </c:pt>
                <c:pt idx="331">
                  <c:v>1045.0</c:v>
                </c:pt>
                <c:pt idx="332">
                  <c:v>1045.0</c:v>
                </c:pt>
                <c:pt idx="333">
                  <c:v>1045.0</c:v>
                </c:pt>
                <c:pt idx="334">
                  <c:v>1045.0</c:v>
                </c:pt>
                <c:pt idx="335">
                  <c:v>1045.0</c:v>
                </c:pt>
                <c:pt idx="336">
                  <c:v>1045.0</c:v>
                </c:pt>
                <c:pt idx="337">
                  <c:v>1045.0</c:v>
                </c:pt>
                <c:pt idx="338">
                  <c:v>1045.0</c:v>
                </c:pt>
                <c:pt idx="339">
                  <c:v>1045.0</c:v>
                </c:pt>
                <c:pt idx="340">
                  <c:v>1048.0</c:v>
                </c:pt>
                <c:pt idx="341">
                  <c:v>1048.0</c:v>
                </c:pt>
                <c:pt idx="342">
                  <c:v>1048.0</c:v>
                </c:pt>
                <c:pt idx="343">
                  <c:v>1048.0</c:v>
                </c:pt>
                <c:pt idx="344">
                  <c:v>1048.0</c:v>
                </c:pt>
                <c:pt idx="345">
                  <c:v>1048.0</c:v>
                </c:pt>
                <c:pt idx="346">
                  <c:v>1048.0</c:v>
                </c:pt>
                <c:pt idx="347">
                  <c:v>1048.0</c:v>
                </c:pt>
                <c:pt idx="348">
                  <c:v>1048.0</c:v>
                </c:pt>
                <c:pt idx="349">
                  <c:v>1048.0</c:v>
                </c:pt>
                <c:pt idx="350">
                  <c:v>1048.0</c:v>
                </c:pt>
                <c:pt idx="351">
                  <c:v>1048.0</c:v>
                </c:pt>
                <c:pt idx="352">
                  <c:v>1048.0</c:v>
                </c:pt>
                <c:pt idx="353">
                  <c:v>1048.0</c:v>
                </c:pt>
                <c:pt idx="354">
                  <c:v>1048.0</c:v>
                </c:pt>
                <c:pt idx="355">
                  <c:v>1048.0</c:v>
                </c:pt>
                <c:pt idx="356">
                  <c:v>1048.0</c:v>
                </c:pt>
                <c:pt idx="357">
                  <c:v>1048.0</c:v>
                </c:pt>
                <c:pt idx="358">
                  <c:v>1048.0</c:v>
                </c:pt>
                <c:pt idx="359">
                  <c:v>1048.0</c:v>
                </c:pt>
                <c:pt idx="360">
                  <c:v>1048.0</c:v>
                </c:pt>
                <c:pt idx="361">
                  <c:v>1048.0</c:v>
                </c:pt>
                <c:pt idx="362">
                  <c:v>1048.0</c:v>
                </c:pt>
                <c:pt idx="363">
                  <c:v>1048.0</c:v>
                </c:pt>
                <c:pt idx="364">
                  <c:v>1048.0</c:v>
                </c:pt>
                <c:pt idx="365">
                  <c:v>1048.0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390-4CA7-B505-54EE7CC1BFA6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Line_Window!$AZ$2:$AZ$367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4.0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4.0</c:v>
                </c:pt>
                <c:pt idx="10">
                  <c:v>4.0</c:v>
                </c:pt>
                <c:pt idx="11">
                  <c:v>4.0</c:v>
                </c:pt>
                <c:pt idx="12">
                  <c:v>4.0</c:v>
                </c:pt>
                <c:pt idx="13">
                  <c:v>4.0</c:v>
                </c:pt>
                <c:pt idx="14">
                  <c:v>4.0</c:v>
                </c:pt>
                <c:pt idx="15">
                  <c:v>4.0</c:v>
                </c:pt>
                <c:pt idx="16">
                  <c:v>4.0</c:v>
                </c:pt>
                <c:pt idx="17">
                  <c:v>4.0</c:v>
                </c:pt>
                <c:pt idx="18">
                  <c:v>4.0</c:v>
                </c:pt>
                <c:pt idx="19">
                  <c:v>4.0</c:v>
                </c:pt>
                <c:pt idx="20">
                  <c:v>4.0</c:v>
                </c:pt>
                <c:pt idx="21">
                  <c:v>4.0</c:v>
                </c:pt>
                <c:pt idx="22">
                  <c:v>6.0</c:v>
                </c:pt>
                <c:pt idx="23">
                  <c:v>6.0</c:v>
                </c:pt>
                <c:pt idx="24">
                  <c:v>12.0</c:v>
                </c:pt>
                <c:pt idx="25">
                  <c:v>12.0</c:v>
                </c:pt>
                <c:pt idx="26">
                  <c:v>12.0</c:v>
                </c:pt>
                <c:pt idx="27">
                  <c:v>12.0</c:v>
                </c:pt>
                <c:pt idx="28">
                  <c:v>12.0</c:v>
                </c:pt>
                <c:pt idx="29">
                  <c:v>18.0</c:v>
                </c:pt>
                <c:pt idx="30">
                  <c:v>35.0</c:v>
                </c:pt>
                <c:pt idx="31">
                  <c:v>39.0</c:v>
                </c:pt>
                <c:pt idx="32">
                  <c:v>49.0</c:v>
                </c:pt>
                <c:pt idx="33">
                  <c:v>58.0</c:v>
                </c:pt>
                <c:pt idx="34">
                  <c:v>60.0</c:v>
                </c:pt>
                <c:pt idx="35">
                  <c:v>75.0</c:v>
                </c:pt>
                <c:pt idx="36">
                  <c:v>89.0</c:v>
                </c:pt>
                <c:pt idx="37">
                  <c:v>105.0</c:v>
                </c:pt>
                <c:pt idx="38">
                  <c:v>123.0</c:v>
                </c:pt>
                <c:pt idx="39">
                  <c:v>134.0</c:v>
                </c:pt>
                <c:pt idx="40">
                  <c:v>148.0</c:v>
                </c:pt>
                <c:pt idx="41">
                  <c:v>163.0</c:v>
                </c:pt>
                <c:pt idx="42">
                  <c:v>178.0</c:v>
                </c:pt>
                <c:pt idx="43">
                  <c:v>191.0</c:v>
                </c:pt>
                <c:pt idx="44">
                  <c:v>208.0</c:v>
                </c:pt>
                <c:pt idx="45">
                  <c:v>225.0</c:v>
                </c:pt>
                <c:pt idx="46">
                  <c:v>238.0</c:v>
                </c:pt>
                <c:pt idx="47">
                  <c:v>247.0</c:v>
                </c:pt>
                <c:pt idx="48">
                  <c:v>252.0</c:v>
                </c:pt>
                <c:pt idx="49">
                  <c:v>264.0</c:v>
                </c:pt>
                <c:pt idx="50">
                  <c:v>271.0</c:v>
                </c:pt>
                <c:pt idx="51">
                  <c:v>278.0</c:v>
                </c:pt>
                <c:pt idx="52">
                  <c:v>286.0</c:v>
                </c:pt>
                <c:pt idx="53">
                  <c:v>293.0</c:v>
                </c:pt>
                <c:pt idx="54">
                  <c:v>300.0</c:v>
                </c:pt>
                <c:pt idx="55">
                  <c:v>306.0</c:v>
                </c:pt>
                <c:pt idx="56">
                  <c:v>313.0</c:v>
                </c:pt>
                <c:pt idx="57">
                  <c:v>318.0</c:v>
                </c:pt>
                <c:pt idx="58">
                  <c:v>325.0</c:v>
                </c:pt>
                <c:pt idx="59">
                  <c:v>333.0</c:v>
                </c:pt>
                <c:pt idx="60">
                  <c:v>338.0</c:v>
                </c:pt>
                <c:pt idx="61">
                  <c:v>339.0</c:v>
                </c:pt>
                <c:pt idx="62">
                  <c:v>339.0</c:v>
                </c:pt>
                <c:pt idx="63">
                  <c:v>339.0</c:v>
                </c:pt>
                <c:pt idx="64">
                  <c:v>339.0</c:v>
                </c:pt>
                <c:pt idx="65">
                  <c:v>339.0</c:v>
                </c:pt>
                <c:pt idx="66">
                  <c:v>339.0</c:v>
                </c:pt>
                <c:pt idx="67">
                  <c:v>339.0</c:v>
                </c:pt>
                <c:pt idx="68">
                  <c:v>339.0</c:v>
                </c:pt>
                <c:pt idx="69">
                  <c:v>339.0</c:v>
                </c:pt>
                <c:pt idx="70">
                  <c:v>345.0</c:v>
                </c:pt>
                <c:pt idx="71">
                  <c:v>352.0</c:v>
                </c:pt>
                <c:pt idx="72">
                  <c:v>359.0</c:v>
                </c:pt>
                <c:pt idx="73">
                  <c:v>371.0</c:v>
                </c:pt>
                <c:pt idx="74">
                  <c:v>379.0</c:v>
                </c:pt>
                <c:pt idx="75">
                  <c:v>386.0</c:v>
                </c:pt>
                <c:pt idx="76">
                  <c:v>392.0</c:v>
                </c:pt>
                <c:pt idx="77">
                  <c:v>399.0</c:v>
                </c:pt>
                <c:pt idx="78">
                  <c:v>399.0</c:v>
                </c:pt>
                <c:pt idx="79">
                  <c:v>399.0</c:v>
                </c:pt>
                <c:pt idx="80">
                  <c:v>407.0</c:v>
                </c:pt>
                <c:pt idx="81">
                  <c:v>414.0</c:v>
                </c:pt>
                <c:pt idx="82">
                  <c:v>421.0</c:v>
                </c:pt>
                <c:pt idx="83">
                  <c:v>430.0</c:v>
                </c:pt>
                <c:pt idx="84">
                  <c:v>440.0</c:v>
                </c:pt>
                <c:pt idx="85">
                  <c:v>449.0</c:v>
                </c:pt>
                <c:pt idx="86">
                  <c:v>460.0</c:v>
                </c:pt>
                <c:pt idx="87">
                  <c:v>472.0</c:v>
                </c:pt>
                <c:pt idx="88">
                  <c:v>481.0</c:v>
                </c:pt>
                <c:pt idx="89">
                  <c:v>490.0</c:v>
                </c:pt>
                <c:pt idx="90">
                  <c:v>499.0</c:v>
                </c:pt>
                <c:pt idx="91">
                  <c:v>509.0</c:v>
                </c:pt>
                <c:pt idx="92">
                  <c:v>519.0</c:v>
                </c:pt>
                <c:pt idx="93">
                  <c:v>528.0</c:v>
                </c:pt>
                <c:pt idx="94">
                  <c:v>537.0</c:v>
                </c:pt>
                <c:pt idx="95">
                  <c:v>546.0</c:v>
                </c:pt>
                <c:pt idx="96">
                  <c:v>552.0</c:v>
                </c:pt>
                <c:pt idx="97">
                  <c:v>552.0</c:v>
                </c:pt>
                <c:pt idx="98">
                  <c:v>559.0</c:v>
                </c:pt>
                <c:pt idx="99">
                  <c:v>564.0</c:v>
                </c:pt>
                <c:pt idx="100">
                  <c:v>571.0</c:v>
                </c:pt>
                <c:pt idx="101">
                  <c:v>579.0</c:v>
                </c:pt>
                <c:pt idx="102">
                  <c:v>587.0</c:v>
                </c:pt>
                <c:pt idx="103">
                  <c:v>595.0</c:v>
                </c:pt>
                <c:pt idx="104">
                  <c:v>602.0</c:v>
                </c:pt>
                <c:pt idx="105">
                  <c:v>608.0</c:v>
                </c:pt>
                <c:pt idx="106">
                  <c:v>614.0</c:v>
                </c:pt>
                <c:pt idx="107">
                  <c:v>621.0</c:v>
                </c:pt>
                <c:pt idx="108">
                  <c:v>630.0</c:v>
                </c:pt>
                <c:pt idx="109">
                  <c:v>636.0</c:v>
                </c:pt>
                <c:pt idx="110">
                  <c:v>643.0</c:v>
                </c:pt>
                <c:pt idx="111">
                  <c:v>650.0</c:v>
                </c:pt>
                <c:pt idx="112">
                  <c:v>657.0</c:v>
                </c:pt>
                <c:pt idx="113">
                  <c:v>657.0</c:v>
                </c:pt>
                <c:pt idx="114">
                  <c:v>664.0</c:v>
                </c:pt>
                <c:pt idx="115">
                  <c:v>673.0</c:v>
                </c:pt>
                <c:pt idx="116">
                  <c:v>680.0</c:v>
                </c:pt>
                <c:pt idx="117">
                  <c:v>685.0</c:v>
                </c:pt>
                <c:pt idx="118">
                  <c:v>685.0</c:v>
                </c:pt>
                <c:pt idx="119">
                  <c:v>691.0</c:v>
                </c:pt>
                <c:pt idx="120">
                  <c:v>699.0</c:v>
                </c:pt>
                <c:pt idx="121">
                  <c:v>704.0</c:v>
                </c:pt>
                <c:pt idx="122">
                  <c:v>710.0</c:v>
                </c:pt>
                <c:pt idx="123">
                  <c:v>716.0</c:v>
                </c:pt>
                <c:pt idx="124">
                  <c:v>721.0</c:v>
                </c:pt>
                <c:pt idx="125">
                  <c:v>721.0</c:v>
                </c:pt>
                <c:pt idx="126">
                  <c:v>721.0</c:v>
                </c:pt>
                <c:pt idx="127">
                  <c:v>725.0</c:v>
                </c:pt>
                <c:pt idx="128">
                  <c:v>731.0</c:v>
                </c:pt>
                <c:pt idx="129">
                  <c:v>740.0</c:v>
                </c:pt>
                <c:pt idx="130">
                  <c:v>742.0</c:v>
                </c:pt>
                <c:pt idx="131">
                  <c:v>744.0</c:v>
                </c:pt>
                <c:pt idx="132">
                  <c:v>752.0</c:v>
                </c:pt>
                <c:pt idx="133">
                  <c:v>760.0</c:v>
                </c:pt>
                <c:pt idx="134">
                  <c:v>768.0</c:v>
                </c:pt>
                <c:pt idx="135">
                  <c:v>778.0</c:v>
                </c:pt>
                <c:pt idx="136">
                  <c:v>786.0</c:v>
                </c:pt>
                <c:pt idx="137">
                  <c:v>793.0</c:v>
                </c:pt>
                <c:pt idx="138">
                  <c:v>800.0</c:v>
                </c:pt>
                <c:pt idx="139">
                  <c:v>808.0</c:v>
                </c:pt>
                <c:pt idx="140">
                  <c:v>816.0</c:v>
                </c:pt>
                <c:pt idx="141">
                  <c:v>824.0</c:v>
                </c:pt>
                <c:pt idx="142">
                  <c:v>832.0</c:v>
                </c:pt>
                <c:pt idx="143">
                  <c:v>841.0</c:v>
                </c:pt>
                <c:pt idx="144">
                  <c:v>849.0</c:v>
                </c:pt>
                <c:pt idx="145">
                  <c:v>857.0</c:v>
                </c:pt>
                <c:pt idx="146">
                  <c:v>863.0</c:v>
                </c:pt>
                <c:pt idx="147">
                  <c:v>868.0</c:v>
                </c:pt>
                <c:pt idx="148">
                  <c:v>871.0</c:v>
                </c:pt>
                <c:pt idx="149">
                  <c:v>877.0</c:v>
                </c:pt>
                <c:pt idx="150">
                  <c:v>885.0</c:v>
                </c:pt>
                <c:pt idx="151">
                  <c:v>885.0</c:v>
                </c:pt>
                <c:pt idx="152">
                  <c:v>893.0</c:v>
                </c:pt>
                <c:pt idx="153">
                  <c:v>902.0</c:v>
                </c:pt>
                <c:pt idx="154">
                  <c:v>911.0</c:v>
                </c:pt>
                <c:pt idx="155">
                  <c:v>915.0</c:v>
                </c:pt>
                <c:pt idx="156">
                  <c:v>923.0</c:v>
                </c:pt>
                <c:pt idx="157">
                  <c:v>933.0</c:v>
                </c:pt>
                <c:pt idx="158">
                  <c:v>935.0</c:v>
                </c:pt>
                <c:pt idx="159">
                  <c:v>943.0</c:v>
                </c:pt>
                <c:pt idx="160">
                  <c:v>952.0</c:v>
                </c:pt>
                <c:pt idx="161">
                  <c:v>960.0</c:v>
                </c:pt>
                <c:pt idx="162">
                  <c:v>969.0</c:v>
                </c:pt>
                <c:pt idx="163">
                  <c:v>978.0</c:v>
                </c:pt>
                <c:pt idx="164">
                  <c:v>987.0</c:v>
                </c:pt>
                <c:pt idx="165">
                  <c:v>989.0</c:v>
                </c:pt>
                <c:pt idx="166">
                  <c:v>989.0</c:v>
                </c:pt>
                <c:pt idx="167">
                  <c:v>989.0</c:v>
                </c:pt>
                <c:pt idx="168">
                  <c:v>989.0</c:v>
                </c:pt>
                <c:pt idx="169">
                  <c:v>989.0</c:v>
                </c:pt>
                <c:pt idx="170">
                  <c:v>996.0</c:v>
                </c:pt>
                <c:pt idx="171">
                  <c:v>1005.0</c:v>
                </c:pt>
                <c:pt idx="172">
                  <c:v>1005.0</c:v>
                </c:pt>
                <c:pt idx="173">
                  <c:v>1005.0</c:v>
                </c:pt>
                <c:pt idx="174">
                  <c:v>1005.0</c:v>
                </c:pt>
                <c:pt idx="175">
                  <c:v>1005.0</c:v>
                </c:pt>
                <c:pt idx="176">
                  <c:v>1005.0</c:v>
                </c:pt>
                <c:pt idx="177">
                  <c:v>1012.0</c:v>
                </c:pt>
                <c:pt idx="178">
                  <c:v>1019.0</c:v>
                </c:pt>
                <c:pt idx="179">
                  <c:v>1019.0</c:v>
                </c:pt>
                <c:pt idx="180">
                  <c:v>1019.0</c:v>
                </c:pt>
                <c:pt idx="181">
                  <c:v>1026.0</c:v>
                </c:pt>
                <c:pt idx="182">
                  <c:v>1035.0</c:v>
                </c:pt>
                <c:pt idx="183">
                  <c:v>1045.0</c:v>
                </c:pt>
                <c:pt idx="184">
                  <c:v>1054.0</c:v>
                </c:pt>
                <c:pt idx="185">
                  <c:v>1063.0</c:v>
                </c:pt>
                <c:pt idx="186">
                  <c:v>1063.0</c:v>
                </c:pt>
                <c:pt idx="187">
                  <c:v>1063.0</c:v>
                </c:pt>
                <c:pt idx="188">
                  <c:v>1063.0</c:v>
                </c:pt>
                <c:pt idx="189">
                  <c:v>1063.0</c:v>
                </c:pt>
                <c:pt idx="190">
                  <c:v>1063.0</c:v>
                </c:pt>
                <c:pt idx="191">
                  <c:v>1069.0</c:v>
                </c:pt>
                <c:pt idx="192">
                  <c:v>1077.0</c:v>
                </c:pt>
                <c:pt idx="193">
                  <c:v>1077.0</c:v>
                </c:pt>
                <c:pt idx="194">
                  <c:v>1077.0</c:v>
                </c:pt>
                <c:pt idx="195">
                  <c:v>1077.0</c:v>
                </c:pt>
                <c:pt idx="196">
                  <c:v>1077.0</c:v>
                </c:pt>
                <c:pt idx="197">
                  <c:v>1077.0</c:v>
                </c:pt>
                <c:pt idx="198">
                  <c:v>1077.0</c:v>
                </c:pt>
                <c:pt idx="199">
                  <c:v>1077.0</c:v>
                </c:pt>
                <c:pt idx="200">
                  <c:v>1077.0</c:v>
                </c:pt>
                <c:pt idx="201">
                  <c:v>1077.0</c:v>
                </c:pt>
                <c:pt idx="202">
                  <c:v>1077.0</c:v>
                </c:pt>
                <c:pt idx="203">
                  <c:v>1077.0</c:v>
                </c:pt>
                <c:pt idx="204">
                  <c:v>1077.0</c:v>
                </c:pt>
                <c:pt idx="205">
                  <c:v>1077.0</c:v>
                </c:pt>
                <c:pt idx="206">
                  <c:v>1077.0</c:v>
                </c:pt>
                <c:pt idx="207">
                  <c:v>1077.0</c:v>
                </c:pt>
                <c:pt idx="208">
                  <c:v>1077.0</c:v>
                </c:pt>
                <c:pt idx="209">
                  <c:v>1077.0</c:v>
                </c:pt>
                <c:pt idx="210">
                  <c:v>1077.0</c:v>
                </c:pt>
                <c:pt idx="211">
                  <c:v>1077.0</c:v>
                </c:pt>
                <c:pt idx="212">
                  <c:v>1077.0</c:v>
                </c:pt>
                <c:pt idx="213">
                  <c:v>1077.0</c:v>
                </c:pt>
                <c:pt idx="214">
                  <c:v>1077.0</c:v>
                </c:pt>
                <c:pt idx="215">
                  <c:v>1077.0</c:v>
                </c:pt>
                <c:pt idx="216">
                  <c:v>1077.0</c:v>
                </c:pt>
                <c:pt idx="217">
                  <c:v>1077.0</c:v>
                </c:pt>
                <c:pt idx="218">
                  <c:v>1077.0</c:v>
                </c:pt>
                <c:pt idx="219">
                  <c:v>1077.0</c:v>
                </c:pt>
                <c:pt idx="220">
                  <c:v>1077.0</c:v>
                </c:pt>
                <c:pt idx="221">
                  <c:v>1077.0</c:v>
                </c:pt>
                <c:pt idx="222">
                  <c:v>1077.0</c:v>
                </c:pt>
                <c:pt idx="223">
                  <c:v>1077.0</c:v>
                </c:pt>
                <c:pt idx="224">
                  <c:v>1077.0</c:v>
                </c:pt>
                <c:pt idx="225">
                  <c:v>1077.0</c:v>
                </c:pt>
                <c:pt idx="226">
                  <c:v>1077.0</c:v>
                </c:pt>
                <c:pt idx="227">
                  <c:v>1077.0</c:v>
                </c:pt>
                <c:pt idx="228">
                  <c:v>1077.0</c:v>
                </c:pt>
                <c:pt idx="229">
                  <c:v>1077.0</c:v>
                </c:pt>
                <c:pt idx="230">
                  <c:v>1077.0</c:v>
                </c:pt>
                <c:pt idx="231">
                  <c:v>1077.0</c:v>
                </c:pt>
                <c:pt idx="232">
                  <c:v>1077.0</c:v>
                </c:pt>
                <c:pt idx="233">
                  <c:v>1077.0</c:v>
                </c:pt>
                <c:pt idx="234">
                  <c:v>1077.0</c:v>
                </c:pt>
                <c:pt idx="235">
                  <c:v>1077.0</c:v>
                </c:pt>
                <c:pt idx="236">
                  <c:v>1077.0</c:v>
                </c:pt>
                <c:pt idx="237">
                  <c:v>1077.0</c:v>
                </c:pt>
                <c:pt idx="238">
                  <c:v>1077.0</c:v>
                </c:pt>
                <c:pt idx="239">
                  <c:v>1077.0</c:v>
                </c:pt>
                <c:pt idx="240">
                  <c:v>1077.0</c:v>
                </c:pt>
                <c:pt idx="241">
                  <c:v>1077.0</c:v>
                </c:pt>
                <c:pt idx="242">
                  <c:v>1077.0</c:v>
                </c:pt>
                <c:pt idx="243">
                  <c:v>1077.0</c:v>
                </c:pt>
                <c:pt idx="244">
                  <c:v>1077.0</c:v>
                </c:pt>
                <c:pt idx="245">
                  <c:v>1077.0</c:v>
                </c:pt>
                <c:pt idx="246">
                  <c:v>1077.0</c:v>
                </c:pt>
                <c:pt idx="247">
                  <c:v>1077.0</c:v>
                </c:pt>
                <c:pt idx="248">
                  <c:v>1077.0</c:v>
                </c:pt>
                <c:pt idx="249">
                  <c:v>1077.0</c:v>
                </c:pt>
                <c:pt idx="250">
                  <c:v>1077.0</c:v>
                </c:pt>
                <c:pt idx="251">
                  <c:v>1077.0</c:v>
                </c:pt>
                <c:pt idx="252">
                  <c:v>1077.0</c:v>
                </c:pt>
                <c:pt idx="253">
                  <c:v>1077.0</c:v>
                </c:pt>
                <c:pt idx="254">
                  <c:v>1077.0</c:v>
                </c:pt>
                <c:pt idx="255">
                  <c:v>1077.0</c:v>
                </c:pt>
                <c:pt idx="256">
                  <c:v>1077.0</c:v>
                </c:pt>
                <c:pt idx="257">
                  <c:v>1077.0</c:v>
                </c:pt>
                <c:pt idx="258">
                  <c:v>1077.0</c:v>
                </c:pt>
                <c:pt idx="259">
                  <c:v>1077.0</c:v>
                </c:pt>
                <c:pt idx="260">
                  <c:v>1077.0</c:v>
                </c:pt>
                <c:pt idx="261">
                  <c:v>1077.0</c:v>
                </c:pt>
                <c:pt idx="262">
                  <c:v>1077.0</c:v>
                </c:pt>
                <c:pt idx="263">
                  <c:v>1077.0</c:v>
                </c:pt>
                <c:pt idx="264">
                  <c:v>1077.0</c:v>
                </c:pt>
                <c:pt idx="265">
                  <c:v>1077.0</c:v>
                </c:pt>
                <c:pt idx="266">
                  <c:v>1077.0</c:v>
                </c:pt>
                <c:pt idx="267">
                  <c:v>1077.0</c:v>
                </c:pt>
                <c:pt idx="268">
                  <c:v>1077.0</c:v>
                </c:pt>
                <c:pt idx="269">
                  <c:v>1077.0</c:v>
                </c:pt>
                <c:pt idx="270">
                  <c:v>1077.0</c:v>
                </c:pt>
                <c:pt idx="271">
                  <c:v>1077.0</c:v>
                </c:pt>
                <c:pt idx="272">
                  <c:v>1077.0</c:v>
                </c:pt>
                <c:pt idx="273">
                  <c:v>1077.0</c:v>
                </c:pt>
                <c:pt idx="274">
                  <c:v>1077.0</c:v>
                </c:pt>
                <c:pt idx="275">
                  <c:v>1077.0</c:v>
                </c:pt>
                <c:pt idx="276">
                  <c:v>1077.0</c:v>
                </c:pt>
                <c:pt idx="277">
                  <c:v>1077.0</c:v>
                </c:pt>
                <c:pt idx="278">
                  <c:v>1077.0</c:v>
                </c:pt>
                <c:pt idx="279">
                  <c:v>1077.0</c:v>
                </c:pt>
                <c:pt idx="280">
                  <c:v>1077.0</c:v>
                </c:pt>
                <c:pt idx="281">
                  <c:v>1077.0</c:v>
                </c:pt>
                <c:pt idx="282">
                  <c:v>1077.0</c:v>
                </c:pt>
                <c:pt idx="283">
                  <c:v>1077.0</c:v>
                </c:pt>
                <c:pt idx="284">
                  <c:v>1077.0</c:v>
                </c:pt>
                <c:pt idx="285">
                  <c:v>1077.0</c:v>
                </c:pt>
                <c:pt idx="286">
                  <c:v>1077.0</c:v>
                </c:pt>
                <c:pt idx="287">
                  <c:v>1077.0</c:v>
                </c:pt>
                <c:pt idx="288">
                  <c:v>1077.0</c:v>
                </c:pt>
                <c:pt idx="289">
                  <c:v>1077.0</c:v>
                </c:pt>
                <c:pt idx="290">
                  <c:v>1077.0</c:v>
                </c:pt>
                <c:pt idx="291">
                  <c:v>1077.0</c:v>
                </c:pt>
                <c:pt idx="292">
                  <c:v>1077.0</c:v>
                </c:pt>
                <c:pt idx="293">
                  <c:v>1077.0</c:v>
                </c:pt>
                <c:pt idx="294">
                  <c:v>1077.0</c:v>
                </c:pt>
                <c:pt idx="295">
                  <c:v>1077.0</c:v>
                </c:pt>
                <c:pt idx="296">
                  <c:v>1077.0</c:v>
                </c:pt>
                <c:pt idx="297">
                  <c:v>1077.0</c:v>
                </c:pt>
                <c:pt idx="298">
                  <c:v>1077.0</c:v>
                </c:pt>
                <c:pt idx="299">
                  <c:v>1077.0</c:v>
                </c:pt>
                <c:pt idx="300">
                  <c:v>1077.0</c:v>
                </c:pt>
                <c:pt idx="301">
                  <c:v>1077.0</c:v>
                </c:pt>
                <c:pt idx="302">
                  <c:v>1077.0</c:v>
                </c:pt>
                <c:pt idx="303">
                  <c:v>1077.0</c:v>
                </c:pt>
                <c:pt idx="304">
                  <c:v>1077.0</c:v>
                </c:pt>
                <c:pt idx="305">
                  <c:v>1077.0</c:v>
                </c:pt>
                <c:pt idx="306">
                  <c:v>1077.0</c:v>
                </c:pt>
                <c:pt idx="307">
                  <c:v>1077.0</c:v>
                </c:pt>
                <c:pt idx="308">
                  <c:v>1077.0</c:v>
                </c:pt>
                <c:pt idx="309">
                  <c:v>1077.0</c:v>
                </c:pt>
                <c:pt idx="310">
                  <c:v>1077.0</c:v>
                </c:pt>
                <c:pt idx="311">
                  <c:v>1077.0</c:v>
                </c:pt>
                <c:pt idx="312">
                  <c:v>1077.0</c:v>
                </c:pt>
                <c:pt idx="313">
                  <c:v>1077.0</c:v>
                </c:pt>
                <c:pt idx="314">
                  <c:v>1077.0</c:v>
                </c:pt>
                <c:pt idx="315">
                  <c:v>1077.0</c:v>
                </c:pt>
                <c:pt idx="316">
                  <c:v>1077.0</c:v>
                </c:pt>
                <c:pt idx="317">
                  <c:v>1077.0</c:v>
                </c:pt>
                <c:pt idx="318">
                  <c:v>1077.0</c:v>
                </c:pt>
                <c:pt idx="319">
                  <c:v>1077.0</c:v>
                </c:pt>
                <c:pt idx="320">
                  <c:v>1077.0</c:v>
                </c:pt>
                <c:pt idx="321">
                  <c:v>1077.0</c:v>
                </c:pt>
                <c:pt idx="322">
                  <c:v>1077.0</c:v>
                </c:pt>
                <c:pt idx="323">
                  <c:v>1077.0</c:v>
                </c:pt>
                <c:pt idx="324">
                  <c:v>1077.0</c:v>
                </c:pt>
                <c:pt idx="325">
                  <c:v>1077.0</c:v>
                </c:pt>
                <c:pt idx="326">
                  <c:v>1077.0</c:v>
                </c:pt>
                <c:pt idx="327">
                  <c:v>1077.0</c:v>
                </c:pt>
                <c:pt idx="328">
                  <c:v>1077.0</c:v>
                </c:pt>
                <c:pt idx="329">
                  <c:v>1077.0</c:v>
                </c:pt>
                <c:pt idx="330">
                  <c:v>1077.0</c:v>
                </c:pt>
                <c:pt idx="331">
                  <c:v>1077.0</c:v>
                </c:pt>
                <c:pt idx="332">
                  <c:v>1077.0</c:v>
                </c:pt>
                <c:pt idx="333">
                  <c:v>1077.0</c:v>
                </c:pt>
                <c:pt idx="334">
                  <c:v>1077.0</c:v>
                </c:pt>
                <c:pt idx="335">
                  <c:v>1077.0</c:v>
                </c:pt>
                <c:pt idx="336">
                  <c:v>1077.0</c:v>
                </c:pt>
                <c:pt idx="337">
                  <c:v>1077.0</c:v>
                </c:pt>
                <c:pt idx="338">
                  <c:v>1077.0</c:v>
                </c:pt>
                <c:pt idx="339">
                  <c:v>1077.0</c:v>
                </c:pt>
                <c:pt idx="340">
                  <c:v>1077.0</c:v>
                </c:pt>
                <c:pt idx="341">
                  <c:v>1077.0</c:v>
                </c:pt>
                <c:pt idx="342">
                  <c:v>1077.0</c:v>
                </c:pt>
                <c:pt idx="343">
                  <c:v>1077.0</c:v>
                </c:pt>
                <c:pt idx="344">
                  <c:v>1077.0</c:v>
                </c:pt>
                <c:pt idx="345">
                  <c:v>1077.0</c:v>
                </c:pt>
                <c:pt idx="346">
                  <c:v>1077.0</c:v>
                </c:pt>
                <c:pt idx="347">
                  <c:v>1077.0</c:v>
                </c:pt>
                <c:pt idx="348">
                  <c:v>1077.0</c:v>
                </c:pt>
                <c:pt idx="349">
                  <c:v>1077.0</c:v>
                </c:pt>
                <c:pt idx="350">
                  <c:v>1077.0</c:v>
                </c:pt>
                <c:pt idx="351">
                  <c:v>1077.0</c:v>
                </c:pt>
                <c:pt idx="352">
                  <c:v>1077.0</c:v>
                </c:pt>
                <c:pt idx="353">
                  <c:v>1077.0</c:v>
                </c:pt>
                <c:pt idx="354">
                  <c:v>1077.0</c:v>
                </c:pt>
                <c:pt idx="355">
                  <c:v>1077.0</c:v>
                </c:pt>
                <c:pt idx="356">
                  <c:v>1077.0</c:v>
                </c:pt>
                <c:pt idx="357">
                  <c:v>1077.0</c:v>
                </c:pt>
                <c:pt idx="358">
                  <c:v>1077.0</c:v>
                </c:pt>
                <c:pt idx="359">
                  <c:v>1077.0</c:v>
                </c:pt>
                <c:pt idx="360">
                  <c:v>1077.0</c:v>
                </c:pt>
                <c:pt idx="361">
                  <c:v>1077.0</c:v>
                </c:pt>
                <c:pt idx="362">
                  <c:v>1077.0</c:v>
                </c:pt>
                <c:pt idx="363">
                  <c:v>1077.0</c:v>
                </c:pt>
                <c:pt idx="364">
                  <c:v>1077.0</c:v>
                </c:pt>
                <c:pt idx="365">
                  <c:v>1077.0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90-4CA7-B505-54EE7CC1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day of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# hours (cum)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6209"/>
                <c:pt idx="0">
                  <c:v>2019-01-01</c:v>
                </c:pt>
                <c:pt idx="1">
                  <c:v>2019-01-02</c:v>
                </c:pt>
                <c:pt idx="2">
                  <c:v>2019-01-03</c:v>
                </c:pt>
                <c:pt idx="3">
                  <c:v>2019-01-04</c:v>
                </c:pt>
                <c:pt idx="4">
                  <c:v>2019-01-05</c:v>
                </c:pt>
                <c:pt idx="5">
                  <c:v>2019-01-06</c:v>
                </c:pt>
                <c:pt idx="6">
                  <c:v>2019-01-07</c:v>
                </c:pt>
                <c:pt idx="7">
                  <c:v>2019-01-08</c:v>
                </c:pt>
                <c:pt idx="8">
                  <c:v>2019-01-09</c:v>
                </c:pt>
                <c:pt idx="9">
                  <c:v>2019-01-10</c:v>
                </c:pt>
                <c:pt idx="10">
                  <c:v>2019-01-11</c:v>
                </c:pt>
                <c:pt idx="11">
                  <c:v>2019-01-12</c:v>
                </c:pt>
                <c:pt idx="12">
                  <c:v>2019-01-13</c:v>
                </c:pt>
                <c:pt idx="13">
                  <c:v>2019-01-14</c:v>
                </c:pt>
                <c:pt idx="14">
                  <c:v>2019-01-15</c:v>
                </c:pt>
                <c:pt idx="15">
                  <c:v>2019-01-16</c:v>
                </c:pt>
                <c:pt idx="16">
                  <c:v>2019-01-17</c:v>
                </c:pt>
                <c:pt idx="17">
                  <c:v>2019-01-18</c:v>
                </c:pt>
                <c:pt idx="18">
                  <c:v>2019-01-19</c:v>
                </c:pt>
                <c:pt idx="19">
                  <c:v>2019-01-20</c:v>
                </c:pt>
                <c:pt idx="20">
                  <c:v>2019-01-21</c:v>
                </c:pt>
                <c:pt idx="21">
                  <c:v>2019-01-22</c:v>
                </c:pt>
                <c:pt idx="22">
                  <c:v>2019-01-23</c:v>
                </c:pt>
                <c:pt idx="23">
                  <c:v>2019-01-24</c:v>
                </c:pt>
                <c:pt idx="24">
                  <c:v>2019-01-25</c:v>
                </c:pt>
                <c:pt idx="25">
                  <c:v>2019-01-26</c:v>
                </c:pt>
                <c:pt idx="26">
                  <c:v>2019-01-27</c:v>
                </c:pt>
                <c:pt idx="27">
                  <c:v>2019-01-28</c:v>
                </c:pt>
                <c:pt idx="28">
                  <c:v>2019-01-29</c:v>
                </c:pt>
                <c:pt idx="29">
                  <c:v>2019-01-30</c:v>
                </c:pt>
                <c:pt idx="30">
                  <c:v>2019-01-31</c:v>
                </c:pt>
                <c:pt idx="31">
                  <c:v>2019-02-01</c:v>
                </c:pt>
                <c:pt idx="32">
                  <c:v>2019-02-02</c:v>
                </c:pt>
                <c:pt idx="33">
                  <c:v>2019-02-03</c:v>
                </c:pt>
                <c:pt idx="34">
                  <c:v>2019-02-04</c:v>
                </c:pt>
                <c:pt idx="35">
                  <c:v>2019-02-05</c:v>
                </c:pt>
                <c:pt idx="36">
                  <c:v>2019-02-06</c:v>
                </c:pt>
                <c:pt idx="37">
                  <c:v>2019-02-07</c:v>
                </c:pt>
                <c:pt idx="38">
                  <c:v>2019-02-08</c:v>
                </c:pt>
                <c:pt idx="39">
                  <c:v>2019-02-09</c:v>
                </c:pt>
                <c:pt idx="40">
                  <c:v>2019-02-10</c:v>
                </c:pt>
                <c:pt idx="41">
                  <c:v>2019-02-11</c:v>
                </c:pt>
                <c:pt idx="42">
                  <c:v>2019-02-12</c:v>
                </c:pt>
                <c:pt idx="43">
                  <c:v>2019-02-13</c:v>
                </c:pt>
                <c:pt idx="44">
                  <c:v>2019-02-14</c:v>
                </c:pt>
                <c:pt idx="45">
                  <c:v>2019-02-15</c:v>
                </c:pt>
                <c:pt idx="46">
                  <c:v>2019-02-16</c:v>
                </c:pt>
                <c:pt idx="47">
                  <c:v>2019-02-17</c:v>
                </c:pt>
                <c:pt idx="48">
                  <c:v>2019-02-18</c:v>
                </c:pt>
                <c:pt idx="49">
                  <c:v>2019-02-19</c:v>
                </c:pt>
                <c:pt idx="50">
                  <c:v>2019-02-20</c:v>
                </c:pt>
                <c:pt idx="51">
                  <c:v>2019-02-21</c:v>
                </c:pt>
                <c:pt idx="52">
                  <c:v>2019-02-22</c:v>
                </c:pt>
                <c:pt idx="53">
                  <c:v>2019-02-23</c:v>
                </c:pt>
                <c:pt idx="54">
                  <c:v>2019-02-24</c:v>
                </c:pt>
                <c:pt idx="55">
                  <c:v>2019-02-25</c:v>
                </c:pt>
                <c:pt idx="56">
                  <c:v>2019-02-26</c:v>
                </c:pt>
                <c:pt idx="57">
                  <c:v>2019-02-27</c:v>
                </c:pt>
                <c:pt idx="58">
                  <c:v>2019-02-28</c:v>
                </c:pt>
                <c:pt idx="59">
                  <c:v>2019-03-01</c:v>
                </c:pt>
                <c:pt idx="60">
                  <c:v>2019-03-02</c:v>
                </c:pt>
                <c:pt idx="61">
                  <c:v>2019-03-03</c:v>
                </c:pt>
                <c:pt idx="62">
                  <c:v>2019-03-04</c:v>
                </c:pt>
                <c:pt idx="63">
                  <c:v>2019-03-05</c:v>
                </c:pt>
                <c:pt idx="64">
                  <c:v>2019-03-06</c:v>
                </c:pt>
                <c:pt idx="65">
                  <c:v>2019-03-07</c:v>
                </c:pt>
                <c:pt idx="66">
                  <c:v>2019-03-08</c:v>
                </c:pt>
                <c:pt idx="67">
                  <c:v>2019-03-09</c:v>
                </c:pt>
                <c:pt idx="68">
                  <c:v>2019-03-10</c:v>
                </c:pt>
                <c:pt idx="69">
                  <c:v>2019-03-11</c:v>
                </c:pt>
                <c:pt idx="70">
                  <c:v>2019-03-12</c:v>
                </c:pt>
                <c:pt idx="71">
                  <c:v>2019-03-13</c:v>
                </c:pt>
                <c:pt idx="72">
                  <c:v>2019-03-14</c:v>
                </c:pt>
                <c:pt idx="73">
                  <c:v>2019-03-15</c:v>
                </c:pt>
                <c:pt idx="74">
                  <c:v>2019-03-16</c:v>
                </c:pt>
                <c:pt idx="75">
                  <c:v>2019-03-17</c:v>
                </c:pt>
                <c:pt idx="76">
                  <c:v>2019-03-18</c:v>
                </c:pt>
                <c:pt idx="77">
                  <c:v>2019-03-19</c:v>
                </c:pt>
                <c:pt idx="78">
                  <c:v>2019-03-20</c:v>
                </c:pt>
                <c:pt idx="79">
                  <c:v>2019-03-21</c:v>
                </c:pt>
                <c:pt idx="80">
                  <c:v>2019-03-22</c:v>
                </c:pt>
                <c:pt idx="81">
                  <c:v>2019-03-23</c:v>
                </c:pt>
                <c:pt idx="82">
                  <c:v>2019-03-24</c:v>
                </c:pt>
                <c:pt idx="83">
                  <c:v>2019-03-25</c:v>
                </c:pt>
                <c:pt idx="84">
                  <c:v>2019-03-26</c:v>
                </c:pt>
                <c:pt idx="85">
                  <c:v>2019-03-27</c:v>
                </c:pt>
                <c:pt idx="86">
                  <c:v>2019-03-28</c:v>
                </c:pt>
                <c:pt idx="87">
                  <c:v>2019-03-29</c:v>
                </c:pt>
                <c:pt idx="88">
                  <c:v>2019-03-30</c:v>
                </c:pt>
                <c:pt idx="89">
                  <c:v>2019-03-31</c:v>
                </c:pt>
                <c:pt idx="90">
                  <c:v>2019-04-01</c:v>
                </c:pt>
                <c:pt idx="91">
                  <c:v>2019-04-02</c:v>
                </c:pt>
                <c:pt idx="92">
                  <c:v>2019-04-03</c:v>
                </c:pt>
                <c:pt idx="93">
                  <c:v>2019-04-04</c:v>
                </c:pt>
                <c:pt idx="94">
                  <c:v>2019-04-05</c:v>
                </c:pt>
                <c:pt idx="95">
                  <c:v>2019-04-06</c:v>
                </c:pt>
                <c:pt idx="96">
                  <c:v>2019-04-07</c:v>
                </c:pt>
                <c:pt idx="97">
                  <c:v>2019-04-08</c:v>
                </c:pt>
                <c:pt idx="98">
                  <c:v>2019-04-09</c:v>
                </c:pt>
                <c:pt idx="99">
                  <c:v>2019-04-10</c:v>
                </c:pt>
                <c:pt idx="100">
                  <c:v>2019-04-11</c:v>
                </c:pt>
                <c:pt idx="101">
                  <c:v>2019-04-12</c:v>
                </c:pt>
                <c:pt idx="102">
                  <c:v>2019-04-13</c:v>
                </c:pt>
                <c:pt idx="103">
                  <c:v>2019-04-14</c:v>
                </c:pt>
                <c:pt idx="104">
                  <c:v>2019-04-15</c:v>
                </c:pt>
                <c:pt idx="105">
                  <c:v>2019-04-16</c:v>
                </c:pt>
                <c:pt idx="106">
                  <c:v>2019-04-17</c:v>
                </c:pt>
                <c:pt idx="107">
                  <c:v>2019-04-18</c:v>
                </c:pt>
                <c:pt idx="108">
                  <c:v>2019-04-19</c:v>
                </c:pt>
                <c:pt idx="109">
                  <c:v>2019-04-20</c:v>
                </c:pt>
                <c:pt idx="110">
                  <c:v>2019-04-21</c:v>
                </c:pt>
                <c:pt idx="111">
                  <c:v>2019-04-22</c:v>
                </c:pt>
                <c:pt idx="112">
                  <c:v>2019-04-23</c:v>
                </c:pt>
                <c:pt idx="113">
                  <c:v>2019-04-24</c:v>
                </c:pt>
                <c:pt idx="114">
                  <c:v>2019-04-25</c:v>
                </c:pt>
                <c:pt idx="115">
                  <c:v>2019-04-26</c:v>
                </c:pt>
                <c:pt idx="116">
                  <c:v>2019-04-27</c:v>
                </c:pt>
                <c:pt idx="117">
                  <c:v>2019-04-28</c:v>
                </c:pt>
                <c:pt idx="118">
                  <c:v>2019-04-29</c:v>
                </c:pt>
                <c:pt idx="119">
                  <c:v>2019-04-30</c:v>
                </c:pt>
                <c:pt idx="120">
                  <c:v>2019-05-01</c:v>
                </c:pt>
                <c:pt idx="121">
                  <c:v>2019-05-02</c:v>
                </c:pt>
                <c:pt idx="122">
                  <c:v>2019-05-03</c:v>
                </c:pt>
                <c:pt idx="123">
                  <c:v>2019-05-04</c:v>
                </c:pt>
                <c:pt idx="124">
                  <c:v>2019-05-05</c:v>
                </c:pt>
                <c:pt idx="125">
                  <c:v>2019-05-06</c:v>
                </c:pt>
                <c:pt idx="126">
                  <c:v>2019-05-07</c:v>
                </c:pt>
                <c:pt idx="127">
                  <c:v>2019-05-08</c:v>
                </c:pt>
                <c:pt idx="128">
                  <c:v>2019-05-09</c:v>
                </c:pt>
                <c:pt idx="129">
                  <c:v>2019-05-10</c:v>
                </c:pt>
                <c:pt idx="130">
                  <c:v>2019-05-11</c:v>
                </c:pt>
                <c:pt idx="131">
                  <c:v>2019-05-12</c:v>
                </c:pt>
                <c:pt idx="132">
                  <c:v>2019-05-13</c:v>
                </c:pt>
                <c:pt idx="133">
                  <c:v>2019-05-14</c:v>
                </c:pt>
                <c:pt idx="134">
                  <c:v>2019-05-15</c:v>
                </c:pt>
                <c:pt idx="135">
                  <c:v>2019-05-16</c:v>
                </c:pt>
                <c:pt idx="136">
                  <c:v>2019-05-17</c:v>
                </c:pt>
                <c:pt idx="137">
                  <c:v>2019-05-18</c:v>
                </c:pt>
                <c:pt idx="138">
                  <c:v>2019-05-19</c:v>
                </c:pt>
                <c:pt idx="139">
                  <c:v>2019-05-20</c:v>
                </c:pt>
                <c:pt idx="140">
                  <c:v>2019-05-21</c:v>
                </c:pt>
                <c:pt idx="141">
                  <c:v>2019-05-22</c:v>
                </c:pt>
                <c:pt idx="142">
                  <c:v>2019-05-23</c:v>
                </c:pt>
                <c:pt idx="143">
                  <c:v>2019-05-24</c:v>
                </c:pt>
                <c:pt idx="144">
                  <c:v>2019-05-25</c:v>
                </c:pt>
                <c:pt idx="145">
                  <c:v>2019-05-26</c:v>
                </c:pt>
                <c:pt idx="146">
                  <c:v>2019-05-27</c:v>
                </c:pt>
                <c:pt idx="147">
                  <c:v>2019-05-28</c:v>
                </c:pt>
                <c:pt idx="148">
                  <c:v>2019-05-29</c:v>
                </c:pt>
                <c:pt idx="149">
                  <c:v>2019-05-30</c:v>
                </c:pt>
                <c:pt idx="150">
                  <c:v>2019-05-31</c:v>
                </c:pt>
                <c:pt idx="151">
                  <c:v>2019-06-01</c:v>
                </c:pt>
                <c:pt idx="152">
                  <c:v>2019-06-02</c:v>
                </c:pt>
                <c:pt idx="153">
                  <c:v>2019-06-03</c:v>
                </c:pt>
                <c:pt idx="154">
                  <c:v>2019-06-04</c:v>
                </c:pt>
                <c:pt idx="155">
                  <c:v>2019-06-05</c:v>
                </c:pt>
                <c:pt idx="156">
                  <c:v>2019-06-06</c:v>
                </c:pt>
                <c:pt idx="157">
                  <c:v>2019-06-07</c:v>
                </c:pt>
                <c:pt idx="158">
                  <c:v>2019-06-08</c:v>
                </c:pt>
                <c:pt idx="159">
                  <c:v>2019-06-09</c:v>
                </c:pt>
                <c:pt idx="160">
                  <c:v>2019-06-10</c:v>
                </c:pt>
                <c:pt idx="161">
                  <c:v>2019-06-11</c:v>
                </c:pt>
                <c:pt idx="162">
                  <c:v>2019-06-12</c:v>
                </c:pt>
                <c:pt idx="163">
                  <c:v>2019-06-13</c:v>
                </c:pt>
                <c:pt idx="164">
                  <c:v>2019-06-14</c:v>
                </c:pt>
                <c:pt idx="165">
                  <c:v>2019-06-15</c:v>
                </c:pt>
                <c:pt idx="166">
                  <c:v>2019-06-16</c:v>
                </c:pt>
                <c:pt idx="167">
                  <c:v>2019-06-17</c:v>
                </c:pt>
                <c:pt idx="168">
                  <c:v>2019-06-18</c:v>
                </c:pt>
                <c:pt idx="169">
                  <c:v>2019-06-19</c:v>
                </c:pt>
                <c:pt idx="170">
                  <c:v>2019-06-20</c:v>
                </c:pt>
                <c:pt idx="171">
                  <c:v>2019-06-21</c:v>
                </c:pt>
                <c:pt idx="172">
                  <c:v>2019-06-22</c:v>
                </c:pt>
                <c:pt idx="173">
                  <c:v>2019-06-23</c:v>
                </c:pt>
                <c:pt idx="174">
                  <c:v>2019-06-24</c:v>
                </c:pt>
                <c:pt idx="175">
                  <c:v>2019-06-25</c:v>
                </c:pt>
                <c:pt idx="176">
                  <c:v>2019-06-26</c:v>
                </c:pt>
                <c:pt idx="177">
                  <c:v>2019-06-27</c:v>
                </c:pt>
                <c:pt idx="178">
                  <c:v>2019-06-28</c:v>
                </c:pt>
                <c:pt idx="179">
                  <c:v>2019-06-29</c:v>
                </c:pt>
                <c:pt idx="180">
                  <c:v>2019-06-30</c:v>
                </c:pt>
                <c:pt idx="181">
                  <c:v>2019-07-01</c:v>
                </c:pt>
                <c:pt idx="182">
                  <c:v>2019-07-02</c:v>
                </c:pt>
                <c:pt idx="183">
                  <c:v>2019-07-03</c:v>
                </c:pt>
                <c:pt idx="184">
                  <c:v>2019-07-04</c:v>
                </c:pt>
                <c:pt idx="185">
                  <c:v>2019-07-05</c:v>
                </c:pt>
                <c:pt idx="186">
                  <c:v>2019-07-06</c:v>
                </c:pt>
                <c:pt idx="187">
                  <c:v>2019-07-07</c:v>
                </c:pt>
                <c:pt idx="188">
                  <c:v>2019-07-08</c:v>
                </c:pt>
                <c:pt idx="189">
                  <c:v>2019-07-09</c:v>
                </c:pt>
                <c:pt idx="190">
                  <c:v>2019-07-10</c:v>
                </c:pt>
                <c:pt idx="191">
                  <c:v>2019-07-11</c:v>
                </c:pt>
                <c:pt idx="192">
                  <c:v>2019-07-12</c:v>
                </c:pt>
                <c:pt idx="193">
                  <c:v>2019-07-13</c:v>
                </c:pt>
                <c:pt idx="194">
                  <c:v>2019-07-14</c:v>
                </c:pt>
                <c:pt idx="195">
                  <c:v>2019-07-15</c:v>
                </c:pt>
                <c:pt idx="196">
                  <c:v>2019-07-16</c:v>
                </c:pt>
                <c:pt idx="197">
                  <c:v>2019-07-17</c:v>
                </c:pt>
                <c:pt idx="198">
                  <c:v>2019-07-18</c:v>
                </c:pt>
                <c:pt idx="199">
                  <c:v>2019-07-19</c:v>
                </c:pt>
                <c:pt idx="200">
                  <c:v>2019-07-20</c:v>
                </c:pt>
                <c:pt idx="201">
                  <c:v>2019-07-21</c:v>
                </c:pt>
                <c:pt idx="202">
                  <c:v>2019-07-22</c:v>
                </c:pt>
                <c:pt idx="203">
                  <c:v>2019-07-23</c:v>
                </c:pt>
                <c:pt idx="204">
                  <c:v>2019-07-24</c:v>
                </c:pt>
                <c:pt idx="205">
                  <c:v>2019-07-25</c:v>
                </c:pt>
                <c:pt idx="206">
                  <c:v>2019-07-26</c:v>
                </c:pt>
                <c:pt idx="207">
                  <c:v>2019-07-27</c:v>
                </c:pt>
                <c:pt idx="208">
                  <c:v>2019-07-28</c:v>
                </c:pt>
                <c:pt idx="209">
                  <c:v>2019-07-29</c:v>
                </c:pt>
                <c:pt idx="210">
                  <c:v>2019-07-30</c:v>
                </c:pt>
                <c:pt idx="211">
                  <c:v>2019-07-31</c:v>
                </c:pt>
                <c:pt idx="212">
                  <c:v>2019-08-01</c:v>
                </c:pt>
                <c:pt idx="213">
                  <c:v>2019-08-02</c:v>
                </c:pt>
                <c:pt idx="214">
                  <c:v>2019-08-03</c:v>
                </c:pt>
                <c:pt idx="215">
                  <c:v>2019-08-04</c:v>
                </c:pt>
                <c:pt idx="216">
                  <c:v>2019-08-05</c:v>
                </c:pt>
                <c:pt idx="217">
                  <c:v>2019-08-06</c:v>
                </c:pt>
                <c:pt idx="218">
                  <c:v>2019-08-07</c:v>
                </c:pt>
                <c:pt idx="219">
                  <c:v>2019-08-08</c:v>
                </c:pt>
                <c:pt idx="220">
                  <c:v>2019-08-09</c:v>
                </c:pt>
                <c:pt idx="221">
                  <c:v>2019-08-10</c:v>
                </c:pt>
                <c:pt idx="222">
                  <c:v>2019-08-11</c:v>
                </c:pt>
                <c:pt idx="223">
                  <c:v>2019-08-12</c:v>
                </c:pt>
                <c:pt idx="224">
                  <c:v>2019-08-13</c:v>
                </c:pt>
                <c:pt idx="225">
                  <c:v>2019-08-14</c:v>
                </c:pt>
                <c:pt idx="226">
                  <c:v>2019-08-15</c:v>
                </c:pt>
                <c:pt idx="227">
                  <c:v>2019-08-16</c:v>
                </c:pt>
                <c:pt idx="228">
                  <c:v>2019-08-17</c:v>
                </c:pt>
                <c:pt idx="229">
                  <c:v>2019-08-18</c:v>
                </c:pt>
                <c:pt idx="230">
                  <c:v>2019-08-19</c:v>
                </c:pt>
                <c:pt idx="231">
                  <c:v>2019-08-20</c:v>
                </c:pt>
                <c:pt idx="232">
                  <c:v>2019-08-21</c:v>
                </c:pt>
                <c:pt idx="233">
                  <c:v>2019-08-22</c:v>
                </c:pt>
                <c:pt idx="234">
                  <c:v>2019-08-23</c:v>
                </c:pt>
                <c:pt idx="235">
                  <c:v>2019-08-24</c:v>
                </c:pt>
                <c:pt idx="236">
                  <c:v>2019-08-25</c:v>
                </c:pt>
                <c:pt idx="237">
                  <c:v>2019-08-26</c:v>
                </c:pt>
                <c:pt idx="238">
                  <c:v>2019-08-27</c:v>
                </c:pt>
                <c:pt idx="239">
                  <c:v>2019-08-28</c:v>
                </c:pt>
                <c:pt idx="240">
                  <c:v>2019-08-29</c:v>
                </c:pt>
                <c:pt idx="241">
                  <c:v>2019-08-30</c:v>
                </c:pt>
                <c:pt idx="242">
                  <c:v>2019-08-31</c:v>
                </c:pt>
                <c:pt idx="243">
                  <c:v>2019-09-01</c:v>
                </c:pt>
                <c:pt idx="244">
                  <c:v>2019-09-02</c:v>
                </c:pt>
                <c:pt idx="245">
                  <c:v>2019-09-03</c:v>
                </c:pt>
                <c:pt idx="246">
                  <c:v>2019-09-04</c:v>
                </c:pt>
                <c:pt idx="247">
                  <c:v>2019-09-05</c:v>
                </c:pt>
                <c:pt idx="248">
                  <c:v>2019-09-06</c:v>
                </c:pt>
                <c:pt idx="249">
                  <c:v>2019-09-07</c:v>
                </c:pt>
                <c:pt idx="250">
                  <c:v>2019-09-08</c:v>
                </c:pt>
                <c:pt idx="251">
                  <c:v>2019-09-09</c:v>
                </c:pt>
                <c:pt idx="252">
                  <c:v>2019-09-10</c:v>
                </c:pt>
                <c:pt idx="253">
                  <c:v>2019-09-11</c:v>
                </c:pt>
                <c:pt idx="254">
                  <c:v>2019-09-12</c:v>
                </c:pt>
                <c:pt idx="255">
                  <c:v>2019-09-13</c:v>
                </c:pt>
                <c:pt idx="256">
                  <c:v>2019-09-14</c:v>
                </c:pt>
                <c:pt idx="257">
                  <c:v>2019-09-15</c:v>
                </c:pt>
                <c:pt idx="258">
                  <c:v>2019-09-16</c:v>
                </c:pt>
                <c:pt idx="259">
                  <c:v>2019-09-17</c:v>
                </c:pt>
                <c:pt idx="260">
                  <c:v>2019-09-18</c:v>
                </c:pt>
                <c:pt idx="261">
                  <c:v>2019-09-19</c:v>
                </c:pt>
                <c:pt idx="262">
                  <c:v>2019-09-20</c:v>
                </c:pt>
                <c:pt idx="263">
                  <c:v>2019-09-21</c:v>
                </c:pt>
                <c:pt idx="264">
                  <c:v>2019-09-22</c:v>
                </c:pt>
                <c:pt idx="265">
                  <c:v>2019-09-23</c:v>
                </c:pt>
                <c:pt idx="266">
                  <c:v>2019-09-24</c:v>
                </c:pt>
                <c:pt idx="267">
                  <c:v>2019-09-25</c:v>
                </c:pt>
                <c:pt idx="268">
                  <c:v>2019-09-26</c:v>
                </c:pt>
                <c:pt idx="269">
                  <c:v>2019-09-27</c:v>
                </c:pt>
                <c:pt idx="270">
                  <c:v>2019-09-28</c:v>
                </c:pt>
                <c:pt idx="271">
                  <c:v>2019-09-29</c:v>
                </c:pt>
                <c:pt idx="272">
                  <c:v>2019-09-30</c:v>
                </c:pt>
                <c:pt idx="273">
                  <c:v>2019-10-01</c:v>
                </c:pt>
                <c:pt idx="274">
                  <c:v>2019-10-02</c:v>
                </c:pt>
                <c:pt idx="275">
                  <c:v>2019-10-03</c:v>
                </c:pt>
                <c:pt idx="276">
                  <c:v>2019-10-04</c:v>
                </c:pt>
                <c:pt idx="277">
                  <c:v>2019-10-05</c:v>
                </c:pt>
                <c:pt idx="278">
                  <c:v>2019-10-06</c:v>
                </c:pt>
                <c:pt idx="279">
                  <c:v>2019-10-07</c:v>
                </c:pt>
                <c:pt idx="280">
                  <c:v>2019-10-08</c:v>
                </c:pt>
                <c:pt idx="281">
                  <c:v>2019-10-09</c:v>
                </c:pt>
                <c:pt idx="282">
                  <c:v>2019-10-10</c:v>
                </c:pt>
                <c:pt idx="283">
                  <c:v>2019-10-11</c:v>
                </c:pt>
                <c:pt idx="284">
                  <c:v>2019-10-12</c:v>
                </c:pt>
                <c:pt idx="285">
                  <c:v>2019-10-13</c:v>
                </c:pt>
                <c:pt idx="286">
                  <c:v>2019-10-14</c:v>
                </c:pt>
                <c:pt idx="287">
                  <c:v>2019-10-15</c:v>
                </c:pt>
                <c:pt idx="288">
                  <c:v>2019-10-16</c:v>
                </c:pt>
                <c:pt idx="289">
                  <c:v>2019-10-17</c:v>
                </c:pt>
                <c:pt idx="290">
                  <c:v>2019-10-18</c:v>
                </c:pt>
                <c:pt idx="291">
                  <c:v>2019-10-19</c:v>
                </c:pt>
                <c:pt idx="292">
                  <c:v>2019-10-20</c:v>
                </c:pt>
                <c:pt idx="293">
                  <c:v>2019-10-21</c:v>
                </c:pt>
                <c:pt idx="294">
                  <c:v>2019-10-22</c:v>
                </c:pt>
                <c:pt idx="295">
                  <c:v>2019-10-23</c:v>
                </c:pt>
                <c:pt idx="296">
                  <c:v>2019-10-24</c:v>
                </c:pt>
                <c:pt idx="297">
                  <c:v>2019-10-25</c:v>
                </c:pt>
                <c:pt idx="298">
                  <c:v>2019-10-26</c:v>
                </c:pt>
                <c:pt idx="299">
                  <c:v>2019-10-27</c:v>
                </c:pt>
                <c:pt idx="300">
                  <c:v>2019-10-28</c:v>
                </c:pt>
                <c:pt idx="301">
                  <c:v>2019-10-29</c:v>
                </c:pt>
                <c:pt idx="302">
                  <c:v>2019-10-30</c:v>
                </c:pt>
                <c:pt idx="303">
                  <c:v>2019-10-31</c:v>
                </c:pt>
                <c:pt idx="304">
                  <c:v>2019-11-01</c:v>
                </c:pt>
                <c:pt idx="305">
                  <c:v>2019-11-02</c:v>
                </c:pt>
                <c:pt idx="306">
                  <c:v>2019-11-03</c:v>
                </c:pt>
                <c:pt idx="307">
                  <c:v>2019-11-04</c:v>
                </c:pt>
                <c:pt idx="308">
                  <c:v>2019-11-05</c:v>
                </c:pt>
                <c:pt idx="309">
                  <c:v>2019-11-06</c:v>
                </c:pt>
                <c:pt idx="310">
                  <c:v>2019-11-07</c:v>
                </c:pt>
                <c:pt idx="311">
                  <c:v>2019-11-08</c:v>
                </c:pt>
                <c:pt idx="312">
                  <c:v>2019-11-09</c:v>
                </c:pt>
                <c:pt idx="313">
                  <c:v>2019-11-10</c:v>
                </c:pt>
                <c:pt idx="314">
                  <c:v>2019-11-11</c:v>
                </c:pt>
                <c:pt idx="315">
                  <c:v>2019-11-12</c:v>
                </c:pt>
                <c:pt idx="316">
                  <c:v>2019-11-13</c:v>
                </c:pt>
                <c:pt idx="317">
                  <c:v>2019-11-14</c:v>
                </c:pt>
                <c:pt idx="318">
                  <c:v>2019-11-15</c:v>
                </c:pt>
                <c:pt idx="319">
                  <c:v>2019-11-16</c:v>
                </c:pt>
                <c:pt idx="320">
                  <c:v>2019-11-17</c:v>
                </c:pt>
                <c:pt idx="321">
                  <c:v>2019-11-18</c:v>
                </c:pt>
                <c:pt idx="322">
                  <c:v>2019-11-19</c:v>
                </c:pt>
                <c:pt idx="323">
                  <c:v>2019-11-20</c:v>
                </c:pt>
                <c:pt idx="324">
                  <c:v>2019-11-21</c:v>
                </c:pt>
                <c:pt idx="325">
                  <c:v>2019-11-22</c:v>
                </c:pt>
                <c:pt idx="326">
                  <c:v>2019-11-23</c:v>
                </c:pt>
                <c:pt idx="327">
                  <c:v>2019-11-24</c:v>
                </c:pt>
                <c:pt idx="328">
                  <c:v>2019-11-25</c:v>
                </c:pt>
                <c:pt idx="329">
                  <c:v>2019-11-26</c:v>
                </c:pt>
                <c:pt idx="330">
                  <c:v>2019-11-27</c:v>
                </c:pt>
                <c:pt idx="331">
                  <c:v>2019-11-28</c:v>
                </c:pt>
                <c:pt idx="332">
                  <c:v>2019-11-29</c:v>
                </c:pt>
                <c:pt idx="333">
                  <c:v>2019-11-30</c:v>
                </c:pt>
                <c:pt idx="334">
                  <c:v>2019-12-01</c:v>
                </c:pt>
                <c:pt idx="335">
                  <c:v>2019-12-02</c:v>
                </c:pt>
                <c:pt idx="336">
                  <c:v>2019-12-03</c:v>
                </c:pt>
                <c:pt idx="337">
                  <c:v>2019-12-04</c:v>
                </c:pt>
                <c:pt idx="338">
                  <c:v>2019-12-05</c:v>
                </c:pt>
                <c:pt idx="339">
                  <c:v>2019-12-06</c:v>
                </c:pt>
                <c:pt idx="340">
                  <c:v>2019-12-07</c:v>
                </c:pt>
                <c:pt idx="341">
                  <c:v>2019-12-08</c:v>
                </c:pt>
                <c:pt idx="342">
                  <c:v>2019-12-09</c:v>
                </c:pt>
                <c:pt idx="343">
                  <c:v>2019-12-10</c:v>
                </c:pt>
                <c:pt idx="344">
                  <c:v>2019-12-11</c:v>
                </c:pt>
                <c:pt idx="345">
                  <c:v>2019-12-12</c:v>
                </c:pt>
                <c:pt idx="346">
                  <c:v>2019-12-13</c:v>
                </c:pt>
                <c:pt idx="347">
                  <c:v>2019-12-14</c:v>
                </c:pt>
                <c:pt idx="348">
                  <c:v>2019-12-15</c:v>
                </c:pt>
                <c:pt idx="349">
                  <c:v>2019-12-16</c:v>
                </c:pt>
                <c:pt idx="350">
                  <c:v>2019-12-17</c:v>
                </c:pt>
                <c:pt idx="351">
                  <c:v>2019-12-18</c:v>
                </c:pt>
                <c:pt idx="352">
                  <c:v>2019-12-19</c:v>
                </c:pt>
                <c:pt idx="353">
                  <c:v>2019-12-20</c:v>
                </c:pt>
                <c:pt idx="354">
                  <c:v>2019-12-21</c:v>
                </c:pt>
                <c:pt idx="355">
                  <c:v>2019-12-22</c:v>
                </c:pt>
                <c:pt idx="356">
                  <c:v>2019-12-23</c:v>
                </c:pt>
                <c:pt idx="357">
                  <c:v>2019-12-24</c:v>
                </c:pt>
                <c:pt idx="358">
                  <c:v>2019-12-25</c:v>
                </c:pt>
                <c:pt idx="359">
                  <c:v>2019-12-26</c:v>
                </c:pt>
                <c:pt idx="360">
                  <c:v>2019-12-27</c:v>
                </c:pt>
                <c:pt idx="361">
                  <c:v>2019-12-28</c:v>
                </c:pt>
                <c:pt idx="362">
                  <c:v>2019-12-29</c:v>
                </c:pt>
                <c:pt idx="363">
                  <c:v>2019-12-30</c:v>
                </c:pt>
                <c:pt idx="364">
                  <c:v>2019-12-31</c:v>
                </c:pt>
                <c:pt idx="365">
                  <c:v>2020-01-01</c:v>
                </c:pt>
                <c:pt idx="366">
                  <c:v>2020-01-02</c:v>
                </c:pt>
                <c:pt idx="367">
                  <c:v>2020-01-03</c:v>
                </c:pt>
                <c:pt idx="368">
                  <c:v>2020-01-04</c:v>
                </c:pt>
                <c:pt idx="369">
                  <c:v>2020-01-05</c:v>
                </c:pt>
                <c:pt idx="370">
                  <c:v>2020-01-06</c:v>
                </c:pt>
                <c:pt idx="371">
                  <c:v>2020-01-07</c:v>
                </c:pt>
                <c:pt idx="372">
                  <c:v>2020-01-08</c:v>
                </c:pt>
                <c:pt idx="373">
                  <c:v>2020-01-09</c:v>
                </c:pt>
                <c:pt idx="374">
                  <c:v>2020-01-10</c:v>
                </c:pt>
                <c:pt idx="375">
                  <c:v>2020-01-11</c:v>
                </c:pt>
                <c:pt idx="376">
                  <c:v>2020-01-12</c:v>
                </c:pt>
                <c:pt idx="377">
                  <c:v>2020-01-13</c:v>
                </c:pt>
                <c:pt idx="378">
                  <c:v>2020-01-14</c:v>
                </c:pt>
                <c:pt idx="379">
                  <c:v>2020-01-15</c:v>
                </c:pt>
                <c:pt idx="380">
                  <c:v>2020-01-16</c:v>
                </c:pt>
                <c:pt idx="381">
                  <c:v>2020-01-17</c:v>
                </c:pt>
                <c:pt idx="382">
                  <c:v>2020-01-18</c:v>
                </c:pt>
                <c:pt idx="383">
                  <c:v>2020-01-19</c:v>
                </c:pt>
                <c:pt idx="384">
                  <c:v>2020-01-20</c:v>
                </c:pt>
                <c:pt idx="385">
                  <c:v>2020-01-21</c:v>
                </c:pt>
                <c:pt idx="386">
                  <c:v>2020-01-22</c:v>
                </c:pt>
                <c:pt idx="387">
                  <c:v>2020-01-23</c:v>
                </c:pt>
                <c:pt idx="388">
                  <c:v>2020-01-24</c:v>
                </c:pt>
                <c:pt idx="389">
                  <c:v>2020-01-25</c:v>
                </c:pt>
                <c:pt idx="390">
                  <c:v>2020-01-26</c:v>
                </c:pt>
                <c:pt idx="391">
                  <c:v>2020-01-27</c:v>
                </c:pt>
                <c:pt idx="392">
                  <c:v>2020-01-28</c:v>
                </c:pt>
                <c:pt idx="393">
                  <c:v>2020-01-29</c:v>
                </c:pt>
                <c:pt idx="394">
                  <c:v>2020-01-30</c:v>
                </c:pt>
                <c:pt idx="395">
                  <c:v>2020-01-31</c:v>
                </c:pt>
                <c:pt idx="396">
                  <c:v>2020-02-01</c:v>
                </c:pt>
                <c:pt idx="397">
                  <c:v>2020-02-02</c:v>
                </c:pt>
                <c:pt idx="398">
                  <c:v>2020-02-03</c:v>
                </c:pt>
                <c:pt idx="399">
                  <c:v>2020-02-04</c:v>
                </c:pt>
                <c:pt idx="400">
                  <c:v>2020-02-05</c:v>
                </c:pt>
                <c:pt idx="401">
                  <c:v>2020-02-06</c:v>
                </c:pt>
                <c:pt idx="402">
                  <c:v>2020-02-07</c:v>
                </c:pt>
                <c:pt idx="403">
                  <c:v>2020-02-08</c:v>
                </c:pt>
                <c:pt idx="404">
                  <c:v>2020-02-09</c:v>
                </c:pt>
                <c:pt idx="405">
                  <c:v>2020-02-10</c:v>
                </c:pt>
                <c:pt idx="406">
                  <c:v>2020-02-11</c:v>
                </c:pt>
                <c:pt idx="407">
                  <c:v>2020-02-12</c:v>
                </c:pt>
                <c:pt idx="408">
                  <c:v>2020-02-13</c:v>
                </c:pt>
                <c:pt idx="409">
                  <c:v>2020-02-14</c:v>
                </c:pt>
                <c:pt idx="410">
                  <c:v>2020-02-15</c:v>
                </c:pt>
                <c:pt idx="411">
                  <c:v>2020-02-16</c:v>
                </c:pt>
                <c:pt idx="412">
                  <c:v>2020-02-17</c:v>
                </c:pt>
                <c:pt idx="413">
                  <c:v>2020-02-18</c:v>
                </c:pt>
                <c:pt idx="414">
                  <c:v>2020-02-19</c:v>
                </c:pt>
                <c:pt idx="415">
                  <c:v>2020-02-20</c:v>
                </c:pt>
                <c:pt idx="416">
                  <c:v>2020-02-21</c:v>
                </c:pt>
                <c:pt idx="417">
                  <c:v>2020-02-22</c:v>
                </c:pt>
                <c:pt idx="418">
                  <c:v>2020-02-23</c:v>
                </c:pt>
                <c:pt idx="419">
                  <c:v>2020-02-24</c:v>
                </c:pt>
                <c:pt idx="420">
                  <c:v>2020-02-25</c:v>
                </c:pt>
                <c:pt idx="421">
                  <c:v>2020-02-26</c:v>
                </c:pt>
                <c:pt idx="422">
                  <c:v>2020-02-27</c:v>
                </c:pt>
                <c:pt idx="423">
                  <c:v>2020-02-28</c:v>
                </c:pt>
                <c:pt idx="424">
                  <c:v>2020-02-29</c:v>
                </c:pt>
                <c:pt idx="425">
                  <c:v>2020-03-01</c:v>
                </c:pt>
                <c:pt idx="426">
                  <c:v>2020-03-02</c:v>
                </c:pt>
                <c:pt idx="427">
                  <c:v>2020-03-03</c:v>
                </c:pt>
                <c:pt idx="428">
                  <c:v>2020-03-04</c:v>
                </c:pt>
                <c:pt idx="429">
                  <c:v>2020-03-05</c:v>
                </c:pt>
                <c:pt idx="430">
                  <c:v>2020-03-06</c:v>
                </c:pt>
                <c:pt idx="431">
                  <c:v>2020-03-07</c:v>
                </c:pt>
                <c:pt idx="432">
                  <c:v>2020-03-08</c:v>
                </c:pt>
                <c:pt idx="433">
                  <c:v>2020-03-09</c:v>
                </c:pt>
                <c:pt idx="434">
                  <c:v>2020-03-10</c:v>
                </c:pt>
                <c:pt idx="435">
                  <c:v>2020-03-11</c:v>
                </c:pt>
                <c:pt idx="436">
                  <c:v>2020-03-12</c:v>
                </c:pt>
                <c:pt idx="437">
                  <c:v>2020-03-13</c:v>
                </c:pt>
                <c:pt idx="438">
                  <c:v>2020-03-14</c:v>
                </c:pt>
                <c:pt idx="439">
                  <c:v>2020-03-15</c:v>
                </c:pt>
                <c:pt idx="440">
                  <c:v>2020-03-16</c:v>
                </c:pt>
                <c:pt idx="441">
                  <c:v>2020-03-17</c:v>
                </c:pt>
                <c:pt idx="442">
                  <c:v>2020-03-18</c:v>
                </c:pt>
                <c:pt idx="443">
                  <c:v>2020-03-19</c:v>
                </c:pt>
                <c:pt idx="444">
                  <c:v>2020-03-20</c:v>
                </c:pt>
                <c:pt idx="445">
                  <c:v>2020-03-21</c:v>
                </c:pt>
                <c:pt idx="446">
                  <c:v>2020-03-22</c:v>
                </c:pt>
                <c:pt idx="447">
                  <c:v>2020-03-23</c:v>
                </c:pt>
                <c:pt idx="448">
                  <c:v>2020-03-24</c:v>
                </c:pt>
                <c:pt idx="449">
                  <c:v>2020-03-25</c:v>
                </c:pt>
                <c:pt idx="450">
                  <c:v>2020-03-26</c:v>
                </c:pt>
                <c:pt idx="451">
                  <c:v>2020-03-27</c:v>
                </c:pt>
                <c:pt idx="452">
                  <c:v>2020-03-28</c:v>
                </c:pt>
                <c:pt idx="453">
                  <c:v>2020-03-29</c:v>
                </c:pt>
                <c:pt idx="454">
                  <c:v>2020-03-30</c:v>
                </c:pt>
                <c:pt idx="455">
                  <c:v>2020-03-31</c:v>
                </c:pt>
                <c:pt idx="456">
                  <c:v>2020-04-01</c:v>
                </c:pt>
                <c:pt idx="457">
                  <c:v>2020-04-02</c:v>
                </c:pt>
                <c:pt idx="458">
                  <c:v>2020-04-03</c:v>
                </c:pt>
                <c:pt idx="459">
                  <c:v>2020-04-04</c:v>
                </c:pt>
                <c:pt idx="460">
                  <c:v>2020-04-05</c:v>
                </c:pt>
                <c:pt idx="461">
                  <c:v>2020-04-06</c:v>
                </c:pt>
                <c:pt idx="462">
                  <c:v>2020-04-07</c:v>
                </c:pt>
                <c:pt idx="463">
                  <c:v>2020-04-08</c:v>
                </c:pt>
                <c:pt idx="464">
                  <c:v>2020-04-09</c:v>
                </c:pt>
                <c:pt idx="465">
                  <c:v>2020-04-10</c:v>
                </c:pt>
                <c:pt idx="466">
                  <c:v>2020-04-11</c:v>
                </c:pt>
                <c:pt idx="467">
                  <c:v>2020-04-12</c:v>
                </c:pt>
                <c:pt idx="468">
                  <c:v>2020-04-13</c:v>
                </c:pt>
                <c:pt idx="469">
                  <c:v>2020-04-14</c:v>
                </c:pt>
                <c:pt idx="470">
                  <c:v>2020-04-15</c:v>
                </c:pt>
                <c:pt idx="471">
                  <c:v>2020-04-16</c:v>
                </c:pt>
                <c:pt idx="472">
                  <c:v>2020-04-17</c:v>
                </c:pt>
                <c:pt idx="473">
                  <c:v>2020-04-18</c:v>
                </c:pt>
                <c:pt idx="474">
                  <c:v>2020-04-19</c:v>
                </c:pt>
                <c:pt idx="475">
                  <c:v>2020-04-20</c:v>
                </c:pt>
                <c:pt idx="476">
                  <c:v>2020-04-21</c:v>
                </c:pt>
                <c:pt idx="477">
                  <c:v>2020-04-22</c:v>
                </c:pt>
                <c:pt idx="478">
                  <c:v>2020-04-23</c:v>
                </c:pt>
                <c:pt idx="479">
                  <c:v>2020-04-24</c:v>
                </c:pt>
                <c:pt idx="480">
                  <c:v>2020-04-25</c:v>
                </c:pt>
                <c:pt idx="481">
                  <c:v>2020-04-26</c:v>
                </c:pt>
                <c:pt idx="482">
                  <c:v>2020-04-27</c:v>
                </c:pt>
                <c:pt idx="483">
                  <c:v>2020-04-28</c:v>
                </c:pt>
                <c:pt idx="484">
                  <c:v>2020-04-29</c:v>
                </c:pt>
                <c:pt idx="485">
                  <c:v>2020-04-30</c:v>
                </c:pt>
                <c:pt idx="486">
                  <c:v>2020-05-01</c:v>
                </c:pt>
                <c:pt idx="487">
                  <c:v>2020-05-02</c:v>
                </c:pt>
                <c:pt idx="488">
                  <c:v>2020-05-03</c:v>
                </c:pt>
                <c:pt idx="489">
                  <c:v>2020-05-04</c:v>
                </c:pt>
                <c:pt idx="490">
                  <c:v>2020-05-05</c:v>
                </c:pt>
                <c:pt idx="491">
                  <c:v>2020-05-06</c:v>
                </c:pt>
                <c:pt idx="492">
                  <c:v>2020-05-07</c:v>
                </c:pt>
                <c:pt idx="493">
                  <c:v>2020-05-08</c:v>
                </c:pt>
                <c:pt idx="494">
                  <c:v>2020-05-09</c:v>
                </c:pt>
                <c:pt idx="495">
                  <c:v>2020-05-10</c:v>
                </c:pt>
                <c:pt idx="496">
                  <c:v>2020-05-11</c:v>
                </c:pt>
                <c:pt idx="497">
                  <c:v>2020-05-12</c:v>
                </c:pt>
                <c:pt idx="498">
                  <c:v>2020-05-13</c:v>
                </c:pt>
                <c:pt idx="499">
                  <c:v>2020-05-14</c:v>
                </c:pt>
                <c:pt idx="500">
                  <c:v>2020-05-15</c:v>
                </c:pt>
                <c:pt idx="501">
                  <c:v>2020-05-16</c:v>
                </c:pt>
                <c:pt idx="502">
                  <c:v>2020-05-17</c:v>
                </c:pt>
                <c:pt idx="503">
                  <c:v>2020-05-18</c:v>
                </c:pt>
                <c:pt idx="504">
                  <c:v>2020-05-19</c:v>
                </c:pt>
                <c:pt idx="505">
                  <c:v>2020-05-20</c:v>
                </c:pt>
                <c:pt idx="506">
                  <c:v>2020-05-21</c:v>
                </c:pt>
                <c:pt idx="507">
                  <c:v>2020-05-22</c:v>
                </c:pt>
                <c:pt idx="508">
                  <c:v>2020-05-23</c:v>
                </c:pt>
                <c:pt idx="509">
                  <c:v>2020-05-24</c:v>
                </c:pt>
                <c:pt idx="510">
                  <c:v>2020-05-25</c:v>
                </c:pt>
                <c:pt idx="511">
                  <c:v>2020-05-26</c:v>
                </c:pt>
                <c:pt idx="512">
                  <c:v>2020-05-27</c:v>
                </c:pt>
                <c:pt idx="513">
                  <c:v>2020-05-28</c:v>
                </c:pt>
                <c:pt idx="514">
                  <c:v>2020-05-29</c:v>
                </c:pt>
                <c:pt idx="515">
                  <c:v>2020-05-30</c:v>
                </c:pt>
                <c:pt idx="516">
                  <c:v>2020-05-31</c:v>
                </c:pt>
                <c:pt idx="517">
                  <c:v>2020-06-01</c:v>
                </c:pt>
                <c:pt idx="518">
                  <c:v>2020-06-02</c:v>
                </c:pt>
                <c:pt idx="519">
                  <c:v>2020-06-03</c:v>
                </c:pt>
                <c:pt idx="520">
                  <c:v>2020-06-04</c:v>
                </c:pt>
                <c:pt idx="521">
                  <c:v>2020-06-05</c:v>
                </c:pt>
                <c:pt idx="522">
                  <c:v>2020-06-06</c:v>
                </c:pt>
                <c:pt idx="523">
                  <c:v>2020-06-07</c:v>
                </c:pt>
                <c:pt idx="524">
                  <c:v>2020-06-08</c:v>
                </c:pt>
                <c:pt idx="525">
                  <c:v>2020-06-09</c:v>
                </c:pt>
                <c:pt idx="526">
                  <c:v>2020-06-10</c:v>
                </c:pt>
                <c:pt idx="527">
                  <c:v>2020-06-11</c:v>
                </c:pt>
                <c:pt idx="528">
                  <c:v>2020-06-12</c:v>
                </c:pt>
                <c:pt idx="529">
                  <c:v>2020-06-13</c:v>
                </c:pt>
                <c:pt idx="530">
                  <c:v>2020-06-14</c:v>
                </c:pt>
                <c:pt idx="531">
                  <c:v>2020-06-15</c:v>
                </c:pt>
                <c:pt idx="532">
                  <c:v>2020-06-16</c:v>
                </c:pt>
                <c:pt idx="533">
                  <c:v>2020-06-17</c:v>
                </c:pt>
                <c:pt idx="534">
                  <c:v>2020-06-18</c:v>
                </c:pt>
                <c:pt idx="535">
                  <c:v>2020-06-19</c:v>
                </c:pt>
                <c:pt idx="536">
                  <c:v>2020-06-20</c:v>
                </c:pt>
                <c:pt idx="537">
                  <c:v>2020-06-21</c:v>
                </c:pt>
                <c:pt idx="538">
                  <c:v>2020-06-22</c:v>
                </c:pt>
                <c:pt idx="539">
                  <c:v>2020-06-23</c:v>
                </c:pt>
                <c:pt idx="540">
                  <c:v>2020-06-24</c:v>
                </c:pt>
                <c:pt idx="541">
                  <c:v>2020-06-25</c:v>
                </c:pt>
                <c:pt idx="542">
                  <c:v>2020-06-26</c:v>
                </c:pt>
                <c:pt idx="543">
                  <c:v>2020-06-27</c:v>
                </c:pt>
                <c:pt idx="544">
                  <c:v>2020-06-28</c:v>
                </c:pt>
                <c:pt idx="545">
                  <c:v>2020-06-29</c:v>
                </c:pt>
                <c:pt idx="546">
                  <c:v>2020-06-30</c:v>
                </c:pt>
                <c:pt idx="547">
                  <c:v>2020-07-01</c:v>
                </c:pt>
                <c:pt idx="548">
                  <c:v>2020-07-02</c:v>
                </c:pt>
                <c:pt idx="549">
                  <c:v>2020-07-03</c:v>
                </c:pt>
                <c:pt idx="550">
                  <c:v>2020-07-04</c:v>
                </c:pt>
                <c:pt idx="551">
                  <c:v>2020-07-05</c:v>
                </c:pt>
                <c:pt idx="552">
                  <c:v>2020-07-06</c:v>
                </c:pt>
                <c:pt idx="553">
                  <c:v>2020-07-07</c:v>
                </c:pt>
                <c:pt idx="554">
                  <c:v>2020-07-08</c:v>
                </c:pt>
                <c:pt idx="555">
                  <c:v>2020-07-09</c:v>
                </c:pt>
                <c:pt idx="556">
                  <c:v>2020-07-10</c:v>
                </c:pt>
                <c:pt idx="557">
                  <c:v>2020-07-11</c:v>
                </c:pt>
                <c:pt idx="558">
                  <c:v>2020-07-12</c:v>
                </c:pt>
                <c:pt idx="559">
                  <c:v>2020-07-13</c:v>
                </c:pt>
                <c:pt idx="560">
                  <c:v>2020-07-14</c:v>
                </c:pt>
                <c:pt idx="561">
                  <c:v>2020-07-15</c:v>
                </c:pt>
                <c:pt idx="562">
                  <c:v>2020-07-16</c:v>
                </c:pt>
                <c:pt idx="563">
                  <c:v>2020-07-17</c:v>
                </c:pt>
                <c:pt idx="564">
                  <c:v>2020-07-18</c:v>
                </c:pt>
                <c:pt idx="565">
                  <c:v>2020-07-19</c:v>
                </c:pt>
                <c:pt idx="566">
                  <c:v>2020-07-20</c:v>
                </c:pt>
                <c:pt idx="567">
                  <c:v>2020-07-21</c:v>
                </c:pt>
                <c:pt idx="568">
                  <c:v>2020-07-22</c:v>
                </c:pt>
                <c:pt idx="569">
                  <c:v>2020-07-23</c:v>
                </c:pt>
                <c:pt idx="570">
                  <c:v>2020-07-24</c:v>
                </c:pt>
                <c:pt idx="571">
                  <c:v>2020-07-25</c:v>
                </c:pt>
                <c:pt idx="572">
                  <c:v>2020-07-26</c:v>
                </c:pt>
                <c:pt idx="573">
                  <c:v>2020-07-27</c:v>
                </c:pt>
                <c:pt idx="574">
                  <c:v>2020-07-28</c:v>
                </c:pt>
                <c:pt idx="575">
                  <c:v>2020-07-29</c:v>
                </c:pt>
                <c:pt idx="576">
                  <c:v>2020-07-30</c:v>
                </c:pt>
                <c:pt idx="577">
                  <c:v>2020-07-31</c:v>
                </c:pt>
                <c:pt idx="578">
                  <c:v>2020-08-01</c:v>
                </c:pt>
                <c:pt idx="579">
                  <c:v>2020-08-02</c:v>
                </c:pt>
                <c:pt idx="580">
                  <c:v>2020-08-03</c:v>
                </c:pt>
                <c:pt idx="581">
                  <c:v>2020-08-04</c:v>
                </c:pt>
                <c:pt idx="582">
                  <c:v>2020-08-05</c:v>
                </c:pt>
                <c:pt idx="583">
                  <c:v>2020-08-06</c:v>
                </c:pt>
                <c:pt idx="584">
                  <c:v>2020-08-07</c:v>
                </c:pt>
                <c:pt idx="585">
                  <c:v>2020-08-08</c:v>
                </c:pt>
                <c:pt idx="586">
                  <c:v>2020-08-09</c:v>
                </c:pt>
                <c:pt idx="587">
                  <c:v>2020-08-10</c:v>
                </c:pt>
                <c:pt idx="588">
                  <c:v>2020-08-11</c:v>
                </c:pt>
                <c:pt idx="589">
                  <c:v>2020-08-12</c:v>
                </c:pt>
                <c:pt idx="590">
                  <c:v>2020-08-13</c:v>
                </c:pt>
                <c:pt idx="591">
                  <c:v>2020-08-14</c:v>
                </c:pt>
                <c:pt idx="592">
                  <c:v>2020-08-15</c:v>
                </c:pt>
                <c:pt idx="593">
                  <c:v>2020-08-16</c:v>
                </c:pt>
                <c:pt idx="594">
                  <c:v>2020-08-17</c:v>
                </c:pt>
                <c:pt idx="595">
                  <c:v>2020-08-18</c:v>
                </c:pt>
                <c:pt idx="596">
                  <c:v>2020-08-19</c:v>
                </c:pt>
                <c:pt idx="597">
                  <c:v>2020-08-20</c:v>
                </c:pt>
                <c:pt idx="598">
                  <c:v>2020-08-21</c:v>
                </c:pt>
                <c:pt idx="599">
                  <c:v>2020-08-22</c:v>
                </c:pt>
                <c:pt idx="600">
                  <c:v>2020-08-23</c:v>
                </c:pt>
                <c:pt idx="601">
                  <c:v>2020-08-24</c:v>
                </c:pt>
                <c:pt idx="602">
                  <c:v>2020-08-25</c:v>
                </c:pt>
                <c:pt idx="603">
                  <c:v>2020-08-26</c:v>
                </c:pt>
                <c:pt idx="604">
                  <c:v>2020-08-27</c:v>
                </c:pt>
                <c:pt idx="605">
                  <c:v>2020-08-28</c:v>
                </c:pt>
                <c:pt idx="606">
                  <c:v>2020-08-29</c:v>
                </c:pt>
                <c:pt idx="607">
                  <c:v>2020-08-30</c:v>
                </c:pt>
                <c:pt idx="608">
                  <c:v>2020-08-31</c:v>
                </c:pt>
                <c:pt idx="609">
                  <c:v>2020-09-01</c:v>
                </c:pt>
                <c:pt idx="610">
                  <c:v>2020-09-02</c:v>
                </c:pt>
                <c:pt idx="611">
                  <c:v>2020-09-03</c:v>
                </c:pt>
                <c:pt idx="612">
                  <c:v>2020-09-04</c:v>
                </c:pt>
                <c:pt idx="613">
                  <c:v>2020-09-05</c:v>
                </c:pt>
                <c:pt idx="614">
                  <c:v>2020-09-06</c:v>
                </c:pt>
                <c:pt idx="615">
                  <c:v>2020-09-07</c:v>
                </c:pt>
                <c:pt idx="616">
                  <c:v>2020-09-08</c:v>
                </c:pt>
                <c:pt idx="617">
                  <c:v>2020-09-09</c:v>
                </c:pt>
                <c:pt idx="618">
                  <c:v>2020-09-10</c:v>
                </c:pt>
                <c:pt idx="619">
                  <c:v>2020-09-11</c:v>
                </c:pt>
                <c:pt idx="620">
                  <c:v>2020-09-12</c:v>
                </c:pt>
                <c:pt idx="621">
                  <c:v>2020-09-13</c:v>
                </c:pt>
                <c:pt idx="622">
                  <c:v>2020-09-14</c:v>
                </c:pt>
                <c:pt idx="623">
                  <c:v>2020-09-15</c:v>
                </c:pt>
                <c:pt idx="624">
                  <c:v>2020-09-16</c:v>
                </c:pt>
                <c:pt idx="625">
                  <c:v>2020-09-17</c:v>
                </c:pt>
                <c:pt idx="626">
                  <c:v>2020-09-18</c:v>
                </c:pt>
                <c:pt idx="627">
                  <c:v>2020-09-19</c:v>
                </c:pt>
                <c:pt idx="628">
                  <c:v>2020-09-20</c:v>
                </c:pt>
                <c:pt idx="629">
                  <c:v>2020-09-21</c:v>
                </c:pt>
                <c:pt idx="630">
                  <c:v>2020-09-22</c:v>
                </c:pt>
                <c:pt idx="631">
                  <c:v>2020-09-23</c:v>
                </c:pt>
                <c:pt idx="632">
                  <c:v>2020-09-24</c:v>
                </c:pt>
                <c:pt idx="633">
                  <c:v>2020-09-25</c:v>
                </c:pt>
                <c:pt idx="634">
                  <c:v>2020-09-26</c:v>
                </c:pt>
                <c:pt idx="635">
                  <c:v>2020-09-27</c:v>
                </c:pt>
                <c:pt idx="636">
                  <c:v>2020-09-28</c:v>
                </c:pt>
                <c:pt idx="637">
                  <c:v>2020-09-29</c:v>
                </c:pt>
                <c:pt idx="638">
                  <c:v>2020-09-30</c:v>
                </c:pt>
                <c:pt idx="639">
                  <c:v>2020-10-01</c:v>
                </c:pt>
                <c:pt idx="640">
                  <c:v>2020-10-02</c:v>
                </c:pt>
                <c:pt idx="641">
                  <c:v>2020-10-03</c:v>
                </c:pt>
                <c:pt idx="642">
                  <c:v>2020-10-04</c:v>
                </c:pt>
                <c:pt idx="643">
                  <c:v>2020-10-05</c:v>
                </c:pt>
                <c:pt idx="644">
                  <c:v>2020-10-06</c:v>
                </c:pt>
                <c:pt idx="645">
                  <c:v>2020-10-07</c:v>
                </c:pt>
                <c:pt idx="646">
                  <c:v>2020-10-08</c:v>
                </c:pt>
                <c:pt idx="647">
                  <c:v>2020-10-09</c:v>
                </c:pt>
                <c:pt idx="648">
                  <c:v>2020-10-10</c:v>
                </c:pt>
                <c:pt idx="649">
                  <c:v>2020-10-11</c:v>
                </c:pt>
                <c:pt idx="650">
                  <c:v>2020-10-12</c:v>
                </c:pt>
                <c:pt idx="651">
                  <c:v>2020-10-13</c:v>
                </c:pt>
                <c:pt idx="652">
                  <c:v>2020-10-14</c:v>
                </c:pt>
                <c:pt idx="653">
                  <c:v>2020-10-15</c:v>
                </c:pt>
                <c:pt idx="654">
                  <c:v>2020-10-16</c:v>
                </c:pt>
                <c:pt idx="655">
                  <c:v>2020-10-17</c:v>
                </c:pt>
                <c:pt idx="656">
                  <c:v>2020-10-18</c:v>
                </c:pt>
                <c:pt idx="657">
                  <c:v>2020-10-19</c:v>
                </c:pt>
                <c:pt idx="658">
                  <c:v>2020-10-20</c:v>
                </c:pt>
                <c:pt idx="659">
                  <c:v>2020-10-21</c:v>
                </c:pt>
                <c:pt idx="660">
                  <c:v>2020-10-22</c:v>
                </c:pt>
                <c:pt idx="661">
                  <c:v>2020-10-23</c:v>
                </c:pt>
                <c:pt idx="662">
                  <c:v>2020-10-24</c:v>
                </c:pt>
                <c:pt idx="663">
                  <c:v>2020-10-25</c:v>
                </c:pt>
                <c:pt idx="664">
                  <c:v>2020-10-26</c:v>
                </c:pt>
                <c:pt idx="665">
                  <c:v>2020-10-27</c:v>
                </c:pt>
                <c:pt idx="666">
                  <c:v>2020-10-28</c:v>
                </c:pt>
                <c:pt idx="667">
                  <c:v>2020-10-29</c:v>
                </c:pt>
                <c:pt idx="668">
                  <c:v>2020-10-30</c:v>
                </c:pt>
                <c:pt idx="669">
                  <c:v>2020-10-31</c:v>
                </c:pt>
                <c:pt idx="670">
                  <c:v>2020-11-01</c:v>
                </c:pt>
                <c:pt idx="671">
                  <c:v>2020-11-02</c:v>
                </c:pt>
                <c:pt idx="672">
                  <c:v>2020-11-03</c:v>
                </c:pt>
                <c:pt idx="673">
                  <c:v>2020-11-04</c:v>
                </c:pt>
                <c:pt idx="674">
                  <c:v>2020-11-05</c:v>
                </c:pt>
                <c:pt idx="675">
                  <c:v>2020-11-06</c:v>
                </c:pt>
                <c:pt idx="676">
                  <c:v>2020-11-07</c:v>
                </c:pt>
                <c:pt idx="677">
                  <c:v>2020-11-08</c:v>
                </c:pt>
                <c:pt idx="678">
                  <c:v>2020-11-09</c:v>
                </c:pt>
                <c:pt idx="679">
                  <c:v>2020-11-10</c:v>
                </c:pt>
                <c:pt idx="680">
                  <c:v>2020-11-11</c:v>
                </c:pt>
                <c:pt idx="681">
                  <c:v>2020-11-12</c:v>
                </c:pt>
                <c:pt idx="682">
                  <c:v>2020-11-13</c:v>
                </c:pt>
                <c:pt idx="683">
                  <c:v>2020-11-14</c:v>
                </c:pt>
                <c:pt idx="684">
                  <c:v>2020-11-15</c:v>
                </c:pt>
                <c:pt idx="685">
                  <c:v>2020-11-16</c:v>
                </c:pt>
                <c:pt idx="686">
                  <c:v>2020-11-17</c:v>
                </c:pt>
                <c:pt idx="687">
                  <c:v>2020-11-18</c:v>
                </c:pt>
                <c:pt idx="688">
                  <c:v>2020-11-19</c:v>
                </c:pt>
                <c:pt idx="689">
                  <c:v>2020-11-20</c:v>
                </c:pt>
                <c:pt idx="690">
                  <c:v>2020-11-21</c:v>
                </c:pt>
                <c:pt idx="691">
                  <c:v>2020-11-22</c:v>
                </c:pt>
                <c:pt idx="692">
                  <c:v>2020-11-23</c:v>
                </c:pt>
                <c:pt idx="693">
                  <c:v>2020-11-24</c:v>
                </c:pt>
                <c:pt idx="694">
                  <c:v>2020-11-25</c:v>
                </c:pt>
                <c:pt idx="695">
                  <c:v>2020-11-26</c:v>
                </c:pt>
                <c:pt idx="696">
                  <c:v>2020-11-27</c:v>
                </c:pt>
                <c:pt idx="697">
                  <c:v>2020-11-28</c:v>
                </c:pt>
                <c:pt idx="698">
                  <c:v>2020-11-29</c:v>
                </c:pt>
                <c:pt idx="699">
                  <c:v>2020-11-30</c:v>
                </c:pt>
                <c:pt idx="700">
                  <c:v>2020-12-01</c:v>
                </c:pt>
                <c:pt idx="701">
                  <c:v>2020-12-02</c:v>
                </c:pt>
                <c:pt idx="702">
                  <c:v>2020-12-03</c:v>
                </c:pt>
                <c:pt idx="703">
                  <c:v>2020-12-04</c:v>
                </c:pt>
                <c:pt idx="704">
                  <c:v>2020-12-05</c:v>
                </c:pt>
                <c:pt idx="705">
                  <c:v>2020-12-06</c:v>
                </c:pt>
                <c:pt idx="706">
                  <c:v>2020-12-07</c:v>
                </c:pt>
                <c:pt idx="707">
                  <c:v>2020-12-08</c:v>
                </c:pt>
                <c:pt idx="708">
                  <c:v>2020-12-09</c:v>
                </c:pt>
                <c:pt idx="709">
                  <c:v>2020-12-10</c:v>
                </c:pt>
                <c:pt idx="710">
                  <c:v>2020-12-11</c:v>
                </c:pt>
                <c:pt idx="711">
                  <c:v>2020-12-12</c:v>
                </c:pt>
                <c:pt idx="712">
                  <c:v>2020-12-13</c:v>
                </c:pt>
                <c:pt idx="713">
                  <c:v>2020-12-14</c:v>
                </c:pt>
                <c:pt idx="714">
                  <c:v>2020-12-15</c:v>
                </c:pt>
                <c:pt idx="715">
                  <c:v>2020-12-16</c:v>
                </c:pt>
                <c:pt idx="716">
                  <c:v>2020-12-17</c:v>
                </c:pt>
                <c:pt idx="717">
                  <c:v>2020-12-18</c:v>
                </c:pt>
                <c:pt idx="718">
                  <c:v>2020-12-19</c:v>
                </c:pt>
                <c:pt idx="719">
                  <c:v>2020-12-20</c:v>
                </c:pt>
                <c:pt idx="720">
                  <c:v>2020-12-21</c:v>
                </c:pt>
                <c:pt idx="721">
                  <c:v>2020-12-22</c:v>
                </c:pt>
                <c:pt idx="722">
                  <c:v>2020-12-23</c:v>
                </c:pt>
                <c:pt idx="723">
                  <c:v>2020-12-24</c:v>
                </c:pt>
                <c:pt idx="724">
                  <c:v>2020-12-25</c:v>
                </c:pt>
                <c:pt idx="725">
                  <c:v>2020-12-26</c:v>
                </c:pt>
                <c:pt idx="726">
                  <c:v>2020-12-27</c:v>
                </c:pt>
                <c:pt idx="727">
                  <c:v>2020-12-28</c:v>
                </c:pt>
                <c:pt idx="728">
                  <c:v>2020-12-29</c:v>
                </c:pt>
                <c:pt idx="729">
                  <c:v>2020-12-30</c:v>
                </c:pt>
                <c:pt idx="730">
                  <c:v>2020-12-31</c:v>
                </c:pt>
                <c:pt idx="731">
                  <c:v>2021-01-01</c:v>
                </c:pt>
                <c:pt idx="732">
                  <c:v>2021-01-02</c:v>
                </c:pt>
                <c:pt idx="733">
                  <c:v>2021-01-03</c:v>
                </c:pt>
                <c:pt idx="734">
                  <c:v>2021-01-04</c:v>
                </c:pt>
                <c:pt idx="735">
                  <c:v>2021-01-05</c:v>
                </c:pt>
                <c:pt idx="736">
                  <c:v>2021-01-06</c:v>
                </c:pt>
                <c:pt idx="737">
                  <c:v>2021-01-07</c:v>
                </c:pt>
                <c:pt idx="738">
                  <c:v>2021-01-08</c:v>
                </c:pt>
                <c:pt idx="739">
                  <c:v>2021-01-09</c:v>
                </c:pt>
                <c:pt idx="740">
                  <c:v>2021-01-10</c:v>
                </c:pt>
                <c:pt idx="741">
                  <c:v>2021-01-11</c:v>
                </c:pt>
                <c:pt idx="742">
                  <c:v>2021-01-12</c:v>
                </c:pt>
                <c:pt idx="743">
                  <c:v>2021-01-13</c:v>
                </c:pt>
                <c:pt idx="744">
                  <c:v>2021-01-14</c:v>
                </c:pt>
                <c:pt idx="745">
                  <c:v>2021-01-15</c:v>
                </c:pt>
                <c:pt idx="746">
                  <c:v>2021-01-16</c:v>
                </c:pt>
                <c:pt idx="747">
                  <c:v>2021-01-17</c:v>
                </c:pt>
                <c:pt idx="748">
                  <c:v>2021-01-18</c:v>
                </c:pt>
                <c:pt idx="749">
                  <c:v>2021-01-19</c:v>
                </c:pt>
                <c:pt idx="750">
                  <c:v>2021-01-20</c:v>
                </c:pt>
                <c:pt idx="751">
                  <c:v>2021-01-21</c:v>
                </c:pt>
                <c:pt idx="752">
                  <c:v>2021-01-22</c:v>
                </c:pt>
                <c:pt idx="753">
                  <c:v>2021-01-23</c:v>
                </c:pt>
                <c:pt idx="754">
                  <c:v>2021-01-24</c:v>
                </c:pt>
                <c:pt idx="755">
                  <c:v>2021-01-25</c:v>
                </c:pt>
                <c:pt idx="756">
                  <c:v>2021-01-26</c:v>
                </c:pt>
                <c:pt idx="757">
                  <c:v>2021-01-27</c:v>
                </c:pt>
                <c:pt idx="758">
                  <c:v>2021-01-28</c:v>
                </c:pt>
                <c:pt idx="759">
                  <c:v>2021-01-29</c:v>
                </c:pt>
                <c:pt idx="760">
                  <c:v>2021-01-30</c:v>
                </c:pt>
                <c:pt idx="761">
                  <c:v>2021-01-31</c:v>
                </c:pt>
                <c:pt idx="762">
                  <c:v>2021-02-01</c:v>
                </c:pt>
                <c:pt idx="763">
                  <c:v>2021-02-02</c:v>
                </c:pt>
                <c:pt idx="764">
                  <c:v>2021-02-03</c:v>
                </c:pt>
                <c:pt idx="765">
                  <c:v>2021-02-04</c:v>
                </c:pt>
                <c:pt idx="766">
                  <c:v>2021-02-05</c:v>
                </c:pt>
                <c:pt idx="767">
                  <c:v>2021-02-06</c:v>
                </c:pt>
                <c:pt idx="768">
                  <c:v>2021-02-07</c:v>
                </c:pt>
                <c:pt idx="769">
                  <c:v>2021-02-08</c:v>
                </c:pt>
                <c:pt idx="770">
                  <c:v>2021-02-09</c:v>
                </c:pt>
                <c:pt idx="771">
                  <c:v>2021-02-10</c:v>
                </c:pt>
                <c:pt idx="772">
                  <c:v>2021-02-11</c:v>
                </c:pt>
                <c:pt idx="773">
                  <c:v>2021-02-12</c:v>
                </c:pt>
                <c:pt idx="774">
                  <c:v>2021-02-13</c:v>
                </c:pt>
                <c:pt idx="775">
                  <c:v>2021-02-14</c:v>
                </c:pt>
                <c:pt idx="776">
                  <c:v>2021-02-15</c:v>
                </c:pt>
                <c:pt idx="777">
                  <c:v>2021-02-16</c:v>
                </c:pt>
                <c:pt idx="778">
                  <c:v>2021-02-17</c:v>
                </c:pt>
                <c:pt idx="779">
                  <c:v>2021-02-18</c:v>
                </c:pt>
                <c:pt idx="780">
                  <c:v>2021-02-19</c:v>
                </c:pt>
                <c:pt idx="781">
                  <c:v>2021-02-20</c:v>
                </c:pt>
                <c:pt idx="782">
                  <c:v>2021-02-21</c:v>
                </c:pt>
                <c:pt idx="783">
                  <c:v>2021-02-22</c:v>
                </c:pt>
                <c:pt idx="784">
                  <c:v>2021-02-23</c:v>
                </c:pt>
                <c:pt idx="785">
                  <c:v>2021-02-24</c:v>
                </c:pt>
                <c:pt idx="786">
                  <c:v>2021-02-25</c:v>
                </c:pt>
                <c:pt idx="787">
                  <c:v>2021-02-26</c:v>
                </c:pt>
                <c:pt idx="788">
                  <c:v>2021-02-27</c:v>
                </c:pt>
                <c:pt idx="789">
                  <c:v>2021-02-28</c:v>
                </c:pt>
                <c:pt idx="790">
                  <c:v>2021-03-01</c:v>
                </c:pt>
                <c:pt idx="791">
                  <c:v>2021-03-02</c:v>
                </c:pt>
                <c:pt idx="792">
                  <c:v>2021-03-03</c:v>
                </c:pt>
                <c:pt idx="793">
                  <c:v>2021-03-04</c:v>
                </c:pt>
                <c:pt idx="794">
                  <c:v>2021-03-05</c:v>
                </c:pt>
                <c:pt idx="795">
                  <c:v>2021-03-06</c:v>
                </c:pt>
                <c:pt idx="796">
                  <c:v>2021-03-07</c:v>
                </c:pt>
                <c:pt idx="797">
                  <c:v>2021-03-08</c:v>
                </c:pt>
                <c:pt idx="798">
                  <c:v>2021-03-09</c:v>
                </c:pt>
                <c:pt idx="799">
                  <c:v>2021-03-10</c:v>
                </c:pt>
                <c:pt idx="800">
                  <c:v>2021-03-11</c:v>
                </c:pt>
                <c:pt idx="801">
                  <c:v>2021-03-12</c:v>
                </c:pt>
                <c:pt idx="802">
                  <c:v>2021-03-13</c:v>
                </c:pt>
                <c:pt idx="803">
                  <c:v>2021-03-14</c:v>
                </c:pt>
                <c:pt idx="804">
                  <c:v>2021-03-15</c:v>
                </c:pt>
                <c:pt idx="805">
                  <c:v>2021-03-16</c:v>
                </c:pt>
                <c:pt idx="806">
                  <c:v>2021-03-17</c:v>
                </c:pt>
                <c:pt idx="807">
                  <c:v>2021-03-18</c:v>
                </c:pt>
                <c:pt idx="808">
                  <c:v>2021-03-19</c:v>
                </c:pt>
                <c:pt idx="809">
                  <c:v>2021-03-20</c:v>
                </c:pt>
                <c:pt idx="810">
                  <c:v>2021-03-21</c:v>
                </c:pt>
                <c:pt idx="811">
                  <c:v>2021-03-22</c:v>
                </c:pt>
                <c:pt idx="812">
                  <c:v>2021-03-23</c:v>
                </c:pt>
                <c:pt idx="813">
                  <c:v>2021-03-24</c:v>
                </c:pt>
                <c:pt idx="814">
                  <c:v>2021-03-25</c:v>
                </c:pt>
                <c:pt idx="815">
                  <c:v>2021-03-26</c:v>
                </c:pt>
                <c:pt idx="816">
                  <c:v>2021-03-27</c:v>
                </c:pt>
                <c:pt idx="817">
                  <c:v>2021-03-28</c:v>
                </c:pt>
                <c:pt idx="818">
                  <c:v>2021-03-29</c:v>
                </c:pt>
                <c:pt idx="819">
                  <c:v>2021-03-30</c:v>
                </c:pt>
                <c:pt idx="820">
                  <c:v>2021-03-31</c:v>
                </c:pt>
                <c:pt idx="821">
                  <c:v>2021-04-01</c:v>
                </c:pt>
                <c:pt idx="822">
                  <c:v>2021-04-02</c:v>
                </c:pt>
                <c:pt idx="823">
                  <c:v>2021-04-03</c:v>
                </c:pt>
                <c:pt idx="824">
                  <c:v>2021-04-04</c:v>
                </c:pt>
                <c:pt idx="825">
                  <c:v>2021-04-05</c:v>
                </c:pt>
                <c:pt idx="826">
                  <c:v>2021-04-06</c:v>
                </c:pt>
                <c:pt idx="827">
                  <c:v>2021-04-07</c:v>
                </c:pt>
                <c:pt idx="828">
                  <c:v>2021-04-08</c:v>
                </c:pt>
                <c:pt idx="829">
                  <c:v>2021-04-09</c:v>
                </c:pt>
                <c:pt idx="830">
                  <c:v>2021-04-10</c:v>
                </c:pt>
                <c:pt idx="831">
                  <c:v>2021-04-11</c:v>
                </c:pt>
                <c:pt idx="832">
                  <c:v>2021-04-12</c:v>
                </c:pt>
                <c:pt idx="833">
                  <c:v>2021-04-13</c:v>
                </c:pt>
                <c:pt idx="834">
                  <c:v>2021-04-14</c:v>
                </c:pt>
                <c:pt idx="835">
                  <c:v>2021-04-15</c:v>
                </c:pt>
                <c:pt idx="836">
                  <c:v>2021-04-16</c:v>
                </c:pt>
                <c:pt idx="837">
                  <c:v>2021-04-17</c:v>
                </c:pt>
                <c:pt idx="838">
                  <c:v>2021-04-18</c:v>
                </c:pt>
                <c:pt idx="839">
                  <c:v>2021-04-19</c:v>
                </c:pt>
                <c:pt idx="840">
                  <c:v>2021-04-20</c:v>
                </c:pt>
                <c:pt idx="841">
                  <c:v>2021-04-21</c:v>
                </c:pt>
                <c:pt idx="842">
                  <c:v>2021-04-22</c:v>
                </c:pt>
                <c:pt idx="843">
                  <c:v>2021-04-23</c:v>
                </c:pt>
                <c:pt idx="844">
                  <c:v>2021-04-24</c:v>
                </c:pt>
                <c:pt idx="845">
                  <c:v>2021-04-25</c:v>
                </c:pt>
                <c:pt idx="846">
                  <c:v>2021-04-26</c:v>
                </c:pt>
                <c:pt idx="847">
                  <c:v>2021-04-27</c:v>
                </c:pt>
                <c:pt idx="848">
                  <c:v>2021-04-28</c:v>
                </c:pt>
                <c:pt idx="849">
                  <c:v>2021-04-29</c:v>
                </c:pt>
                <c:pt idx="850">
                  <c:v>2021-04-30</c:v>
                </c:pt>
                <c:pt idx="851">
                  <c:v>2021-05-01</c:v>
                </c:pt>
                <c:pt idx="852">
                  <c:v>2021-05-02</c:v>
                </c:pt>
                <c:pt idx="853">
                  <c:v>2021-05-03</c:v>
                </c:pt>
                <c:pt idx="854">
                  <c:v>2021-05-04</c:v>
                </c:pt>
                <c:pt idx="855">
                  <c:v>2021-05-05</c:v>
                </c:pt>
                <c:pt idx="856">
                  <c:v>2021-05-06</c:v>
                </c:pt>
                <c:pt idx="857">
                  <c:v>2021-05-07</c:v>
                </c:pt>
                <c:pt idx="858">
                  <c:v>2021-05-08</c:v>
                </c:pt>
                <c:pt idx="859">
                  <c:v>2021-05-09</c:v>
                </c:pt>
                <c:pt idx="860">
                  <c:v>2021-05-10</c:v>
                </c:pt>
                <c:pt idx="861">
                  <c:v>2021-05-11</c:v>
                </c:pt>
                <c:pt idx="862">
                  <c:v>2021-05-12</c:v>
                </c:pt>
                <c:pt idx="863">
                  <c:v>2021-05-13</c:v>
                </c:pt>
                <c:pt idx="864">
                  <c:v>2021-05-14</c:v>
                </c:pt>
                <c:pt idx="865">
                  <c:v>2021-05-15</c:v>
                </c:pt>
                <c:pt idx="866">
                  <c:v>2021-05-16</c:v>
                </c:pt>
                <c:pt idx="867">
                  <c:v>2021-05-17</c:v>
                </c:pt>
                <c:pt idx="868">
                  <c:v>2021-05-18</c:v>
                </c:pt>
                <c:pt idx="869">
                  <c:v>2021-05-19</c:v>
                </c:pt>
                <c:pt idx="870">
                  <c:v>2021-05-20</c:v>
                </c:pt>
                <c:pt idx="871">
                  <c:v>2021-05-21</c:v>
                </c:pt>
                <c:pt idx="872">
                  <c:v>2021-05-22</c:v>
                </c:pt>
                <c:pt idx="873">
                  <c:v>2021-05-23</c:v>
                </c:pt>
                <c:pt idx="874">
                  <c:v>2021-05-24</c:v>
                </c:pt>
                <c:pt idx="875">
                  <c:v>2021-05-25</c:v>
                </c:pt>
                <c:pt idx="876">
                  <c:v>2021-05-26</c:v>
                </c:pt>
                <c:pt idx="877">
                  <c:v>2021-05-27</c:v>
                </c:pt>
                <c:pt idx="878">
                  <c:v>2021-05-28</c:v>
                </c:pt>
                <c:pt idx="879">
                  <c:v>2021-05-29</c:v>
                </c:pt>
                <c:pt idx="880">
                  <c:v>2021-05-30</c:v>
                </c:pt>
                <c:pt idx="881">
                  <c:v>2021-05-31</c:v>
                </c:pt>
                <c:pt idx="882">
                  <c:v>2021-06-01</c:v>
                </c:pt>
                <c:pt idx="883">
                  <c:v>2021-06-02</c:v>
                </c:pt>
                <c:pt idx="884">
                  <c:v>2021-06-03</c:v>
                </c:pt>
                <c:pt idx="885">
                  <c:v>2021-06-04</c:v>
                </c:pt>
                <c:pt idx="886">
                  <c:v>2021-06-05</c:v>
                </c:pt>
                <c:pt idx="887">
                  <c:v>2021-06-06</c:v>
                </c:pt>
                <c:pt idx="888">
                  <c:v>2021-06-07</c:v>
                </c:pt>
                <c:pt idx="889">
                  <c:v>2021-06-08</c:v>
                </c:pt>
                <c:pt idx="890">
                  <c:v>2021-06-09</c:v>
                </c:pt>
                <c:pt idx="891">
                  <c:v>2021-06-10</c:v>
                </c:pt>
                <c:pt idx="892">
                  <c:v>2021-06-11</c:v>
                </c:pt>
                <c:pt idx="893">
                  <c:v>2021-06-12</c:v>
                </c:pt>
                <c:pt idx="894">
                  <c:v>2021-06-13</c:v>
                </c:pt>
                <c:pt idx="895">
                  <c:v>2021-06-14</c:v>
                </c:pt>
                <c:pt idx="896">
                  <c:v>2021-06-15</c:v>
                </c:pt>
                <c:pt idx="897">
                  <c:v>2021-06-16</c:v>
                </c:pt>
                <c:pt idx="898">
                  <c:v>2021-06-17</c:v>
                </c:pt>
                <c:pt idx="899">
                  <c:v>2021-06-18</c:v>
                </c:pt>
                <c:pt idx="900">
                  <c:v>2021-06-19</c:v>
                </c:pt>
                <c:pt idx="901">
                  <c:v>2021-06-20</c:v>
                </c:pt>
                <c:pt idx="902">
                  <c:v>2021-06-21</c:v>
                </c:pt>
                <c:pt idx="903">
                  <c:v>2021-06-22</c:v>
                </c:pt>
                <c:pt idx="904">
                  <c:v>2021-06-23</c:v>
                </c:pt>
                <c:pt idx="905">
                  <c:v>2021-06-24</c:v>
                </c:pt>
                <c:pt idx="906">
                  <c:v>2021-06-25</c:v>
                </c:pt>
                <c:pt idx="907">
                  <c:v>2021-06-26</c:v>
                </c:pt>
                <c:pt idx="908">
                  <c:v>2021-06-27</c:v>
                </c:pt>
                <c:pt idx="909">
                  <c:v>2021-06-28</c:v>
                </c:pt>
                <c:pt idx="910">
                  <c:v>2021-06-29</c:v>
                </c:pt>
                <c:pt idx="911">
                  <c:v>2021-06-30</c:v>
                </c:pt>
                <c:pt idx="912">
                  <c:v>2021-07-01</c:v>
                </c:pt>
                <c:pt idx="913">
                  <c:v>2021-07-02</c:v>
                </c:pt>
                <c:pt idx="914">
                  <c:v>2021-07-03</c:v>
                </c:pt>
                <c:pt idx="915">
                  <c:v>2021-07-04</c:v>
                </c:pt>
                <c:pt idx="916">
                  <c:v>2021-07-05</c:v>
                </c:pt>
                <c:pt idx="917">
                  <c:v>2021-07-06</c:v>
                </c:pt>
                <c:pt idx="918">
                  <c:v>2021-07-07</c:v>
                </c:pt>
                <c:pt idx="919">
                  <c:v>2021-07-08</c:v>
                </c:pt>
                <c:pt idx="920">
                  <c:v>2021-07-09</c:v>
                </c:pt>
                <c:pt idx="921">
                  <c:v>2021-07-10</c:v>
                </c:pt>
                <c:pt idx="922">
                  <c:v>2021-07-11</c:v>
                </c:pt>
                <c:pt idx="923">
                  <c:v>2021-07-12</c:v>
                </c:pt>
                <c:pt idx="924">
                  <c:v>2021-07-13</c:v>
                </c:pt>
                <c:pt idx="925">
                  <c:v>2021-07-14</c:v>
                </c:pt>
                <c:pt idx="926">
                  <c:v>2021-07-15</c:v>
                </c:pt>
                <c:pt idx="927">
                  <c:v>2021-07-16</c:v>
                </c:pt>
                <c:pt idx="928">
                  <c:v>2021-07-17</c:v>
                </c:pt>
                <c:pt idx="929">
                  <c:v>2021-07-18</c:v>
                </c:pt>
                <c:pt idx="930">
                  <c:v>2021-07-19</c:v>
                </c:pt>
                <c:pt idx="931">
                  <c:v>2021-07-20</c:v>
                </c:pt>
                <c:pt idx="932">
                  <c:v>2021-07-21</c:v>
                </c:pt>
                <c:pt idx="933">
                  <c:v>2021-07-22</c:v>
                </c:pt>
                <c:pt idx="934">
                  <c:v>2021-07-23</c:v>
                </c:pt>
                <c:pt idx="935">
                  <c:v>2021-07-24</c:v>
                </c:pt>
                <c:pt idx="936">
                  <c:v>2021-07-25</c:v>
                </c:pt>
                <c:pt idx="937">
                  <c:v>2021-07-26</c:v>
                </c:pt>
                <c:pt idx="938">
                  <c:v>2021-07-27</c:v>
                </c:pt>
                <c:pt idx="939">
                  <c:v>2021-07-28</c:v>
                </c:pt>
                <c:pt idx="940">
                  <c:v>2021-07-29</c:v>
                </c:pt>
                <c:pt idx="941">
                  <c:v>2021-07-30</c:v>
                </c:pt>
                <c:pt idx="942">
                  <c:v>2021-07-31</c:v>
                </c:pt>
                <c:pt idx="943">
                  <c:v>2021-08-01</c:v>
                </c:pt>
                <c:pt idx="944">
                  <c:v>2021-08-02</c:v>
                </c:pt>
                <c:pt idx="945">
                  <c:v>2021-08-03</c:v>
                </c:pt>
                <c:pt idx="946">
                  <c:v>2021-08-04</c:v>
                </c:pt>
                <c:pt idx="947">
                  <c:v>2021-08-05</c:v>
                </c:pt>
                <c:pt idx="948">
                  <c:v>2021-08-06</c:v>
                </c:pt>
                <c:pt idx="949">
                  <c:v>2021-08-07</c:v>
                </c:pt>
                <c:pt idx="950">
                  <c:v>2021-08-08</c:v>
                </c:pt>
                <c:pt idx="951">
                  <c:v>2021-08-09</c:v>
                </c:pt>
                <c:pt idx="952">
                  <c:v>2021-08-10</c:v>
                </c:pt>
                <c:pt idx="953">
                  <c:v>2021-08-11</c:v>
                </c:pt>
                <c:pt idx="954">
                  <c:v>2021-08-12</c:v>
                </c:pt>
                <c:pt idx="955">
                  <c:v>2021-08-13</c:v>
                </c:pt>
                <c:pt idx="956">
                  <c:v>2021-08-14</c:v>
                </c:pt>
                <c:pt idx="957">
                  <c:v>2021-08-15</c:v>
                </c:pt>
                <c:pt idx="958">
                  <c:v>2021-08-16</c:v>
                </c:pt>
                <c:pt idx="959">
                  <c:v>2021-08-17</c:v>
                </c:pt>
                <c:pt idx="960">
                  <c:v>2021-08-18</c:v>
                </c:pt>
                <c:pt idx="961">
                  <c:v>2021-08-19</c:v>
                </c:pt>
                <c:pt idx="962">
                  <c:v>2021-08-20</c:v>
                </c:pt>
                <c:pt idx="963">
                  <c:v>2021-08-21</c:v>
                </c:pt>
                <c:pt idx="964">
                  <c:v>2021-08-22</c:v>
                </c:pt>
                <c:pt idx="965">
                  <c:v>2021-08-23</c:v>
                </c:pt>
                <c:pt idx="966">
                  <c:v>2021-08-24</c:v>
                </c:pt>
                <c:pt idx="967">
                  <c:v>2021-08-25</c:v>
                </c:pt>
                <c:pt idx="968">
                  <c:v>2021-08-26</c:v>
                </c:pt>
                <c:pt idx="969">
                  <c:v>2021-08-27</c:v>
                </c:pt>
                <c:pt idx="970">
                  <c:v>2021-08-28</c:v>
                </c:pt>
                <c:pt idx="971">
                  <c:v>2021-08-29</c:v>
                </c:pt>
                <c:pt idx="972">
                  <c:v>2021-08-30</c:v>
                </c:pt>
                <c:pt idx="973">
                  <c:v>2021-08-31</c:v>
                </c:pt>
                <c:pt idx="974">
                  <c:v>2021-09-01</c:v>
                </c:pt>
                <c:pt idx="975">
                  <c:v>2021-09-02</c:v>
                </c:pt>
                <c:pt idx="976">
                  <c:v>2021-09-03</c:v>
                </c:pt>
                <c:pt idx="977">
                  <c:v>2021-09-04</c:v>
                </c:pt>
                <c:pt idx="978">
                  <c:v>2021-09-05</c:v>
                </c:pt>
                <c:pt idx="979">
                  <c:v>2021-09-06</c:v>
                </c:pt>
                <c:pt idx="980">
                  <c:v>2021-09-07</c:v>
                </c:pt>
                <c:pt idx="981">
                  <c:v>2021-09-08</c:v>
                </c:pt>
                <c:pt idx="982">
                  <c:v>2021-09-09</c:v>
                </c:pt>
                <c:pt idx="983">
                  <c:v>2021-09-10</c:v>
                </c:pt>
                <c:pt idx="984">
                  <c:v>2021-09-11</c:v>
                </c:pt>
                <c:pt idx="985">
                  <c:v>2021-09-12</c:v>
                </c:pt>
                <c:pt idx="986">
                  <c:v>2021-09-13</c:v>
                </c:pt>
                <c:pt idx="987">
                  <c:v>2021-09-14</c:v>
                </c:pt>
                <c:pt idx="988">
                  <c:v>2021-09-15</c:v>
                </c:pt>
                <c:pt idx="989">
                  <c:v>2021-09-16</c:v>
                </c:pt>
                <c:pt idx="990">
                  <c:v>2021-09-17</c:v>
                </c:pt>
                <c:pt idx="991">
                  <c:v>2021-09-18</c:v>
                </c:pt>
                <c:pt idx="992">
                  <c:v>2021-09-19</c:v>
                </c:pt>
                <c:pt idx="993">
                  <c:v>2021-09-20</c:v>
                </c:pt>
                <c:pt idx="994">
                  <c:v>2021-09-21</c:v>
                </c:pt>
                <c:pt idx="995">
                  <c:v>2021-09-22</c:v>
                </c:pt>
                <c:pt idx="996">
                  <c:v>2021-09-23</c:v>
                </c:pt>
                <c:pt idx="997">
                  <c:v>2021-09-24</c:v>
                </c:pt>
                <c:pt idx="998">
                  <c:v>2021-09-25</c:v>
                </c:pt>
                <c:pt idx="999">
                  <c:v>2021-09-26</c:v>
                </c:pt>
                <c:pt idx="1000">
                  <c:v>2021-09-27</c:v>
                </c:pt>
                <c:pt idx="1001">
                  <c:v>2021-09-28</c:v>
                </c:pt>
                <c:pt idx="1002">
                  <c:v>2021-09-29</c:v>
                </c:pt>
                <c:pt idx="1003">
                  <c:v>2021-09-30</c:v>
                </c:pt>
                <c:pt idx="1004">
                  <c:v>2021-10-01</c:v>
                </c:pt>
                <c:pt idx="1005">
                  <c:v>2021-10-02</c:v>
                </c:pt>
                <c:pt idx="1006">
                  <c:v>2021-10-03</c:v>
                </c:pt>
                <c:pt idx="1007">
                  <c:v>2021-10-04</c:v>
                </c:pt>
                <c:pt idx="1008">
                  <c:v>2021-10-05</c:v>
                </c:pt>
                <c:pt idx="1009">
                  <c:v>2021-10-06</c:v>
                </c:pt>
                <c:pt idx="1010">
                  <c:v>2021-10-07</c:v>
                </c:pt>
                <c:pt idx="1011">
                  <c:v>2021-10-08</c:v>
                </c:pt>
                <c:pt idx="1012">
                  <c:v>2021-10-09</c:v>
                </c:pt>
                <c:pt idx="1013">
                  <c:v>2021-10-10</c:v>
                </c:pt>
                <c:pt idx="1014">
                  <c:v>2021-10-11</c:v>
                </c:pt>
                <c:pt idx="1015">
                  <c:v>2021-10-12</c:v>
                </c:pt>
                <c:pt idx="1016">
                  <c:v>2021-10-13</c:v>
                </c:pt>
                <c:pt idx="1017">
                  <c:v>2021-10-14</c:v>
                </c:pt>
                <c:pt idx="1018">
                  <c:v>2021-10-15</c:v>
                </c:pt>
                <c:pt idx="1019">
                  <c:v>2021-10-16</c:v>
                </c:pt>
                <c:pt idx="1020">
                  <c:v>2021-10-17</c:v>
                </c:pt>
                <c:pt idx="1021">
                  <c:v>2021-10-18</c:v>
                </c:pt>
                <c:pt idx="1022">
                  <c:v>2021-10-19</c:v>
                </c:pt>
                <c:pt idx="1023">
                  <c:v>2021-10-20</c:v>
                </c:pt>
                <c:pt idx="1024">
                  <c:v>2021-10-21</c:v>
                </c:pt>
                <c:pt idx="1025">
                  <c:v>2021-10-22</c:v>
                </c:pt>
                <c:pt idx="1026">
                  <c:v>2021-10-23</c:v>
                </c:pt>
                <c:pt idx="1027">
                  <c:v>2021-10-24</c:v>
                </c:pt>
                <c:pt idx="1028">
                  <c:v>2021-10-25</c:v>
                </c:pt>
                <c:pt idx="1029">
                  <c:v>2021-10-26</c:v>
                </c:pt>
                <c:pt idx="1030">
                  <c:v>2021-10-27</c:v>
                </c:pt>
                <c:pt idx="1031">
                  <c:v>2021-10-28</c:v>
                </c:pt>
                <c:pt idx="1032">
                  <c:v>2021-10-29</c:v>
                </c:pt>
                <c:pt idx="1033">
                  <c:v>2021-10-30</c:v>
                </c:pt>
                <c:pt idx="1034">
                  <c:v>2021-10-31</c:v>
                </c:pt>
                <c:pt idx="1035">
                  <c:v>2021-11-01</c:v>
                </c:pt>
                <c:pt idx="1036">
                  <c:v>2021-11-02</c:v>
                </c:pt>
                <c:pt idx="1037">
                  <c:v>2021-11-03</c:v>
                </c:pt>
                <c:pt idx="1038">
                  <c:v>2021-11-04</c:v>
                </c:pt>
                <c:pt idx="1039">
                  <c:v>2021-11-05</c:v>
                </c:pt>
                <c:pt idx="1040">
                  <c:v>2021-11-06</c:v>
                </c:pt>
                <c:pt idx="1041">
                  <c:v>2021-11-07</c:v>
                </c:pt>
                <c:pt idx="1042">
                  <c:v>2021-11-08</c:v>
                </c:pt>
                <c:pt idx="1043">
                  <c:v>2021-11-09</c:v>
                </c:pt>
                <c:pt idx="1044">
                  <c:v>2021-11-10</c:v>
                </c:pt>
                <c:pt idx="1045">
                  <c:v>2021-11-11</c:v>
                </c:pt>
                <c:pt idx="1046">
                  <c:v>2021-11-12</c:v>
                </c:pt>
                <c:pt idx="1047">
                  <c:v>2021-11-13</c:v>
                </c:pt>
                <c:pt idx="1048">
                  <c:v>2021-11-14</c:v>
                </c:pt>
                <c:pt idx="1049">
                  <c:v>2021-11-15</c:v>
                </c:pt>
                <c:pt idx="1050">
                  <c:v>2021-11-16</c:v>
                </c:pt>
                <c:pt idx="1051">
                  <c:v>2021-11-17</c:v>
                </c:pt>
                <c:pt idx="1052">
                  <c:v>2021-11-18</c:v>
                </c:pt>
                <c:pt idx="1053">
                  <c:v>2021-11-19</c:v>
                </c:pt>
                <c:pt idx="1054">
                  <c:v>2021-11-20</c:v>
                </c:pt>
                <c:pt idx="1055">
                  <c:v>2021-11-21</c:v>
                </c:pt>
                <c:pt idx="1056">
                  <c:v>2021-11-22</c:v>
                </c:pt>
                <c:pt idx="1057">
                  <c:v>2021-11-23</c:v>
                </c:pt>
                <c:pt idx="1058">
                  <c:v>2021-11-24</c:v>
                </c:pt>
                <c:pt idx="1059">
                  <c:v>2021-11-25</c:v>
                </c:pt>
                <c:pt idx="1060">
                  <c:v>2021-11-26</c:v>
                </c:pt>
                <c:pt idx="1061">
                  <c:v>2021-11-27</c:v>
                </c:pt>
                <c:pt idx="1062">
                  <c:v>2021-11-28</c:v>
                </c:pt>
                <c:pt idx="1063">
                  <c:v>2021-11-29</c:v>
                </c:pt>
                <c:pt idx="1064">
                  <c:v>2021-11-30</c:v>
                </c:pt>
                <c:pt idx="1065">
                  <c:v>2021-12-01</c:v>
                </c:pt>
                <c:pt idx="1066">
                  <c:v>2021-12-02</c:v>
                </c:pt>
                <c:pt idx="1067">
                  <c:v>2021-12-03</c:v>
                </c:pt>
                <c:pt idx="1068">
                  <c:v>2021-12-04</c:v>
                </c:pt>
                <c:pt idx="1069">
                  <c:v>2021-12-05</c:v>
                </c:pt>
                <c:pt idx="1070">
                  <c:v>2021-12-06</c:v>
                </c:pt>
                <c:pt idx="1071">
                  <c:v>2021-12-07</c:v>
                </c:pt>
                <c:pt idx="1072">
                  <c:v>2021-12-08</c:v>
                </c:pt>
                <c:pt idx="1073">
                  <c:v>2021-12-09</c:v>
                </c:pt>
                <c:pt idx="1074">
                  <c:v>2021-12-10</c:v>
                </c:pt>
                <c:pt idx="1075">
                  <c:v>2021-12-11</c:v>
                </c:pt>
                <c:pt idx="1076">
                  <c:v>2021-12-12</c:v>
                </c:pt>
                <c:pt idx="1077">
                  <c:v>2021-12-13</c:v>
                </c:pt>
                <c:pt idx="1078">
                  <c:v>2021-12-14</c:v>
                </c:pt>
                <c:pt idx="1079">
                  <c:v>2021-12-15</c:v>
                </c:pt>
                <c:pt idx="1080">
                  <c:v>2021-12-16</c:v>
                </c:pt>
                <c:pt idx="1081">
                  <c:v>2021-12-17</c:v>
                </c:pt>
                <c:pt idx="1082">
                  <c:v>2021-12-18</c:v>
                </c:pt>
                <c:pt idx="1083">
                  <c:v>2021-12-19</c:v>
                </c:pt>
                <c:pt idx="1084">
                  <c:v>2021-12-20</c:v>
                </c:pt>
                <c:pt idx="1085">
                  <c:v>2021-12-21</c:v>
                </c:pt>
                <c:pt idx="1086">
                  <c:v>2021-12-22</c:v>
                </c:pt>
                <c:pt idx="1087">
                  <c:v>2021-12-23</c:v>
                </c:pt>
                <c:pt idx="1088">
                  <c:v>2021-12-24</c:v>
                </c:pt>
                <c:pt idx="1089">
                  <c:v>2021-12-25</c:v>
                </c:pt>
                <c:pt idx="1090">
                  <c:v>2021-12-26</c:v>
                </c:pt>
                <c:pt idx="1091">
                  <c:v>2021-12-27</c:v>
                </c:pt>
                <c:pt idx="1092">
                  <c:v>2021-12-28</c:v>
                </c:pt>
                <c:pt idx="1093">
                  <c:v>2021-12-29</c:v>
                </c:pt>
                <c:pt idx="1094">
                  <c:v>2021-12-30</c:v>
                </c:pt>
                <c:pt idx="1095">
                  <c:v>2021-12-31</c:v>
                </c:pt>
                <c:pt idx="1096">
                  <c:v>2022-01-01</c:v>
                </c:pt>
                <c:pt idx="1097">
                  <c:v>2022-01-02</c:v>
                </c:pt>
                <c:pt idx="1098">
                  <c:v>2022-01-03</c:v>
                </c:pt>
                <c:pt idx="1099">
                  <c:v>2022-01-04</c:v>
                </c:pt>
                <c:pt idx="1100">
                  <c:v>2022-01-05</c:v>
                </c:pt>
                <c:pt idx="1101">
                  <c:v>2022-01-06</c:v>
                </c:pt>
                <c:pt idx="1102">
                  <c:v>2022-01-07</c:v>
                </c:pt>
                <c:pt idx="1103">
                  <c:v>2022-01-08</c:v>
                </c:pt>
                <c:pt idx="1104">
                  <c:v>2022-01-09</c:v>
                </c:pt>
                <c:pt idx="1105">
                  <c:v>2022-01-10</c:v>
                </c:pt>
                <c:pt idx="1106">
                  <c:v>2022-01-11</c:v>
                </c:pt>
                <c:pt idx="1107">
                  <c:v>2022-01-12</c:v>
                </c:pt>
                <c:pt idx="1108">
                  <c:v>2022-01-13</c:v>
                </c:pt>
                <c:pt idx="1109">
                  <c:v>2022-01-14</c:v>
                </c:pt>
                <c:pt idx="1110">
                  <c:v>2022-01-15</c:v>
                </c:pt>
                <c:pt idx="1111">
                  <c:v>2022-01-16</c:v>
                </c:pt>
                <c:pt idx="1112">
                  <c:v>2022-01-17</c:v>
                </c:pt>
                <c:pt idx="1113">
                  <c:v>2022-01-18</c:v>
                </c:pt>
                <c:pt idx="1114">
                  <c:v>2022-01-19</c:v>
                </c:pt>
                <c:pt idx="1115">
                  <c:v>2022-01-20</c:v>
                </c:pt>
                <c:pt idx="1116">
                  <c:v>2022-01-21</c:v>
                </c:pt>
                <c:pt idx="1117">
                  <c:v>2022-01-22</c:v>
                </c:pt>
                <c:pt idx="1118">
                  <c:v>2022-01-23</c:v>
                </c:pt>
                <c:pt idx="1119">
                  <c:v>2022-01-24</c:v>
                </c:pt>
                <c:pt idx="1120">
                  <c:v>2022-01-25</c:v>
                </c:pt>
                <c:pt idx="1121">
                  <c:v>2022-01-26</c:v>
                </c:pt>
                <c:pt idx="1122">
                  <c:v>2022-01-27</c:v>
                </c:pt>
                <c:pt idx="1123">
                  <c:v>2022-01-28</c:v>
                </c:pt>
                <c:pt idx="1124">
                  <c:v>2022-01-29</c:v>
                </c:pt>
                <c:pt idx="1125">
                  <c:v>2022-01-30</c:v>
                </c:pt>
                <c:pt idx="1126">
                  <c:v>2022-01-31</c:v>
                </c:pt>
                <c:pt idx="1127">
                  <c:v>2022-02-01</c:v>
                </c:pt>
                <c:pt idx="1128">
                  <c:v>2022-02-02</c:v>
                </c:pt>
                <c:pt idx="1129">
                  <c:v>2022-02-03</c:v>
                </c:pt>
                <c:pt idx="1130">
                  <c:v>2022-02-04</c:v>
                </c:pt>
                <c:pt idx="1131">
                  <c:v>2022-02-05</c:v>
                </c:pt>
                <c:pt idx="1132">
                  <c:v>2022-02-06</c:v>
                </c:pt>
                <c:pt idx="1133">
                  <c:v>2022-02-07</c:v>
                </c:pt>
                <c:pt idx="1134">
                  <c:v>2022-02-08</c:v>
                </c:pt>
                <c:pt idx="1135">
                  <c:v>2022-02-09</c:v>
                </c:pt>
                <c:pt idx="1136">
                  <c:v>2022-02-10</c:v>
                </c:pt>
                <c:pt idx="1137">
                  <c:v>2022-02-11</c:v>
                </c:pt>
                <c:pt idx="1138">
                  <c:v>2022-02-12</c:v>
                </c:pt>
                <c:pt idx="1139">
                  <c:v>2022-02-13</c:v>
                </c:pt>
                <c:pt idx="1140">
                  <c:v>2022-02-14</c:v>
                </c:pt>
                <c:pt idx="1141">
                  <c:v>2022-02-15</c:v>
                </c:pt>
                <c:pt idx="1142">
                  <c:v>2022-02-16</c:v>
                </c:pt>
                <c:pt idx="1143">
                  <c:v>2022-02-17</c:v>
                </c:pt>
                <c:pt idx="1144">
                  <c:v>2022-02-18</c:v>
                </c:pt>
                <c:pt idx="1145">
                  <c:v>2022-02-19</c:v>
                </c:pt>
                <c:pt idx="1146">
                  <c:v>2022-02-20</c:v>
                </c:pt>
                <c:pt idx="1147">
                  <c:v>2022-02-21</c:v>
                </c:pt>
                <c:pt idx="1148">
                  <c:v>2022-02-22</c:v>
                </c:pt>
                <c:pt idx="1149">
                  <c:v>2022-02-23</c:v>
                </c:pt>
                <c:pt idx="1150">
                  <c:v>2022-02-24</c:v>
                </c:pt>
                <c:pt idx="1151">
                  <c:v>2022-02-25</c:v>
                </c:pt>
                <c:pt idx="1152">
                  <c:v>2022-02-26</c:v>
                </c:pt>
                <c:pt idx="1153">
                  <c:v>2022-02-27</c:v>
                </c:pt>
                <c:pt idx="1154">
                  <c:v>2022-02-28</c:v>
                </c:pt>
                <c:pt idx="1155">
                  <c:v>2022-03-01</c:v>
                </c:pt>
                <c:pt idx="1156">
                  <c:v>2022-03-02</c:v>
                </c:pt>
                <c:pt idx="1157">
                  <c:v>2022-03-03</c:v>
                </c:pt>
                <c:pt idx="1158">
                  <c:v>2022-03-04</c:v>
                </c:pt>
                <c:pt idx="1159">
                  <c:v>2022-03-05</c:v>
                </c:pt>
                <c:pt idx="1160">
                  <c:v>2022-03-06</c:v>
                </c:pt>
                <c:pt idx="1161">
                  <c:v>2022-03-07</c:v>
                </c:pt>
                <c:pt idx="1162">
                  <c:v>2022-03-08</c:v>
                </c:pt>
                <c:pt idx="1163">
                  <c:v>2022-03-09</c:v>
                </c:pt>
                <c:pt idx="1164">
                  <c:v>2022-03-10</c:v>
                </c:pt>
                <c:pt idx="1165">
                  <c:v>2022-03-11</c:v>
                </c:pt>
                <c:pt idx="1166">
                  <c:v>2022-03-12</c:v>
                </c:pt>
                <c:pt idx="1167">
                  <c:v>2022-03-13</c:v>
                </c:pt>
                <c:pt idx="1168">
                  <c:v>2022-03-14</c:v>
                </c:pt>
                <c:pt idx="1169">
                  <c:v>2022-03-15</c:v>
                </c:pt>
                <c:pt idx="1170">
                  <c:v>2022-03-16</c:v>
                </c:pt>
                <c:pt idx="1171">
                  <c:v>2022-03-17</c:v>
                </c:pt>
                <c:pt idx="1172">
                  <c:v>2022-03-18</c:v>
                </c:pt>
                <c:pt idx="1173">
                  <c:v>2022-03-19</c:v>
                </c:pt>
                <c:pt idx="1174">
                  <c:v>2022-03-20</c:v>
                </c:pt>
                <c:pt idx="1175">
                  <c:v>2022-03-21</c:v>
                </c:pt>
                <c:pt idx="1176">
                  <c:v>2022-03-22</c:v>
                </c:pt>
                <c:pt idx="1177">
                  <c:v>2022-03-23</c:v>
                </c:pt>
                <c:pt idx="1178">
                  <c:v>2022-03-24</c:v>
                </c:pt>
                <c:pt idx="1179">
                  <c:v>2022-03-25</c:v>
                </c:pt>
                <c:pt idx="1180">
                  <c:v>2022-03-26</c:v>
                </c:pt>
                <c:pt idx="1181">
                  <c:v>2022-03-27</c:v>
                </c:pt>
                <c:pt idx="1182">
                  <c:v>2022-03-28</c:v>
                </c:pt>
                <c:pt idx="1183">
                  <c:v>2022-03-29</c:v>
                </c:pt>
                <c:pt idx="1184">
                  <c:v>2022-03-30</c:v>
                </c:pt>
                <c:pt idx="1185">
                  <c:v>2022-03-31</c:v>
                </c:pt>
                <c:pt idx="1186">
                  <c:v>2022-04-01</c:v>
                </c:pt>
                <c:pt idx="1187">
                  <c:v>2022-04-02</c:v>
                </c:pt>
                <c:pt idx="1188">
                  <c:v>2022-04-03</c:v>
                </c:pt>
                <c:pt idx="1189">
                  <c:v>2022-04-04</c:v>
                </c:pt>
                <c:pt idx="1190">
                  <c:v>2022-04-05</c:v>
                </c:pt>
                <c:pt idx="1191">
                  <c:v>2022-04-06</c:v>
                </c:pt>
                <c:pt idx="1192">
                  <c:v>2022-04-07</c:v>
                </c:pt>
                <c:pt idx="1193">
                  <c:v>2022-04-08</c:v>
                </c:pt>
                <c:pt idx="1194">
                  <c:v>2022-04-09</c:v>
                </c:pt>
                <c:pt idx="1195">
                  <c:v>2022-04-10</c:v>
                </c:pt>
                <c:pt idx="1196">
                  <c:v>2022-04-11</c:v>
                </c:pt>
                <c:pt idx="1197">
                  <c:v>2022-04-12</c:v>
                </c:pt>
                <c:pt idx="1198">
                  <c:v>2022-04-13</c:v>
                </c:pt>
                <c:pt idx="1199">
                  <c:v>2022-04-14</c:v>
                </c:pt>
                <c:pt idx="1200">
                  <c:v>2022-04-15</c:v>
                </c:pt>
                <c:pt idx="1201">
                  <c:v>2022-04-16</c:v>
                </c:pt>
                <c:pt idx="1202">
                  <c:v>2022-04-17</c:v>
                </c:pt>
                <c:pt idx="1203">
                  <c:v>2022-04-18</c:v>
                </c:pt>
                <c:pt idx="1204">
                  <c:v>2022-04-19</c:v>
                </c:pt>
                <c:pt idx="1205">
                  <c:v>2022-04-20</c:v>
                </c:pt>
                <c:pt idx="1206">
                  <c:v>2022-04-21</c:v>
                </c:pt>
                <c:pt idx="1207">
                  <c:v>2022-04-22</c:v>
                </c:pt>
                <c:pt idx="1208">
                  <c:v>2022-04-23</c:v>
                </c:pt>
                <c:pt idx="1209">
                  <c:v>2022-04-24</c:v>
                </c:pt>
                <c:pt idx="1210">
                  <c:v>2022-04-25</c:v>
                </c:pt>
                <c:pt idx="1211">
                  <c:v>2022-04-26</c:v>
                </c:pt>
                <c:pt idx="1212">
                  <c:v>2022-04-27</c:v>
                </c:pt>
                <c:pt idx="1213">
                  <c:v>2022-04-28</c:v>
                </c:pt>
                <c:pt idx="1214">
                  <c:v>2022-04-29</c:v>
                </c:pt>
                <c:pt idx="1215">
                  <c:v>2022-04-30</c:v>
                </c:pt>
                <c:pt idx="1216">
                  <c:v>2022-05-01</c:v>
                </c:pt>
                <c:pt idx="1217">
                  <c:v>2022-05-02</c:v>
                </c:pt>
                <c:pt idx="1218">
                  <c:v>2022-05-03</c:v>
                </c:pt>
                <c:pt idx="1219">
                  <c:v>2022-05-04</c:v>
                </c:pt>
                <c:pt idx="1220">
                  <c:v>2022-05-05</c:v>
                </c:pt>
                <c:pt idx="1221">
                  <c:v>2022-05-06</c:v>
                </c:pt>
                <c:pt idx="1222">
                  <c:v>2022-05-07</c:v>
                </c:pt>
                <c:pt idx="1223">
                  <c:v>2022-05-08</c:v>
                </c:pt>
                <c:pt idx="1224">
                  <c:v>2022-05-09</c:v>
                </c:pt>
                <c:pt idx="1225">
                  <c:v>2022-05-10</c:v>
                </c:pt>
                <c:pt idx="1226">
                  <c:v>2022-05-11</c:v>
                </c:pt>
                <c:pt idx="1227">
                  <c:v>2022-05-12</c:v>
                </c:pt>
                <c:pt idx="1228">
                  <c:v>2022-05-13</c:v>
                </c:pt>
                <c:pt idx="1229">
                  <c:v>2022-05-14</c:v>
                </c:pt>
                <c:pt idx="1230">
                  <c:v>2022-05-15</c:v>
                </c:pt>
                <c:pt idx="1231">
                  <c:v>2022-05-16</c:v>
                </c:pt>
                <c:pt idx="1232">
                  <c:v>2022-05-17</c:v>
                </c:pt>
                <c:pt idx="1233">
                  <c:v>2022-05-18</c:v>
                </c:pt>
                <c:pt idx="1234">
                  <c:v>2022-05-19</c:v>
                </c:pt>
                <c:pt idx="1235">
                  <c:v>2022-05-20</c:v>
                </c:pt>
                <c:pt idx="1236">
                  <c:v>2022-05-21</c:v>
                </c:pt>
                <c:pt idx="1237">
                  <c:v>2022-05-22</c:v>
                </c:pt>
                <c:pt idx="1238">
                  <c:v>2022-05-23</c:v>
                </c:pt>
                <c:pt idx="1239">
                  <c:v>2022-05-24</c:v>
                </c:pt>
                <c:pt idx="1240">
                  <c:v>2022-05-25</c:v>
                </c:pt>
                <c:pt idx="1241">
                  <c:v>2022-05-26</c:v>
                </c:pt>
                <c:pt idx="1242">
                  <c:v>2022-05-27</c:v>
                </c:pt>
                <c:pt idx="1243">
                  <c:v>2022-05-28</c:v>
                </c:pt>
                <c:pt idx="1244">
                  <c:v>2022-05-29</c:v>
                </c:pt>
                <c:pt idx="1245">
                  <c:v>2022-05-30</c:v>
                </c:pt>
                <c:pt idx="1246">
                  <c:v>2022-05-31</c:v>
                </c:pt>
                <c:pt idx="1247">
                  <c:v>2022-06-01</c:v>
                </c:pt>
                <c:pt idx="1248">
                  <c:v>2022-06-02</c:v>
                </c:pt>
                <c:pt idx="1249">
                  <c:v>2022-06-03</c:v>
                </c:pt>
                <c:pt idx="1250">
                  <c:v>2022-06-04</c:v>
                </c:pt>
                <c:pt idx="1251">
                  <c:v>2022-06-05</c:v>
                </c:pt>
                <c:pt idx="1252">
                  <c:v>2022-06-06</c:v>
                </c:pt>
                <c:pt idx="1253">
                  <c:v>2022-06-07</c:v>
                </c:pt>
                <c:pt idx="1254">
                  <c:v>2022-06-08</c:v>
                </c:pt>
                <c:pt idx="1255">
                  <c:v>2022-06-09</c:v>
                </c:pt>
                <c:pt idx="1256">
                  <c:v>2022-06-10</c:v>
                </c:pt>
                <c:pt idx="1257">
                  <c:v>2022-06-11</c:v>
                </c:pt>
                <c:pt idx="1258">
                  <c:v>2022-06-12</c:v>
                </c:pt>
                <c:pt idx="1259">
                  <c:v>2022-06-13</c:v>
                </c:pt>
                <c:pt idx="1260">
                  <c:v>2022-06-14</c:v>
                </c:pt>
                <c:pt idx="1261">
                  <c:v>2022-06-15</c:v>
                </c:pt>
                <c:pt idx="1262">
                  <c:v>2022-06-16</c:v>
                </c:pt>
                <c:pt idx="1263">
                  <c:v>2022-06-17</c:v>
                </c:pt>
                <c:pt idx="1264">
                  <c:v>2022-06-18</c:v>
                </c:pt>
                <c:pt idx="1265">
                  <c:v>2022-06-19</c:v>
                </c:pt>
                <c:pt idx="1266">
                  <c:v>2022-06-20</c:v>
                </c:pt>
                <c:pt idx="1267">
                  <c:v>2022-06-21</c:v>
                </c:pt>
                <c:pt idx="1268">
                  <c:v>2022-06-22</c:v>
                </c:pt>
                <c:pt idx="1269">
                  <c:v>2022-06-23</c:v>
                </c:pt>
                <c:pt idx="1270">
                  <c:v>2022-06-24</c:v>
                </c:pt>
                <c:pt idx="1271">
                  <c:v>2022-06-25</c:v>
                </c:pt>
                <c:pt idx="1272">
                  <c:v>2022-06-26</c:v>
                </c:pt>
                <c:pt idx="1273">
                  <c:v>2022-06-27</c:v>
                </c:pt>
                <c:pt idx="1274">
                  <c:v>2022-06-28</c:v>
                </c:pt>
                <c:pt idx="1275">
                  <c:v>2022-06-29</c:v>
                </c:pt>
                <c:pt idx="1276">
                  <c:v>2022-06-30</c:v>
                </c:pt>
                <c:pt idx="1277">
                  <c:v>2022-07-01</c:v>
                </c:pt>
                <c:pt idx="1278">
                  <c:v>2022-07-02</c:v>
                </c:pt>
                <c:pt idx="1279">
                  <c:v>2022-07-03</c:v>
                </c:pt>
                <c:pt idx="1280">
                  <c:v>2022-07-04</c:v>
                </c:pt>
                <c:pt idx="1281">
                  <c:v>2022-07-05</c:v>
                </c:pt>
                <c:pt idx="1282">
                  <c:v>2022-07-06</c:v>
                </c:pt>
                <c:pt idx="1283">
                  <c:v>2022-07-07</c:v>
                </c:pt>
                <c:pt idx="1284">
                  <c:v>2022-07-08</c:v>
                </c:pt>
                <c:pt idx="1285">
                  <c:v>2022-07-09</c:v>
                </c:pt>
                <c:pt idx="1286">
                  <c:v>2022-07-10</c:v>
                </c:pt>
                <c:pt idx="1287">
                  <c:v>2022-07-11</c:v>
                </c:pt>
                <c:pt idx="1288">
                  <c:v>2022-07-12</c:v>
                </c:pt>
                <c:pt idx="1289">
                  <c:v>2022-07-13</c:v>
                </c:pt>
                <c:pt idx="1290">
                  <c:v>2022-07-14</c:v>
                </c:pt>
                <c:pt idx="1291">
                  <c:v>2022-07-15</c:v>
                </c:pt>
                <c:pt idx="1292">
                  <c:v>2022-07-16</c:v>
                </c:pt>
                <c:pt idx="1293">
                  <c:v>2022-07-17</c:v>
                </c:pt>
                <c:pt idx="1294">
                  <c:v>2022-07-18</c:v>
                </c:pt>
                <c:pt idx="1295">
                  <c:v>2022-07-19</c:v>
                </c:pt>
                <c:pt idx="1296">
                  <c:v>2022-07-20</c:v>
                </c:pt>
                <c:pt idx="1297">
                  <c:v>2022-07-21</c:v>
                </c:pt>
                <c:pt idx="1298">
                  <c:v>2022-07-22</c:v>
                </c:pt>
                <c:pt idx="1299">
                  <c:v>2022-07-23</c:v>
                </c:pt>
                <c:pt idx="1300">
                  <c:v>2022-07-24</c:v>
                </c:pt>
                <c:pt idx="1301">
                  <c:v>2022-07-25</c:v>
                </c:pt>
                <c:pt idx="1302">
                  <c:v>2022-07-26</c:v>
                </c:pt>
                <c:pt idx="1303">
                  <c:v>2022-07-27</c:v>
                </c:pt>
                <c:pt idx="1304">
                  <c:v>2022-07-28</c:v>
                </c:pt>
                <c:pt idx="1305">
                  <c:v>2022-07-29</c:v>
                </c:pt>
                <c:pt idx="1306">
                  <c:v>2022-07-30</c:v>
                </c:pt>
                <c:pt idx="1307">
                  <c:v>2022-07-31</c:v>
                </c:pt>
                <c:pt idx="1308">
                  <c:v>2022-08-01</c:v>
                </c:pt>
                <c:pt idx="1309">
                  <c:v>2022-08-02</c:v>
                </c:pt>
                <c:pt idx="1310">
                  <c:v>2022-08-03</c:v>
                </c:pt>
                <c:pt idx="1311">
                  <c:v>2022-08-04</c:v>
                </c:pt>
                <c:pt idx="1312">
                  <c:v>2022-08-05</c:v>
                </c:pt>
                <c:pt idx="1313">
                  <c:v>2022-08-06</c:v>
                </c:pt>
                <c:pt idx="1314">
                  <c:v>2022-08-07</c:v>
                </c:pt>
                <c:pt idx="1315">
                  <c:v>2022-08-08</c:v>
                </c:pt>
                <c:pt idx="1316">
                  <c:v>2022-08-09</c:v>
                </c:pt>
                <c:pt idx="1317">
                  <c:v>2022-08-10</c:v>
                </c:pt>
                <c:pt idx="1318">
                  <c:v>2022-08-11</c:v>
                </c:pt>
                <c:pt idx="1319">
                  <c:v>2022-08-12</c:v>
                </c:pt>
                <c:pt idx="1320">
                  <c:v>2022-08-13</c:v>
                </c:pt>
                <c:pt idx="1321">
                  <c:v>2022-08-14</c:v>
                </c:pt>
                <c:pt idx="1322">
                  <c:v>2022-08-15</c:v>
                </c:pt>
                <c:pt idx="1323">
                  <c:v>2022-08-16</c:v>
                </c:pt>
                <c:pt idx="1324">
                  <c:v>2022-08-17</c:v>
                </c:pt>
                <c:pt idx="1325">
                  <c:v>2022-08-18</c:v>
                </c:pt>
                <c:pt idx="1326">
                  <c:v>2022-08-19</c:v>
                </c:pt>
                <c:pt idx="1327">
                  <c:v>2022-08-20</c:v>
                </c:pt>
                <c:pt idx="1328">
                  <c:v>2022-08-21</c:v>
                </c:pt>
                <c:pt idx="1329">
                  <c:v>2022-08-22</c:v>
                </c:pt>
                <c:pt idx="1330">
                  <c:v>2022-08-23</c:v>
                </c:pt>
                <c:pt idx="1331">
                  <c:v>2022-08-24</c:v>
                </c:pt>
                <c:pt idx="1332">
                  <c:v>2022-08-25</c:v>
                </c:pt>
                <c:pt idx="1333">
                  <c:v>2022-08-26</c:v>
                </c:pt>
                <c:pt idx="1334">
                  <c:v>2022-08-27</c:v>
                </c:pt>
                <c:pt idx="1335">
                  <c:v>2022-08-28</c:v>
                </c:pt>
                <c:pt idx="1336">
                  <c:v>2022-08-29</c:v>
                </c:pt>
                <c:pt idx="1337">
                  <c:v>2022-08-30</c:v>
                </c:pt>
                <c:pt idx="1338">
                  <c:v>2022-08-31</c:v>
                </c:pt>
                <c:pt idx="1339">
                  <c:v>2022-09-01</c:v>
                </c:pt>
                <c:pt idx="1340">
                  <c:v>2022-09-02</c:v>
                </c:pt>
                <c:pt idx="1341">
                  <c:v>2022-09-03</c:v>
                </c:pt>
                <c:pt idx="1342">
                  <c:v>2022-09-04</c:v>
                </c:pt>
                <c:pt idx="1343">
                  <c:v>2022-09-05</c:v>
                </c:pt>
                <c:pt idx="1344">
                  <c:v>2022-09-06</c:v>
                </c:pt>
                <c:pt idx="1345">
                  <c:v>2022-09-07</c:v>
                </c:pt>
                <c:pt idx="1346">
                  <c:v>2022-09-08</c:v>
                </c:pt>
                <c:pt idx="1347">
                  <c:v>2022-09-09</c:v>
                </c:pt>
                <c:pt idx="1348">
                  <c:v>2022-09-10</c:v>
                </c:pt>
                <c:pt idx="1349">
                  <c:v>2022-09-11</c:v>
                </c:pt>
                <c:pt idx="1350">
                  <c:v>2022-09-12</c:v>
                </c:pt>
                <c:pt idx="1351">
                  <c:v>2022-09-13</c:v>
                </c:pt>
                <c:pt idx="1352">
                  <c:v>2022-09-14</c:v>
                </c:pt>
                <c:pt idx="1353">
                  <c:v>2022-09-15</c:v>
                </c:pt>
                <c:pt idx="1354">
                  <c:v>2022-09-16</c:v>
                </c:pt>
                <c:pt idx="1355">
                  <c:v>2022-09-17</c:v>
                </c:pt>
                <c:pt idx="1356">
                  <c:v>2022-09-18</c:v>
                </c:pt>
                <c:pt idx="1357">
                  <c:v>2022-09-19</c:v>
                </c:pt>
                <c:pt idx="1358">
                  <c:v>2022-09-20</c:v>
                </c:pt>
                <c:pt idx="1359">
                  <c:v>2022-09-21</c:v>
                </c:pt>
                <c:pt idx="1360">
                  <c:v>2022-09-22</c:v>
                </c:pt>
                <c:pt idx="1361">
                  <c:v>2022-09-23</c:v>
                </c:pt>
                <c:pt idx="1362">
                  <c:v>2022-09-24</c:v>
                </c:pt>
                <c:pt idx="1363">
                  <c:v>2022-09-25</c:v>
                </c:pt>
                <c:pt idx="1364">
                  <c:v>2022-09-26</c:v>
                </c:pt>
                <c:pt idx="1365">
                  <c:v>2022-09-27</c:v>
                </c:pt>
                <c:pt idx="1366">
                  <c:v>2022-09-28</c:v>
                </c:pt>
                <c:pt idx="1367">
                  <c:v>2022-09-29</c:v>
                </c:pt>
                <c:pt idx="1368">
                  <c:v>2022-09-30</c:v>
                </c:pt>
                <c:pt idx="1369">
                  <c:v>2022-10-01</c:v>
                </c:pt>
                <c:pt idx="1370">
                  <c:v>2022-10-02</c:v>
                </c:pt>
                <c:pt idx="1371">
                  <c:v>2022-10-03</c:v>
                </c:pt>
                <c:pt idx="1372">
                  <c:v>2022-10-04</c:v>
                </c:pt>
                <c:pt idx="1373">
                  <c:v>2022-10-05</c:v>
                </c:pt>
                <c:pt idx="1374">
                  <c:v>2022-10-06</c:v>
                </c:pt>
                <c:pt idx="1375">
                  <c:v>2022-10-07</c:v>
                </c:pt>
                <c:pt idx="1376">
                  <c:v>2022-10-08</c:v>
                </c:pt>
                <c:pt idx="1377">
                  <c:v>2022-10-09</c:v>
                </c:pt>
                <c:pt idx="1378">
                  <c:v>2022-10-10</c:v>
                </c:pt>
                <c:pt idx="1379">
                  <c:v>2022-10-11</c:v>
                </c:pt>
                <c:pt idx="1380">
                  <c:v>2022-10-12</c:v>
                </c:pt>
                <c:pt idx="1381">
                  <c:v>2022-10-13</c:v>
                </c:pt>
                <c:pt idx="1382">
                  <c:v>2022-10-14</c:v>
                </c:pt>
                <c:pt idx="1383">
                  <c:v>2022-10-15</c:v>
                </c:pt>
                <c:pt idx="1384">
                  <c:v>2022-10-16</c:v>
                </c:pt>
                <c:pt idx="1385">
                  <c:v>2022-10-17</c:v>
                </c:pt>
                <c:pt idx="1386">
                  <c:v>2022-10-18</c:v>
                </c:pt>
                <c:pt idx="1387">
                  <c:v>2022-10-19</c:v>
                </c:pt>
                <c:pt idx="1388">
                  <c:v>2022-10-20</c:v>
                </c:pt>
                <c:pt idx="1389">
                  <c:v>2022-10-21</c:v>
                </c:pt>
                <c:pt idx="1390">
                  <c:v>2022-10-22</c:v>
                </c:pt>
                <c:pt idx="1391">
                  <c:v>2022-10-23</c:v>
                </c:pt>
                <c:pt idx="1392">
                  <c:v>2022-10-24</c:v>
                </c:pt>
                <c:pt idx="1393">
                  <c:v>2022-10-25</c:v>
                </c:pt>
                <c:pt idx="1394">
                  <c:v>2022-10-26</c:v>
                </c:pt>
                <c:pt idx="1395">
                  <c:v>2022-10-27</c:v>
                </c:pt>
                <c:pt idx="1396">
                  <c:v>2022-10-28</c:v>
                </c:pt>
                <c:pt idx="1397">
                  <c:v>2022-10-29</c:v>
                </c:pt>
                <c:pt idx="1398">
                  <c:v>2022-10-30</c:v>
                </c:pt>
                <c:pt idx="1399">
                  <c:v>2022-10-31</c:v>
                </c:pt>
                <c:pt idx="1400">
                  <c:v>2022-11-01</c:v>
                </c:pt>
                <c:pt idx="1401">
                  <c:v>2022-11-02</c:v>
                </c:pt>
                <c:pt idx="1402">
                  <c:v>2022-11-03</c:v>
                </c:pt>
                <c:pt idx="1403">
                  <c:v>2022-11-04</c:v>
                </c:pt>
                <c:pt idx="1404">
                  <c:v>2022-11-05</c:v>
                </c:pt>
                <c:pt idx="1405">
                  <c:v>2022-11-06</c:v>
                </c:pt>
                <c:pt idx="1406">
                  <c:v>2022-11-07</c:v>
                </c:pt>
                <c:pt idx="1407">
                  <c:v>2022-11-08</c:v>
                </c:pt>
                <c:pt idx="1408">
                  <c:v>2022-11-09</c:v>
                </c:pt>
                <c:pt idx="1409">
                  <c:v>2022-11-10</c:v>
                </c:pt>
                <c:pt idx="1410">
                  <c:v>2022-11-11</c:v>
                </c:pt>
                <c:pt idx="1411">
                  <c:v>2022-11-12</c:v>
                </c:pt>
                <c:pt idx="1412">
                  <c:v>2022-11-13</c:v>
                </c:pt>
                <c:pt idx="1413">
                  <c:v>2022-11-14</c:v>
                </c:pt>
                <c:pt idx="1414">
                  <c:v>2022-11-15</c:v>
                </c:pt>
                <c:pt idx="1415">
                  <c:v>2022-11-16</c:v>
                </c:pt>
                <c:pt idx="1416">
                  <c:v>2022-11-17</c:v>
                </c:pt>
                <c:pt idx="1417">
                  <c:v>2022-11-18</c:v>
                </c:pt>
                <c:pt idx="1418">
                  <c:v>2022-11-19</c:v>
                </c:pt>
                <c:pt idx="1419">
                  <c:v>2022-11-20</c:v>
                </c:pt>
                <c:pt idx="1420">
                  <c:v>2022-11-21</c:v>
                </c:pt>
                <c:pt idx="1421">
                  <c:v>2022-11-22</c:v>
                </c:pt>
                <c:pt idx="1422">
                  <c:v>2022-11-23</c:v>
                </c:pt>
                <c:pt idx="1423">
                  <c:v>2022-11-24</c:v>
                </c:pt>
                <c:pt idx="1424">
                  <c:v>2022-11-25</c:v>
                </c:pt>
                <c:pt idx="1425">
                  <c:v>2022-11-26</c:v>
                </c:pt>
                <c:pt idx="1426">
                  <c:v>2022-11-27</c:v>
                </c:pt>
                <c:pt idx="1427">
                  <c:v>2022-11-28</c:v>
                </c:pt>
                <c:pt idx="1428">
                  <c:v>2022-11-29</c:v>
                </c:pt>
                <c:pt idx="1429">
                  <c:v>2022-11-30</c:v>
                </c:pt>
                <c:pt idx="1430">
                  <c:v>2022-12-01</c:v>
                </c:pt>
                <c:pt idx="1431">
                  <c:v>2022-12-02</c:v>
                </c:pt>
                <c:pt idx="1432">
                  <c:v>2022-12-03</c:v>
                </c:pt>
                <c:pt idx="1433">
                  <c:v>2022-12-04</c:v>
                </c:pt>
                <c:pt idx="1434">
                  <c:v>2022-12-05</c:v>
                </c:pt>
                <c:pt idx="1435">
                  <c:v>2022-12-06</c:v>
                </c:pt>
                <c:pt idx="1436">
                  <c:v>2022-12-07</c:v>
                </c:pt>
                <c:pt idx="1437">
                  <c:v>2022-12-08</c:v>
                </c:pt>
                <c:pt idx="1438">
                  <c:v>2022-12-09</c:v>
                </c:pt>
                <c:pt idx="1439">
                  <c:v>2022-12-10</c:v>
                </c:pt>
                <c:pt idx="1440">
                  <c:v>2022-12-11</c:v>
                </c:pt>
                <c:pt idx="1441">
                  <c:v>2022-12-12</c:v>
                </c:pt>
                <c:pt idx="1442">
                  <c:v>2022-12-13</c:v>
                </c:pt>
                <c:pt idx="1443">
                  <c:v>2022-12-14</c:v>
                </c:pt>
                <c:pt idx="1444">
                  <c:v>2022-12-15</c:v>
                </c:pt>
                <c:pt idx="1445">
                  <c:v>2022-12-16</c:v>
                </c:pt>
                <c:pt idx="1446">
                  <c:v>2022-12-17</c:v>
                </c:pt>
                <c:pt idx="1447">
                  <c:v>2022-12-18</c:v>
                </c:pt>
                <c:pt idx="1448">
                  <c:v>2022-12-19</c:v>
                </c:pt>
                <c:pt idx="1449">
                  <c:v>2022-12-20</c:v>
                </c:pt>
                <c:pt idx="1450">
                  <c:v>2022-12-21</c:v>
                </c:pt>
                <c:pt idx="1451">
                  <c:v>2022-12-22</c:v>
                </c:pt>
                <c:pt idx="1452">
                  <c:v>2022-12-23</c:v>
                </c:pt>
                <c:pt idx="1453">
                  <c:v>2022-12-24</c:v>
                </c:pt>
                <c:pt idx="1454">
                  <c:v>2022-12-25</c:v>
                </c:pt>
                <c:pt idx="1455">
                  <c:v>2022-12-26</c:v>
                </c:pt>
                <c:pt idx="1456">
                  <c:v>2022-12-27</c:v>
                </c:pt>
                <c:pt idx="1457">
                  <c:v>2022-12-28</c:v>
                </c:pt>
                <c:pt idx="1458">
                  <c:v>2022-12-29</c:v>
                </c:pt>
                <c:pt idx="1459">
                  <c:v>2022-12-30</c:v>
                </c:pt>
                <c:pt idx="1460">
                  <c:v>2022-12-31</c:v>
                </c:pt>
                <c:pt idx="1461">
                  <c:v>2023-01-01</c:v>
                </c:pt>
                <c:pt idx="1462">
                  <c:v>2023-01-02</c:v>
                </c:pt>
                <c:pt idx="1463">
                  <c:v>2023-01-03</c:v>
                </c:pt>
                <c:pt idx="1464">
                  <c:v>2023-01-04</c:v>
                </c:pt>
                <c:pt idx="1465">
                  <c:v>2023-01-05</c:v>
                </c:pt>
                <c:pt idx="1466">
                  <c:v>2023-01-06</c:v>
                </c:pt>
                <c:pt idx="1467">
                  <c:v>2023-01-07</c:v>
                </c:pt>
                <c:pt idx="1468">
                  <c:v>2023-01-08</c:v>
                </c:pt>
                <c:pt idx="1469">
                  <c:v>2023-01-09</c:v>
                </c:pt>
                <c:pt idx="1470">
                  <c:v>2023-01-10</c:v>
                </c:pt>
                <c:pt idx="1471">
                  <c:v>2023-01-11</c:v>
                </c:pt>
                <c:pt idx="1472">
                  <c:v>2023-01-12</c:v>
                </c:pt>
                <c:pt idx="1473">
                  <c:v>2023-01-13</c:v>
                </c:pt>
                <c:pt idx="1474">
                  <c:v>2023-01-14</c:v>
                </c:pt>
                <c:pt idx="1475">
                  <c:v>2023-01-15</c:v>
                </c:pt>
                <c:pt idx="1476">
                  <c:v>2023-01-16</c:v>
                </c:pt>
                <c:pt idx="1477">
                  <c:v>2023-01-17</c:v>
                </c:pt>
                <c:pt idx="1478">
                  <c:v>2023-01-18</c:v>
                </c:pt>
                <c:pt idx="1479">
                  <c:v>2023-01-19</c:v>
                </c:pt>
                <c:pt idx="1480">
                  <c:v>2023-01-20</c:v>
                </c:pt>
                <c:pt idx="1481">
                  <c:v>2023-01-21</c:v>
                </c:pt>
                <c:pt idx="1482">
                  <c:v>2023-01-22</c:v>
                </c:pt>
                <c:pt idx="1483">
                  <c:v>2023-01-23</c:v>
                </c:pt>
                <c:pt idx="1484">
                  <c:v>2023-01-24</c:v>
                </c:pt>
                <c:pt idx="1485">
                  <c:v>2023-01-25</c:v>
                </c:pt>
                <c:pt idx="1486">
                  <c:v>2023-01-26</c:v>
                </c:pt>
                <c:pt idx="1487">
                  <c:v>2023-01-27</c:v>
                </c:pt>
                <c:pt idx="1488">
                  <c:v>2023-01-28</c:v>
                </c:pt>
                <c:pt idx="1489">
                  <c:v>2023-01-29</c:v>
                </c:pt>
                <c:pt idx="1490">
                  <c:v>2023-01-30</c:v>
                </c:pt>
                <c:pt idx="1491">
                  <c:v>2023-01-31</c:v>
                </c:pt>
                <c:pt idx="1492">
                  <c:v>2023-02-01</c:v>
                </c:pt>
                <c:pt idx="1493">
                  <c:v>2023-02-02</c:v>
                </c:pt>
                <c:pt idx="1494">
                  <c:v>2023-02-03</c:v>
                </c:pt>
                <c:pt idx="1495">
                  <c:v>2023-02-04</c:v>
                </c:pt>
                <c:pt idx="1496">
                  <c:v>2023-02-05</c:v>
                </c:pt>
                <c:pt idx="1497">
                  <c:v>2023-02-06</c:v>
                </c:pt>
                <c:pt idx="1498">
                  <c:v>2023-02-07</c:v>
                </c:pt>
                <c:pt idx="1499">
                  <c:v>2023-02-08</c:v>
                </c:pt>
                <c:pt idx="1500">
                  <c:v>2023-02-09</c:v>
                </c:pt>
                <c:pt idx="1501">
                  <c:v>2023-02-10</c:v>
                </c:pt>
                <c:pt idx="1502">
                  <c:v>2023-02-11</c:v>
                </c:pt>
                <c:pt idx="1503">
                  <c:v>2023-02-12</c:v>
                </c:pt>
                <c:pt idx="1504">
                  <c:v>2023-02-13</c:v>
                </c:pt>
                <c:pt idx="1505">
                  <c:v>2023-02-14</c:v>
                </c:pt>
                <c:pt idx="1506">
                  <c:v>2023-02-15</c:v>
                </c:pt>
                <c:pt idx="1507">
                  <c:v>2023-02-16</c:v>
                </c:pt>
                <c:pt idx="1508">
                  <c:v>2023-02-17</c:v>
                </c:pt>
                <c:pt idx="1509">
                  <c:v>2023-02-18</c:v>
                </c:pt>
                <c:pt idx="1510">
                  <c:v>2023-02-19</c:v>
                </c:pt>
                <c:pt idx="1511">
                  <c:v>2023-02-20</c:v>
                </c:pt>
                <c:pt idx="1512">
                  <c:v>2023-02-21</c:v>
                </c:pt>
                <c:pt idx="1513">
                  <c:v>2023-02-22</c:v>
                </c:pt>
                <c:pt idx="1514">
                  <c:v>2023-02-23</c:v>
                </c:pt>
                <c:pt idx="1515">
                  <c:v>2023-02-24</c:v>
                </c:pt>
                <c:pt idx="1516">
                  <c:v>2023-02-25</c:v>
                </c:pt>
                <c:pt idx="1517">
                  <c:v>2023-02-26</c:v>
                </c:pt>
                <c:pt idx="1518">
                  <c:v>2023-02-27</c:v>
                </c:pt>
                <c:pt idx="1519">
                  <c:v>2023-02-28</c:v>
                </c:pt>
                <c:pt idx="1520">
                  <c:v>2023-03-01</c:v>
                </c:pt>
                <c:pt idx="1521">
                  <c:v>2023-03-02</c:v>
                </c:pt>
                <c:pt idx="1522">
                  <c:v>2023-03-03</c:v>
                </c:pt>
                <c:pt idx="1523">
                  <c:v>2023-03-04</c:v>
                </c:pt>
                <c:pt idx="1524">
                  <c:v>2023-03-05</c:v>
                </c:pt>
                <c:pt idx="1525">
                  <c:v>2023-03-06</c:v>
                </c:pt>
                <c:pt idx="1526">
                  <c:v>2023-03-07</c:v>
                </c:pt>
                <c:pt idx="1527">
                  <c:v>2023-03-08</c:v>
                </c:pt>
                <c:pt idx="1528">
                  <c:v>2023-03-09</c:v>
                </c:pt>
                <c:pt idx="1529">
                  <c:v>2023-03-10</c:v>
                </c:pt>
                <c:pt idx="1530">
                  <c:v>2023-03-11</c:v>
                </c:pt>
                <c:pt idx="1531">
                  <c:v>2023-03-12</c:v>
                </c:pt>
                <c:pt idx="1532">
                  <c:v>2023-03-13</c:v>
                </c:pt>
                <c:pt idx="1533">
                  <c:v>2023-03-14</c:v>
                </c:pt>
                <c:pt idx="1534">
                  <c:v>2023-03-15</c:v>
                </c:pt>
                <c:pt idx="1535">
                  <c:v>2023-03-16</c:v>
                </c:pt>
                <c:pt idx="1536">
                  <c:v>2023-03-17</c:v>
                </c:pt>
                <c:pt idx="1537">
                  <c:v>2023-03-18</c:v>
                </c:pt>
                <c:pt idx="1538">
                  <c:v>2023-03-19</c:v>
                </c:pt>
                <c:pt idx="1539">
                  <c:v>2023-03-20</c:v>
                </c:pt>
                <c:pt idx="1540">
                  <c:v>2023-03-21</c:v>
                </c:pt>
                <c:pt idx="1541">
                  <c:v>2023-03-22</c:v>
                </c:pt>
                <c:pt idx="1542">
                  <c:v>2023-03-23</c:v>
                </c:pt>
                <c:pt idx="1543">
                  <c:v>2023-03-24</c:v>
                </c:pt>
                <c:pt idx="1544">
                  <c:v>2023-03-25</c:v>
                </c:pt>
                <c:pt idx="1545">
                  <c:v>2023-03-26</c:v>
                </c:pt>
                <c:pt idx="1546">
                  <c:v>2023-03-27</c:v>
                </c:pt>
                <c:pt idx="1547">
                  <c:v>2023-03-28</c:v>
                </c:pt>
                <c:pt idx="1548">
                  <c:v>2023-03-29</c:v>
                </c:pt>
                <c:pt idx="1549">
                  <c:v>2023-03-30</c:v>
                </c:pt>
                <c:pt idx="1550">
                  <c:v>2023-03-31</c:v>
                </c:pt>
                <c:pt idx="1551">
                  <c:v>2023-04-01</c:v>
                </c:pt>
                <c:pt idx="1552">
                  <c:v>2023-04-02</c:v>
                </c:pt>
                <c:pt idx="1553">
                  <c:v>2023-04-03</c:v>
                </c:pt>
                <c:pt idx="1554">
                  <c:v>2023-04-04</c:v>
                </c:pt>
                <c:pt idx="1555">
                  <c:v>2023-04-05</c:v>
                </c:pt>
                <c:pt idx="1556">
                  <c:v>2023-04-06</c:v>
                </c:pt>
                <c:pt idx="1557">
                  <c:v>2023-04-07</c:v>
                </c:pt>
                <c:pt idx="1558">
                  <c:v>2023-04-08</c:v>
                </c:pt>
                <c:pt idx="1559">
                  <c:v>2023-04-09</c:v>
                </c:pt>
                <c:pt idx="1560">
                  <c:v>2023-04-10</c:v>
                </c:pt>
                <c:pt idx="1561">
                  <c:v>2023-04-11</c:v>
                </c:pt>
                <c:pt idx="1562">
                  <c:v>2023-04-12</c:v>
                </c:pt>
                <c:pt idx="1563">
                  <c:v>2023-04-13</c:v>
                </c:pt>
                <c:pt idx="1564">
                  <c:v>2023-04-14</c:v>
                </c:pt>
                <c:pt idx="1565">
                  <c:v>2023-04-15</c:v>
                </c:pt>
                <c:pt idx="1566">
                  <c:v>2023-04-16</c:v>
                </c:pt>
                <c:pt idx="1567">
                  <c:v>2023-04-17</c:v>
                </c:pt>
                <c:pt idx="1568">
                  <c:v>2023-04-18</c:v>
                </c:pt>
                <c:pt idx="1569">
                  <c:v>2023-04-19</c:v>
                </c:pt>
                <c:pt idx="1570">
                  <c:v>2023-04-20</c:v>
                </c:pt>
                <c:pt idx="1571">
                  <c:v>2023-04-21</c:v>
                </c:pt>
                <c:pt idx="1572">
                  <c:v>2023-04-22</c:v>
                </c:pt>
                <c:pt idx="1573">
                  <c:v>2023-04-23</c:v>
                </c:pt>
                <c:pt idx="1574">
                  <c:v>2023-04-24</c:v>
                </c:pt>
                <c:pt idx="1575">
                  <c:v>2023-04-25</c:v>
                </c:pt>
                <c:pt idx="1576">
                  <c:v>2023-04-26</c:v>
                </c:pt>
                <c:pt idx="1577">
                  <c:v>2023-04-27</c:v>
                </c:pt>
                <c:pt idx="1578">
                  <c:v>2023-04-28</c:v>
                </c:pt>
                <c:pt idx="1579">
                  <c:v>2023-04-29</c:v>
                </c:pt>
                <c:pt idx="1580">
                  <c:v>2023-04-30</c:v>
                </c:pt>
                <c:pt idx="1581">
                  <c:v>2023-05-01</c:v>
                </c:pt>
                <c:pt idx="1582">
                  <c:v>2023-05-02</c:v>
                </c:pt>
                <c:pt idx="1583">
                  <c:v>2023-05-03</c:v>
                </c:pt>
                <c:pt idx="1584">
                  <c:v>2023-05-04</c:v>
                </c:pt>
                <c:pt idx="1585">
                  <c:v>2023-05-05</c:v>
                </c:pt>
                <c:pt idx="1586">
                  <c:v>2023-05-06</c:v>
                </c:pt>
                <c:pt idx="1587">
                  <c:v>2023-05-07</c:v>
                </c:pt>
                <c:pt idx="1588">
                  <c:v>2023-05-08</c:v>
                </c:pt>
                <c:pt idx="1589">
                  <c:v>2023-05-09</c:v>
                </c:pt>
                <c:pt idx="1590">
                  <c:v>2023-05-10</c:v>
                </c:pt>
                <c:pt idx="1591">
                  <c:v>2023-05-11</c:v>
                </c:pt>
                <c:pt idx="1592">
                  <c:v>2023-05-12</c:v>
                </c:pt>
                <c:pt idx="1593">
                  <c:v>2023-05-13</c:v>
                </c:pt>
                <c:pt idx="1594">
                  <c:v>2023-05-14</c:v>
                </c:pt>
                <c:pt idx="1595">
                  <c:v>2023-05-15</c:v>
                </c:pt>
                <c:pt idx="1596">
                  <c:v>2023-05-16</c:v>
                </c:pt>
                <c:pt idx="1597">
                  <c:v>2023-05-17</c:v>
                </c:pt>
                <c:pt idx="1598">
                  <c:v>2023-05-18</c:v>
                </c:pt>
                <c:pt idx="1599">
                  <c:v>2023-05-19</c:v>
                </c:pt>
                <c:pt idx="1600">
                  <c:v>2023-05-20</c:v>
                </c:pt>
                <c:pt idx="1601">
                  <c:v>2023-05-21</c:v>
                </c:pt>
                <c:pt idx="1602">
                  <c:v>2023-05-22</c:v>
                </c:pt>
                <c:pt idx="1603">
                  <c:v>2023-05-23</c:v>
                </c:pt>
                <c:pt idx="1604">
                  <c:v>2023-05-24</c:v>
                </c:pt>
                <c:pt idx="1605">
                  <c:v>2023-05-25</c:v>
                </c:pt>
                <c:pt idx="1606">
                  <c:v>2023-05-26</c:v>
                </c:pt>
                <c:pt idx="1607">
                  <c:v>2023-05-27</c:v>
                </c:pt>
                <c:pt idx="1608">
                  <c:v>2023-05-28</c:v>
                </c:pt>
                <c:pt idx="1609">
                  <c:v>2023-05-29</c:v>
                </c:pt>
                <c:pt idx="1610">
                  <c:v>2023-05-30</c:v>
                </c:pt>
                <c:pt idx="1611">
                  <c:v>2023-05-31</c:v>
                </c:pt>
                <c:pt idx="1612">
                  <c:v>2023-06-01</c:v>
                </c:pt>
                <c:pt idx="1613">
                  <c:v>2023-06-02</c:v>
                </c:pt>
                <c:pt idx="1614">
                  <c:v>2023-06-03</c:v>
                </c:pt>
                <c:pt idx="1615">
                  <c:v>2023-06-04</c:v>
                </c:pt>
                <c:pt idx="1616">
                  <c:v>2023-06-05</c:v>
                </c:pt>
                <c:pt idx="1617">
                  <c:v>2023-06-06</c:v>
                </c:pt>
                <c:pt idx="1618">
                  <c:v>2023-06-07</c:v>
                </c:pt>
                <c:pt idx="1619">
                  <c:v>2023-06-08</c:v>
                </c:pt>
                <c:pt idx="1620">
                  <c:v>2023-06-09</c:v>
                </c:pt>
                <c:pt idx="1621">
                  <c:v>2023-06-10</c:v>
                </c:pt>
                <c:pt idx="1622">
                  <c:v>2023-06-11</c:v>
                </c:pt>
                <c:pt idx="1623">
                  <c:v>2023-06-12</c:v>
                </c:pt>
                <c:pt idx="1624">
                  <c:v>2023-06-13</c:v>
                </c:pt>
                <c:pt idx="1625">
                  <c:v>2023-06-14</c:v>
                </c:pt>
                <c:pt idx="1626">
                  <c:v>2023-06-15</c:v>
                </c:pt>
                <c:pt idx="1627">
                  <c:v>2023-06-16</c:v>
                </c:pt>
                <c:pt idx="1628">
                  <c:v>2023-06-17</c:v>
                </c:pt>
                <c:pt idx="1629">
                  <c:v>2023-06-18</c:v>
                </c:pt>
                <c:pt idx="1630">
                  <c:v>2023-06-19</c:v>
                </c:pt>
                <c:pt idx="1631">
                  <c:v>2023-06-20</c:v>
                </c:pt>
                <c:pt idx="1632">
                  <c:v>2023-06-21</c:v>
                </c:pt>
                <c:pt idx="1633">
                  <c:v>2023-06-22</c:v>
                </c:pt>
                <c:pt idx="1634">
                  <c:v>2023-06-23</c:v>
                </c:pt>
                <c:pt idx="1635">
                  <c:v>2023-06-24</c:v>
                </c:pt>
                <c:pt idx="1636">
                  <c:v>2023-06-25</c:v>
                </c:pt>
                <c:pt idx="1637">
                  <c:v>2023-06-26</c:v>
                </c:pt>
                <c:pt idx="1638">
                  <c:v>2023-06-27</c:v>
                </c:pt>
                <c:pt idx="1639">
                  <c:v>2023-06-28</c:v>
                </c:pt>
                <c:pt idx="1640">
                  <c:v>2023-06-29</c:v>
                </c:pt>
                <c:pt idx="1641">
                  <c:v>2023-06-30</c:v>
                </c:pt>
                <c:pt idx="1642">
                  <c:v>2023-07-01</c:v>
                </c:pt>
                <c:pt idx="1643">
                  <c:v>2023-07-02</c:v>
                </c:pt>
                <c:pt idx="1644">
                  <c:v>2023-07-03</c:v>
                </c:pt>
                <c:pt idx="1645">
                  <c:v>2023-07-04</c:v>
                </c:pt>
                <c:pt idx="1646">
                  <c:v>2023-07-05</c:v>
                </c:pt>
                <c:pt idx="1647">
                  <c:v>2023-07-06</c:v>
                </c:pt>
                <c:pt idx="1648">
                  <c:v>2023-07-07</c:v>
                </c:pt>
                <c:pt idx="1649">
                  <c:v>2023-07-08</c:v>
                </c:pt>
                <c:pt idx="1650">
                  <c:v>2023-07-09</c:v>
                </c:pt>
                <c:pt idx="1651">
                  <c:v>2023-07-10</c:v>
                </c:pt>
                <c:pt idx="1652">
                  <c:v>2023-07-11</c:v>
                </c:pt>
                <c:pt idx="1653">
                  <c:v>2023-07-12</c:v>
                </c:pt>
                <c:pt idx="1654">
                  <c:v>2023-07-13</c:v>
                </c:pt>
                <c:pt idx="1655">
                  <c:v>2023-07-14</c:v>
                </c:pt>
                <c:pt idx="1656">
                  <c:v>2023-07-15</c:v>
                </c:pt>
                <c:pt idx="1657">
                  <c:v>2023-07-16</c:v>
                </c:pt>
                <c:pt idx="1658">
                  <c:v>2023-07-17</c:v>
                </c:pt>
                <c:pt idx="1659">
                  <c:v>2023-07-18</c:v>
                </c:pt>
                <c:pt idx="1660">
                  <c:v>2023-07-19</c:v>
                </c:pt>
                <c:pt idx="1661">
                  <c:v>2023-07-20</c:v>
                </c:pt>
                <c:pt idx="1662">
                  <c:v>2023-07-21</c:v>
                </c:pt>
                <c:pt idx="1663">
                  <c:v>2023-07-22</c:v>
                </c:pt>
                <c:pt idx="1664">
                  <c:v>2023-07-23</c:v>
                </c:pt>
                <c:pt idx="1665">
                  <c:v>2023-07-24</c:v>
                </c:pt>
                <c:pt idx="1666">
                  <c:v>2023-07-25</c:v>
                </c:pt>
                <c:pt idx="1667">
                  <c:v>2023-07-26</c:v>
                </c:pt>
                <c:pt idx="1668">
                  <c:v>2023-07-27</c:v>
                </c:pt>
                <c:pt idx="1669">
                  <c:v>2023-07-28</c:v>
                </c:pt>
                <c:pt idx="1670">
                  <c:v>2023-07-29</c:v>
                </c:pt>
                <c:pt idx="1671">
                  <c:v>2023-07-30</c:v>
                </c:pt>
                <c:pt idx="1672">
                  <c:v>2023-07-31</c:v>
                </c:pt>
                <c:pt idx="1673">
                  <c:v>2023-08-01</c:v>
                </c:pt>
                <c:pt idx="1674">
                  <c:v>2023-08-02</c:v>
                </c:pt>
                <c:pt idx="1675">
                  <c:v>2023-08-03</c:v>
                </c:pt>
                <c:pt idx="1676">
                  <c:v>2023-08-04</c:v>
                </c:pt>
                <c:pt idx="1677">
                  <c:v>2023-08-05</c:v>
                </c:pt>
                <c:pt idx="1678">
                  <c:v>2023-08-06</c:v>
                </c:pt>
                <c:pt idx="1679">
                  <c:v>2023-08-07</c:v>
                </c:pt>
                <c:pt idx="1680">
                  <c:v>2023-08-08</c:v>
                </c:pt>
                <c:pt idx="1681">
                  <c:v>2023-08-09</c:v>
                </c:pt>
                <c:pt idx="1682">
                  <c:v>2023-08-10</c:v>
                </c:pt>
                <c:pt idx="1683">
                  <c:v>2023-08-11</c:v>
                </c:pt>
                <c:pt idx="1684">
                  <c:v>2023-08-12</c:v>
                </c:pt>
                <c:pt idx="1685">
                  <c:v>2023-08-13</c:v>
                </c:pt>
                <c:pt idx="1686">
                  <c:v>2023-08-14</c:v>
                </c:pt>
                <c:pt idx="1687">
                  <c:v>2023-08-15</c:v>
                </c:pt>
                <c:pt idx="1688">
                  <c:v>2023-08-16</c:v>
                </c:pt>
                <c:pt idx="1689">
                  <c:v>2023-08-17</c:v>
                </c:pt>
                <c:pt idx="1690">
                  <c:v>2023-08-18</c:v>
                </c:pt>
                <c:pt idx="1691">
                  <c:v>2023-08-19</c:v>
                </c:pt>
                <c:pt idx="1692">
                  <c:v>2023-08-20</c:v>
                </c:pt>
                <c:pt idx="1693">
                  <c:v>2023-08-21</c:v>
                </c:pt>
                <c:pt idx="1694">
                  <c:v>2023-08-22</c:v>
                </c:pt>
                <c:pt idx="1695">
                  <c:v>2023-08-23</c:v>
                </c:pt>
                <c:pt idx="1696">
                  <c:v>2023-08-24</c:v>
                </c:pt>
                <c:pt idx="1697">
                  <c:v>2023-08-25</c:v>
                </c:pt>
                <c:pt idx="1698">
                  <c:v>2023-08-26</c:v>
                </c:pt>
                <c:pt idx="1699">
                  <c:v>2023-08-27</c:v>
                </c:pt>
                <c:pt idx="1700">
                  <c:v>2023-08-28</c:v>
                </c:pt>
                <c:pt idx="1701">
                  <c:v>2023-08-29</c:v>
                </c:pt>
                <c:pt idx="1702">
                  <c:v>2023-08-30</c:v>
                </c:pt>
                <c:pt idx="1703">
                  <c:v>2023-08-31</c:v>
                </c:pt>
                <c:pt idx="1704">
                  <c:v>2023-09-01</c:v>
                </c:pt>
                <c:pt idx="1705">
                  <c:v>2023-09-02</c:v>
                </c:pt>
                <c:pt idx="1706">
                  <c:v>2023-09-03</c:v>
                </c:pt>
                <c:pt idx="1707">
                  <c:v>2023-09-04</c:v>
                </c:pt>
                <c:pt idx="1708">
                  <c:v>2023-09-05</c:v>
                </c:pt>
                <c:pt idx="1709">
                  <c:v>2023-09-06</c:v>
                </c:pt>
                <c:pt idx="1710">
                  <c:v>2023-09-07</c:v>
                </c:pt>
                <c:pt idx="1711">
                  <c:v>2023-09-08</c:v>
                </c:pt>
                <c:pt idx="1712">
                  <c:v>2023-09-09</c:v>
                </c:pt>
                <c:pt idx="1713">
                  <c:v>2023-09-10</c:v>
                </c:pt>
                <c:pt idx="1714">
                  <c:v>2023-09-11</c:v>
                </c:pt>
                <c:pt idx="1715">
                  <c:v>2023-09-12</c:v>
                </c:pt>
                <c:pt idx="1716">
                  <c:v>2023-09-13</c:v>
                </c:pt>
                <c:pt idx="1717">
                  <c:v>2023-09-14</c:v>
                </c:pt>
                <c:pt idx="1718">
                  <c:v>2023-09-15</c:v>
                </c:pt>
                <c:pt idx="1719">
                  <c:v>2023-09-16</c:v>
                </c:pt>
                <c:pt idx="1720">
                  <c:v>2023-09-17</c:v>
                </c:pt>
                <c:pt idx="1721">
                  <c:v>2023-09-18</c:v>
                </c:pt>
                <c:pt idx="1722">
                  <c:v>2023-09-19</c:v>
                </c:pt>
                <c:pt idx="1723">
                  <c:v>2023-09-20</c:v>
                </c:pt>
                <c:pt idx="1724">
                  <c:v>2023-09-21</c:v>
                </c:pt>
                <c:pt idx="1725">
                  <c:v>2023-09-22</c:v>
                </c:pt>
                <c:pt idx="1726">
                  <c:v>2023-09-23</c:v>
                </c:pt>
                <c:pt idx="1727">
                  <c:v>2023-09-24</c:v>
                </c:pt>
                <c:pt idx="1728">
                  <c:v>2023-09-25</c:v>
                </c:pt>
                <c:pt idx="1729">
                  <c:v>2023-09-26</c:v>
                </c:pt>
                <c:pt idx="1730">
                  <c:v>2023-09-27</c:v>
                </c:pt>
                <c:pt idx="1731">
                  <c:v>2023-09-28</c:v>
                </c:pt>
                <c:pt idx="1732">
                  <c:v>2023-09-29</c:v>
                </c:pt>
                <c:pt idx="1733">
                  <c:v>2023-09-30</c:v>
                </c:pt>
                <c:pt idx="1734">
                  <c:v>2023-10-01</c:v>
                </c:pt>
                <c:pt idx="1735">
                  <c:v>2023-10-02</c:v>
                </c:pt>
                <c:pt idx="1736">
                  <c:v>2023-10-03</c:v>
                </c:pt>
                <c:pt idx="1737">
                  <c:v>2023-10-04</c:v>
                </c:pt>
                <c:pt idx="1738">
                  <c:v>2023-10-05</c:v>
                </c:pt>
                <c:pt idx="1739">
                  <c:v>2023-10-06</c:v>
                </c:pt>
                <c:pt idx="1740">
                  <c:v>2023-10-07</c:v>
                </c:pt>
                <c:pt idx="1741">
                  <c:v>2023-10-08</c:v>
                </c:pt>
                <c:pt idx="1742">
                  <c:v>2023-10-09</c:v>
                </c:pt>
                <c:pt idx="1743">
                  <c:v>2023-10-10</c:v>
                </c:pt>
                <c:pt idx="1744">
                  <c:v>2023-10-11</c:v>
                </c:pt>
                <c:pt idx="1745">
                  <c:v>2023-10-12</c:v>
                </c:pt>
                <c:pt idx="1746">
                  <c:v>2023-10-13</c:v>
                </c:pt>
                <c:pt idx="1747">
                  <c:v>2023-10-14</c:v>
                </c:pt>
                <c:pt idx="1748">
                  <c:v>2023-10-15</c:v>
                </c:pt>
                <c:pt idx="1749">
                  <c:v>2023-10-16</c:v>
                </c:pt>
                <c:pt idx="1750">
                  <c:v>2023-10-17</c:v>
                </c:pt>
                <c:pt idx="1751">
                  <c:v>2023-10-18</c:v>
                </c:pt>
                <c:pt idx="1752">
                  <c:v>2023-10-19</c:v>
                </c:pt>
                <c:pt idx="1753">
                  <c:v>2023-10-20</c:v>
                </c:pt>
                <c:pt idx="1754">
                  <c:v>2023-10-21</c:v>
                </c:pt>
                <c:pt idx="1755">
                  <c:v>2023-10-22</c:v>
                </c:pt>
                <c:pt idx="1756">
                  <c:v>2023-10-23</c:v>
                </c:pt>
                <c:pt idx="1757">
                  <c:v>2023-10-24</c:v>
                </c:pt>
                <c:pt idx="1758">
                  <c:v>2023-10-25</c:v>
                </c:pt>
                <c:pt idx="1759">
                  <c:v>2023-10-26</c:v>
                </c:pt>
                <c:pt idx="1760">
                  <c:v>2023-10-27</c:v>
                </c:pt>
                <c:pt idx="1761">
                  <c:v>2023-10-28</c:v>
                </c:pt>
                <c:pt idx="1762">
                  <c:v>2023-10-29</c:v>
                </c:pt>
                <c:pt idx="1763">
                  <c:v>2023-10-30</c:v>
                </c:pt>
                <c:pt idx="1764">
                  <c:v>2023-10-31</c:v>
                </c:pt>
                <c:pt idx="1765">
                  <c:v>2023-11-01</c:v>
                </c:pt>
                <c:pt idx="1766">
                  <c:v>2023-11-02</c:v>
                </c:pt>
                <c:pt idx="1767">
                  <c:v>2023-11-03</c:v>
                </c:pt>
                <c:pt idx="1768">
                  <c:v>2023-11-04</c:v>
                </c:pt>
                <c:pt idx="1769">
                  <c:v>2023-11-05</c:v>
                </c:pt>
                <c:pt idx="1770">
                  <c:v>2023-11-06</c:v>
                </c:pt>
                <c:pt idx="1771">
                  <c:v>2023-11-07</c:v>
                </c:pt>
                <c:pt idx="1772">
                  <c:v>2023-11-08</c:v>
                </c:pt>
                <c:pt idx="1773">
                  <c:v>2023-11-09</c:v>
                </c:pt>
                <c:pt idx="1774">
                  <c:v>2023-11-10</c:v>
                </c:pt>
                <c:pt idx="1775">
                  <c:v>2023-11-11</c:v>
                </c:pt>
                <c:pt idx="1776">
                  <c:v>2023-11-12</c:v>
                </c:pt>
                <c:pt idx="1777">
                  <c:v>2023-11-13</c:v>
                </c:pt>
                <c:pt idx="1778">
                  <c:v>2023-11-14</c:v>
                </c:pt>
                <c:pt idx="1779">
                  <c:v>2023-11-15</c:v>
                </c:pt>
                <c:pt idx="1780">
                  <c:v>2023-11-16</c:v>
                </c:pt>
                <c:pt idx="1781">
                  <c:v>2023-11-17</c:v>
                </c:pt>
                <c:pt idx="1782">
                  <c:v>2023-11-18</c:v>
                </c:pt>
                <c:pt idx="1783">
                  <c:v>2023-11-19</c:v>
                </c:pt>
                <c:pt idx="1784">
                  <c:v>2023-11-20</c:v>
                </c:pt>
                <c:pt idx="1785">
                  <c:v>2023-11-21</c:v>
                </c:pt>
                <c:pt idx="1786">
                  <c:v>2023-11-22</c:v>
                </c:pt>
                <c:pt idx="1787">
                  <c:v>2023-11-23</c:v>
                </c:pt>
                <c:pt idx="1788">
                  <c:v>2023-11-24</c:v>
                </c:pt>
                <c:pt idx="1789">
                  <c:v>2023-11-25</c:v>
                </c:pt>
                <c:pt idx="1790">
                  <c:v>2023-11-26</c:v>
                </c:pt>
                <c:pt idx="1791">
                  <c:v>2023-11-27</c:v>
                </c:pt>
                <c:pt idx="1792">
                  <c:v>2023-11-28</c:v>
                </c:pt>
                <c:pt idx="1793">
                  <c:v>2023-11-29</c:v>
                </c:pt>
                <c:pt idx="1794">
                  <c:v>2023-11-30</c:v>
                </c:pt>
                <c:pt idx="1795">
                  <c:v>2023-12-01</c:v>
                </c:pt>
                <c:pt idx="1796">
                  <c:v>2023-12-02</c:v>
                </c:pt>
                <c:pt idx="1797">
                  <c:v>2023-12-03</c:v>
                </c:pt>
                <c:pt idx="1798">
                  <c:v>2023-12-04</c:v>
                </c:pt>
                <c:pt idx="1799">
                  <c:v>2023-12-05</c:v>
                </c:pt>
                <c:pt idx="1800">
                  <c:v>2023-12-06</c:v>
                </c:pt>
                <c:pt idx="1801">
                  <c:v>2023-12-07</c:v>
                </c:pt>
                <c:pt idx="1802">
                  <c:v>2023-12-08</c:v>
                </c:pt>
                <c:pt idx="1803">
                  <c:v>2023-12-09</c:v>
                </c:pt>
                <c:pt idx="1804">
                  <c:v>2023-12-10</c:v>
                </c:pt>
                <c:pt idx="1805">
                  <c:v>2023-12-11</c:v>
                </c:pt>
                <c:pt idx="1806">
                  <c:v>2023-12-12</c:v>
                </c:pt>
                <c:pt idx="1807">
                  <c:v>2023-12-13</c:v>
                </c:pt>
                <c:pt idx="1808">
                  <c:v>2023-12-14</c:v>
                </c:pt>
                <c:pt idx="1809">
                  <c:v>2023-12-15</c:v>
                </c:pt>
                <c:pt idx="1810">
                  <c:v>2023-12-16</c:v>
                </c:pt>
                <c:pt idx="1811">
                  <c:v>2023-12-17</c:v>
                </c:pt>
                <c:pt idx="1812">
                  <c:v>2023-12-18</c:v>
                </c:pt>
                <c:pt idx="1813">
                  <c:v>2023-12-19</c:v>
                </c:pt>
                <c:pt idx="1814">
                  <c:v>2023-12-20</c:v>
                </c:pt>
                <c:pt idx="1815">
                  <c:v>2023-12-21</c:v>
                </c:pt>
                <c:pt idx="1816">
                  <c:v>2023-12-22</c:v>
                </c:pt>
                <c:pt idx="1817">
                  <c:v>2023-12-23</c:v>
                </c:pt>
                <c:pt idx="1818">
                  <c:v>2023-12-24</c:v>
                </c:pt>
                <c:pt idx="1819">
                  <c:v>2023-12-25</c:v>
                </c:pt>
                <c:pt idx="1820">
                  <c:v>2023-12-26</c:v>
                </c:pt>
                <c:pt idx="1821">
                  <c:v>2023-12-27</c:v>
                </c:pt>
                <c:pt idx="1822">
                  <c:v>2023-12-28</c:v>
                </c:pt>
                <c:pt idx="1823">
                  <c:v>2023-12-29</c:v>
                </c:pt>
                <c:pt idx="1824">
                  <c:v>2023-12-30</c:v>
                </c:pt>
                <c:pt idx="1825">
                  <c:v>2023-12-31</c:v>
                </c:pt>
                <c:pt idx="1826">
                  <c:v>2024-01-01</c:v>
                </c:pt>
                <c:pt idx="1827">
                  <c:v>2024-01-02</c:v>
                </c:pt>
                <c:pt idx="1828">
                  <c:v>2024-01-03</c:v>
                </c:pt>
                <c:pt idx="1829">
                  <c:v>2024-01-04</c:v>
                </c:pt>
                <c:pt idx="1830">
                  <c:v>2024-01-05</c:v>
                </c:pt>
                <c:pt idx="1831">
                  <c:v>2024-01-06</c:v>
                </c:pt>
                <c:pt idx="1832">
                  <c:v>2024-01-07</c:v>
                </c:pt>
                <c:pt idx="1833">
                  <c:v>2024-01-08</c:v>
                </c:pt>
                <c:pt idx="1834">
                  <c:v>2024-01-09</c:v>
                </c:pt>
                <c:pt idx="1835">
                  <c:v>2024-01-10</c:v>
                </c:pt>
                <c:pt idx="1836">
                  <c:v>2024-01-11</c:v>
                </c:pt>
                <c:pt idx="1837">
                  <c:v>2024-01-12</c:v>
                </c:pt>
                <c:pt idx="1838">
                  <c:v>2024-01-13</c:v>
                </c:pt>
                <c:pt idx="1839">
                  <c:v>2024-01-14</c:v>
                </c:pt>
                <c:pt idx="1840">
                  <c:v>2024-01-15</c:v>
                </c:pt>
                <c:pt idx="1841">
                  <c:v>2024-01-16</c:v>
                </c:pt>
                <c:pt idx="1842">
                  <c:v>2024-01-17</c:v>
                </c:pt>
                <c:pt idx="1843">
                  <c:v>2024-01-18</c:v>
                </c:pt>
                <c:pt idx="1844">
                  <c:v>2024-01-19</c:v>
                </c:pt>
                <c:pt idx="1845">
                  <c:v>2024-01-20</c:v>
                </c:pt>
                <c:pt idx="1846">
                  <c:v>2024-01-21</c:v>
                </c:pt>
                <c:pt idx="1847">
                  <c:v>2024-01-22</c:v>
                </c:pt>
                <c:pt idx="1848">
                  <c:v>2024-01-23</c:v>
                </c:pt>
                <c:pt idx="1849">
                  <c:v>2024-01-24</c:v>
                </c:pt>
                <c:pt idx="1850">
                  <c:v>2024-01-25</c:v>
                </c:pt>
                <c:pt idx="1851">
                  <c:v>2024-01-26</c:v>
                </c:pt>
                <c:pt idx="1852">
                  <c:v>2024-01-27</c:v>
                </c:pt>
                <c:pt idx="1853">
                  <c:v>2024-01-28</c:v>
                </c:pt>
                <c:pt idx="1854">
                  <c:v>2024-01-29</c:v>
                </c:pt>
                <c:pt idx="1855">
                  <c:v>2024-01-30</c:v>
                </c:pt>
                <c:pt idx="1856">
                  <c:v>2024-01-31</c:v>
                </c:pt>
                <c:pt idx="1857">
                  <c:v>2024-02-01</c:v>
                </c:pt>
                <c:pt idx="1858">
                  <c:v>2024-02-02</c:v>
                </c:pt>
                <c:pt idx="1859">
                  <c:v>2024-02-03</c:v>
                </c:pt>
                <c:pt idx="1860">
                  <c:v>2024-02-04</c:v>
                </c:pt>
                <c:pt idx="1861">
                  <c:v>2024-02-05</c:v>
                </c:pt>
                <c:pt idx="1862">
                  <c:v>2024-02-06</c:v>
                </c:pt>
                <c:pt idx="1863">
                  <c:v>2024-02-07</c:v>
                </c:pt>
                <c:pt idx="1864">
                  <c:v>2024-02-08</c:v>
                </c:pt>
                <c:pt idx="1865">
                  <c:v>2024-02-09</c:v>
                </c:pt>
                <c:pt idx="1866">
                  <c:v>2024-02-10</c:v>
                </c:pt>
                <c:pt idx="1867">
                  <c:v>2024-02-11</c:v>
                </c:pt>
                <c:pt idx="1868">
                  <c:v>2024-02-12</c:v>
                </c:pt>
                <c:pt idx="1869">
                  <c:v>2024-02-13</c:v>
                </c:pt>
                <c:pt idx="1870">
                  <c:v>2024-02-14</c:v>
                </c:pt>
                <c:pt idx="1871">
                  <c:v>2024-02-15</c:v>
                </c:pt>
                <c:pt idx="1872">
                  <c:v>2024-02-16</c:v>
                </c:pt>
                <c:pt idx="1873">
                  <c:v>2024-02-17</c:v>
                </c:pt>
                <c:pt idx="1874">
                  <c:v>2024-02-18</c:v>
                </c:pt>
                <c:pt idx="1875">
                  <c:v>2024-02-19</c:v>
                </c:pt>
                <c:pt idx="1876">
                  <c:v>2024-02-20</c:v>
                </c:pt>
                <c:pt idx="1877">
                  <c:v>2024-02-21</c:v>
                </c:pt>
                <c:pt idx="1878">
                  <c:v>2024-02-22</c:v>
                </c:pt>
                <c:pt idx="1879">
                  <c:v>2024-02-23</c:v>
                </c:pt>
                <c:pt idx="1880">
                  <c:v>2024-02-24</c:v>
                </c:pt>
                <c:pt idx="1881">
                  <c:v>2024-02-25</c:v>
                </c:pt>
                <c:pt idx="1882">
                  <c:v>2024-02-26</c:v>
                </c:pt>
                <c:pt idx="1883">
                  <c:v>2024-02-27</c:v>
                </c:pt>
                <c:pt idx="1884">
                  <c:v>2024-02-28</c:v>
                </c:pt>
                <c:pt idx="1885">
                  <c:v>2024-02-29</c:v>
                </c:pt>
                <c:pt idx="1886">
                  <c:v>2024-03-01</c:v>
                </c:pt>
                <c:pt idx="1887">
                  <c:v>2024-03-02</c:v>
                </c:pt>
                <c:pt idx="1888">
                  <c:v>2024-03-03</c:v>
                </c:pt>
                <c:pt idx="1889">
                  <c:v>2024-03-04</c:v>
                </c:pt>
                <c:pt idx="1890">
                  <c:v>2024-03-05</c:v>
                </c:pt>
                <c:pt idx="1891">
                  <c:v>2024-03-06</c:v>
                </c:pt>
                <c:pt idx="1892">
                  <c:v>2024-03-07</c:v>
                </c:pt>
                <c:pt idx="1893">
                  <c:v>2024-03-08</c:v>
                </c:pt>
                <c:pt idx="1894">
                  <c:v>2024-03-09</c:v>
                </c:pt>
                <c:pt idx="1895">
                  <c:v>2024-03-10</c:v>
                </c:pt>
                <c:pt idx="1896">
                  <c:v>2024-03-11</c:v>
                </c:pt>
                <c:pt idx="1897">
                  <c:v>2024-03-12</c:v>
                </c:pt>
                <c:pt idx="1898">
                  <c:v>2024-03-13</c:v>
                </c:pt>
                <c:pt idx="1899">
                  <c:v>2024-03-14</c:v>
                </c:pt>
                <c:pt idx="1900">
                  <c:v>2024-03-15</c:v>
                </c:pt>
                <c:pt idx="1901">
                  <c:v>2024-03-16</c:v>
                </c:pt>
                <c:pt idx="1902">
                  <c:v>2024-03-17</c:v>
                </c:pt>
                <c:pt idx="1903">
                  <c:v>2024-03-18</c:v>
                </c:pt>
                <c:pt idx="1904">
                  <c:v>2024-03-19</c:v>
                </c:pt>
                <c:pt idx="1905">
                  <c:v>2024-03-20</c:v>
                </c:pt>
                <c:pt idx="1906">
                  <c:v>2024-03-21</c:v>
                </c:pt>
                <c:pt idx="1907">
                  <c:v>2024-03-22</c:v>
                </c:pt>
                <c:pt idx="1908">
                  <c:v>2024-03-23</c:v>
                </c:pt>
                <c:pt idx="1909">
                  <c:v>2024-03-24</c:v>
                </c:pt>
                <c:pt idx="1910">
                  <c:v>2024-03-25</c:v>
                </c:pt>
                <c:pt idx="1911">
                  <c:v>2024-03-26</c:v>
                </c:pt>
                <c:pt idx="1912">
                  <c:v>2024-03-27</c:v>
                </c:pt>
                <c:pt idx="1913">
                  <c:v>2024-03-28</c:v>
                </c:pt>
                <c:pt idx="1914">
                  <c:v>2024-03-29</c:v>
                </c:pt>
                <c:pt idx="1915">
                  <c:v>2024-03-30</c:v>
                </c:pt>
                <c:pt idx="1916">
                  <c:v>2024-03-31</c:v>
                </c:pt>
                <c:pt idx="1917">
                  <c:v>2024-04-01</c:v>
                </c:pt>
                <c:pt idx="1918">
                  <c:v>2024-04-02</c:v>
                </c:pt>
                <c:pt idx="1919">
                  <c:v>2024-04-03</c:v>
                </c:pt>
                <c:pt idx="1920">
                  <c:v>2024-04-04</c:v>
                </c:pt>
                <c:pt idx="1921">
                  <c:v>2024-04-05</c:v>
                </c:pt>
                <c:pt idx="1922">
                  <c:v>2024-04-06</c:v>
                </c:pt>
                <c:pt idx="1923">
                  <c:v>2024-04-07</c:v>
                </c:pt>
                <c:pt idx="1924">
                  <c:v>2024-04-08</c:v>
                </c:pt>
                <c:pt idx="1925">
                  <c:v>2024-04-09</c:v>
                </c:pt>
                <c:pt idx="1926">
                  <c:v>2024-04-10</c:v>
                </c:pt>
                <c:pt idx="1927">
                  <c:v>2024-04-11</c:v>
                </c:pt>
                <c:pt idx="1928">
                  <c:v>2024-04-12</c:v>
                </c:pt>
                <c:pt idx="1929">
                  <c:v>2024-04-13</c:v>
                </c:pt>
                <c:pt idx="1930">
                  <c:v>2024-04-14</c:v>
                </c:pt>
                <c:pt idx="1931">
                  <c:v>2024-04-15</c:v>
                </c:pt>
                <c:pt idx="1932">
                  <c:v>2024-04-16</c:v>
                </c:pt>
                <c:pt idx="1933">
                  <c:v>2024-04-17</c:v>
                </c:pt>
                <c:pt idx="1934">
                  <c:v>2024-04-18</c:v>
                </c:pt>
                <c:pt idx="1935">
                  <c:v>2024-04-19</c:v>
                </c:pt>
                <c:pt idx="1936">
                  <c:v>2024-04-20</c:v>
                </c:pt>
                <c:pt idx="1937">
                  <c:v>2024-04-21</c:v>
                </c:pt>
                <c:pt idx="1938">
                  <c:v>2024-04-22</c:v>
                </c:pt>
                <c:pt idx="1939">
                  <c:v>2024-04-23</c:v>
                </c:pt>
                <c:pt idx="1940">
                  <c:v>2024-04-24</c:v>
                </c:pt>
                <c:pt idx="1941">
                  <c:v>2024-04-25</c:v>
                </c:pt>
                <c:pt idx="1942">
                  <c:v>2024-04-26</c:v>
                </c:pt>
                <c:pt idx="1943">
                  <c:v>2024-04-27</c:v>
                </c:pt>
                <c:pt idx="1944">
                  <c:v>2024-04-28</c:v>
                </c:pt>
                <c:pt idx="1945">
                  <c:v>2024-04-29</c:v>
                </c:pt>
                <c:pt idx="1946">
                  <c:v>2024-04-30</c:v>
                </c:pt>
                <c:pt idx="1947">
                  <c:v>2024-05-01</c:v>
                </c:pt>
                <c:pt idx="1948">
                  <c:v>2024-05-02</c:v>
                </c:pt>
                <c:pt idx="1949">
                  <c:v>2024-05-03</c:v>
                </c:pt>
                <c:pt idx="1950">
                  <c:v>2024-05-04</c:v>
                </c:pt>
                <c:pt idx="1951">
                  <c:v>2024-05-05</c:v>
                </c:pt>
                <c:pt idx="1952">
                  <c:v>2024-05-06</c:v>
                </c:pt>
                <c:pt idx="1953">
                  <c:v>2024-05-07</c:v>
                </c:pt>
                <c:pt idx="1954">
                  <c:v>2024-05-08</c:v>
                </c:pt>
                <c:pt idx="1955">
                  <c:v>2024-05-09</c:v>
                </c:pt>
                <c:pt idx="1956">
                  <c:v>2024-05-10</c:v>
                </c:pt>
                <c:pt idx="1957">
                  <c:v>2024-05-11</c:v>
                </c:pt>
                <c:pt idx="1958">
                  <c:v>2024-05-12</c:v>
                </c:pt>
                <c:pt idx="1959">
                  <c:v>2024-05-13</c:v>
                </c:pt>
                <c:pt idx="1960">
                  <c:v>2024-05-14</c:v>
                </c:pt>
                <c:pt idx="1961">
                  <c:v>2024-05-15</c:v>
                </c:pt>
                <c:pt idx="1962">
                  <c:v>2024-05-16</c:v>
                </c:pt>
                <c:pt idx="1963">
                  <c:v>2024-05-17</c:v>
                </c:pt>
                <c:pt idx="1964">
                  <c:v>2024-05-18</c:v>
                </c:pt>
                <c:pt idx="1965">
                  <c:v>2024-05-19</c:v>
                </c:pt>
                <c:pt idx="1966">
                  <c:v>2024-05-20</c:v>
                </c:pt>
                <c:pt idx="1967">
                  <c:v>2024-05-21</c:v>
                </c:pt>
                <c:pt idx="1968">
                  <c:v>2024-05-22</c:v>
                </c:pt>
                <c:pt idx="1969">
                  <c:v>2024-05-23</c:v>
                </c:pt>
                <c:pt idx="1970">
                  <c:v>2024-05-24</c:v>
                </c:pt>
                <c:pt idx="1971">
                  <c:v>2024-05-25</c:v>
                </c:pt>
                <c:pt idx="1972">
                  <c:v>2024-05-26</c:v>
                </c:pt>
                <c:pt idx="1973">
                  <c:v>2024-05-27</c:v>
                </c:pt>
                <c:pt idx="1974">
                  <c:v>2024-05-28</c:v>
                </c:pt>
                <c:pt idx="1975">
                  <c:v>2024-05-29</c:v>
                </c:pt>
                <c:pt idx="1976">
                  <c:v>2024-05-30</c:v>
                </c:pt>
                <c:pt idx="1977">
                  <c:v>2024-05-31</c:v>
                </c:pt>
                <c:pt idx="1978">
                  <c:v>2024-06-01</c:v>
                </c:pt>
                <c:pt idx="1979">
                  <c:v>2024-06-02</c:v>
                </c:pt>
                <c:pt idx="1980">
                  <c:v>2024-06-03</c:v>
                </c:pt>
                <c:pt idx="1981">
                  <c:v>2024-06-04</c:v>
                </c:pt>
                <c:pt idx="1982">
                  <c:v>2024-06-05</c:v>
                </c:pt>
                <c:pt idx="1983">
                  <c:v>2024-06-06</c:v>
                </c:pt>
                <c:pt idx="1984">
                  <c:v>2024-06-07</c:v>
                </c:pt>
                <c:pt idx="1985">
                  <c:v>2024-06-08</c:v>
                </c:pt>
                <c:pt idx="1986">
                  <c:v>2024-06-09</c:v>
                </c:pt>
                <c:pt idx="1987">
                  <c:v>2024-06-10</c:v>
                </c:pt>
                <c:pt idx="1988">
                  <c:v>2024-06-11</c:v>
                </c:pt>
                <c:pt idx="1989">
                  <c:v>2024-06-12</c:v>
                </c:pt>
                <c:pt idx="1990">
                  <c:v>2024-06-13</c:v>
                </c:pt>
                <c:pt idx="1991">
                  <c:v>2024-06-14</c:v>
                </c:pt>
                <c:pt idx="1992">
                  <c:v>2024-06-15</c:v>
                </c:pt>
                <c:pt idx="1993">
                  <c:v>2024-06-16</c:v>
                </c:pt>
                <c:pt idx="1994">
                  <c:v>2024-06-17</c:v>
                </c:pt>
                <c:pt idx="1995">
                  <c:v>2024-06-18</c:v>
                </c:pt>
                <c:pt idx="1996">
                  <c:v>2024-06-19</c:v>
                </c:pt>
                <c:pt idx="1997">
                  <c:v>2024-06-20</c:v>
                </c:pt>
                <c:pt idx="1998">
                  <c:v>2024-06-21</c:v>
                </c:pt>
                <c:pt idx="1999">
                  <c:v>2024-06-22</c:v>
                </c:pt>
                <c:pt idx="2000">
                  <c:v>2024-06-23</c:v>
                </c:pt>
                <c:pt idx="2001">
                  <c:v>2024-06-24</c:v>
                </c:pt>
                <c:pt idx="2002">
                  <c:v>2024-06-25</c:v>
                </c:pt>
                <c:pt idx="2003">
                  <c:v>2024-06-26</c:v>
                </c:pt>
                <c:pt idx="2004">
                  <c:v>2024-06-27</c:v>
                </c:pt>
                <c:pt idx="2005">
                  <c:v>2024-06-28</c:v>
                </c:pt>
                <c:pt idx="2006">
                  <c:v>2024-06-29</c:v>
                </c:pt>
                <c:pt idx="2007">
                  <c:v>2024-06-30</c:v>
                </c:pt>
                <c:pt idx="2008">
                  <c:v>2024-07-01</c:v>
                </c:pt>
                <c:pt idx="2009">
                  <c:v>2024-07-02</c:v>
                </c:pt>
                <c:pt idx="2010">
                  <c:v>2024-07-03</c:v>
                </c:pt>
                <c:pt idx="2011">
                  <c:v>2024-07-04</c:v>
                </c:pt>
                <c:pt idx="2012">
                  <c:v>2024-07-05</c:v>
                </c:pt>
                <c:pt idx="2013">
                  <c:v>2024-07-06</c:v>
                </c:pt>
                <c:pt idx="2014">
                  <c:v>2024-07-07</c:v>
                </c:pt>
                <c:pt idx="2015">
                  <c:v>2024-07-08</c:v>
                </c:pt>
                <c:pt idx="2016">
                  <c:v>2024-07-09</c:v>
                </c:pt>
                <c:pt idx="2017">
                  <c:v>2024-07-10</c:v>
                </c:pt>
                <c:pt idx="2018">
                  <c:v>2024-07-11</c:v>
                </c:pt>
                <c:pt idx="2019">
                  <c:v>2024-07-12</c:v>
                </c:pt>
                <c:pt idx="2020">
                  <c:v>2024-07-13</c:v>
                </c:pt>
                <c:pt idx="2021">
                  <c:v>2024-07-14</c:v>
                </c:pt>
                <c:pt idx="2022">
                  <c:v>2024-07-15</c:v>
                </c:pt>
                <c:pt idx="2023">
                  <c:v>2024-07-16</c:v>
                </c:pt>
                <c:pt idx="2024">
                  <c:v>2024-07-17</c:v>
                </c:pt>
                <c:pt idx="2025">
                  <c:v>2024-07-18</c:v>
                </c:pt>
                <c:pt idx="2026">
                  <c:v>2024-07-19</c:v>
                </c:pt>
                <c:pt idx="2027">
                  <c:v>2024-07-20</c:v>
                </c:pt>
                <c:pt idx="2028">
                  <c:v>2024-07-21</c:v>
                </c:pt>
                <c:pt idx="2029">
                  <c:v>2024-07-22</c:v>
                </c:pt>
                <c:pt idx="2030">
                  <c:v>2024-07-23</c:v>
                </c:pt>
                <c:pt idx="2031">
                  <c:v>2024-07-24</c:v>
                </c:pt>
                <c:pt idx="2032">
                  <c:v>2024-07-25</c:v>
                </c:pt>
                <c:pt idx="2033">
                  <c:v>2024-07-26</c:v>
                </c:pt>
                <c:pt idx="2034">
                  <c:v>2024-07-27</c:v>
                </c:pt>
                <c:pt idx="2035">
                  <c:v>2024-07-28</c:v>
                </c:pt>
                <c:pt idx="2036">
                  <c:v>2024-07-29</c:v>
                </c:pt>
                <c:pt idx="2037">
                  <c:v>2024-07-30</c:v>
                </c:pt>
                <c:pt idx="2038">
                  <c:v>2024-07-31</c:v>
                </c:pt>
                <c:pt idx="2039">
                  <c:v>2024-08-01</c:v>
                </c:pt>
                <c:pt idx="2040">
                  <c:v>2024-08-02</c:v>
                </c:pt>
                <c:pt idx="2041">
                  <c:v>2024-08-03</c:v>
                </c:pt>
                <c:pt idx="2042">
                  <c:v>2024-08-04</c:v>
                </c:pt>
                <c:pt idx="2043">
                  <c:v>2024-08-05</c:v>
                </c:pt>
                <c:pt idx="2044">
                  <c:v>2024-08-06</c:v>
                </c:pt>
                <c:pt idx="2045">
                  <c:v>2024-08-07</c:v>
                </c:pt>
                <c:pt idx="2046">
                  <c:v>2024-08-08</c:v>
                </c:pt>
                <c:pt idx="2047">
                  <c:v>2024-08-09</c:v>
                </c:pt>
                <c:pt idx="2048">
                  <c:v>2024-08-10</c:v>
                </c:pt>
                <c:pt idx="2049">
                  <c:v>2024-08-11</c:v>
                </c:pt>
                <c:pt idx="2050">
                  <c:v>2024-08-12</c:v>
                </c:pt>
                <c:pt idx="2051">
                  <c:v>2024-08-13</c:v>
                </c:pt>
                <c:pt idx="2052">
                  <c:v>2024-08-14</c:v>
                </c:pt>
                <c:pt idx="2053">
                  <c:v>2024-08-15</c:v>
                </c:pt>
                <c:pt idx="2054">
                  <c:v>2024-08-16</c:v>
                </c:pt>
                <c:pt idx="2055">
                  <c:v>2024-08-17</c:v>
                </c:pt>
                <c:pt idx="2056">
                  <c:v>2024-08-18</c:v>
                </c:pt>
                <c:pt idx="2057">
                  <c:v>2024-08-19</c:v>
                </c:pt>
                <c:pt idx="2058">
                  <c:v>2024-08-20</c:v>
                </c:pt>
                <c:pt idx="2059">
                  <c:v>2024-08-21</c:v>
                </c:pt>
                <c:pt idx="2060">
                  <c:v>2024-08-22</c:v>
                </c:pt>
                <c:pt idx="2061">
                  <c:v>2024-08-23</c:v>
                </c:pt>
                <c:pt idx="2062">
                  <c:v>2024-08-24</c:v>
                </c:pt>
                <c:pt idx="2063">
                  <c:v>2024-08-25</c:v>
                </c:pt>
                <c:pt idx="2064">
                  <c:v>2024-08-26</c:v>
                </c:pt>
                <c:pt idx="2065">
                  <c:v>2024-08-27</c:v>
                </c:pt>
                <c:pt idx="2066">
                  <c:v>2024-08-28</c:v>
                </c:pt>
                <c:pt idx="2067">
                  <c:v>2024-08-29</c:v>
                </c:pt>
                <c:pt idx="2068">
                  <c:v>2024-08-30</c:v>
                </c:pt>
                <c:pt idx="2069">
                  <c:v>2024-08-31</c:v>
                </c:pt>
                <c:pt idx="2070">
                  <c:v>2024-09-01</c:v>
                </c:pt>
                <c:pt idx="2071">
                  <c:v>2024-09-02</c:v>
                </c:pt>
                <c:pt idx="2072">
                  <c:v>2024-09-03</c:v>
                </c:pt>
                <c:pt idx="2073">
                  <c:v>2024-09-04</c:v>
                </c:pt>
                <c:pt idx="2074">
                  <c:v>2024-09-05</c:v>
                </c:pt>
                <c:pt idx="2075">
                  <c:v>2024-09-06</c:v>
                </c:pt>
                <c:pt idx="2076">
                  <c:v>2024-09-07</c:v>
                </c:pt>
                <c:pt idx="2077">
                  <c:v>2024-09-08</c:v>
                </c:pt>
                <c:pt idx="2078">
                  <c:v>2024-09-09</c:v>
                </c:pt>
                <c:pt idx="2079">
                  <c:v>2024-09-10</c:v>
                </c:pt>
                <c:pt idx="2080">
                  <c:v>2024-09-11</c:v>
                </c:pt>
                <c:pt idx="2081">
                  <c:v>2024-09-12</c:v>
                </c:pt>
                <c:pt idx="2082">
                  <c:v>2024-09-13</c:v>
                </c:pt>
                <c:pt idx="2083">
                  <c:v>2024-09-14</c:v>
                </c:pt>
                <c:pt idx="2084">
                  <c:v>2024-09-15</c:v>
                </c:pt>
                <c:pt idx="2085">
                  <c:v>2024-09-16</c:v>
                </c:pt>
                <c:pt idx="2086">
                  <c:v>2024-09-17</c:v>
                </c:pt>
                <c:pt idx="2087">
                  <c:v>2024-09-18</c:v>
                </c:pt>
                <c:pt idx="2088">
                  <c:v>2024-09-19</c:v>
                </c:pt>
                <c:pt idx="2089">
                  <c:v>2024-09-20</c:v>
                </c:pt>
                <c:pt idx="2090">
                  <c:v>2024-09-21</c:v>
                </c:pt>
                <c:pt idx="2091">
                  <c:v>2024-09-22</c:v>
                </c:pt>
                <c:pt idx="2092">
                  <c:v>2024-09-23</c:v>
                </c:pt>
                <c:pt idx="2093">
                  <c:v>2024-09-24</c:v>
                </c:pt>
                <c:pt idx="2094">
                  <c:v>2024-09-25</c:v>
                </c:pt>
                <c:pt idx="2095">
                  <c:v>2024-09-26</c:v>
                </c:pt>
                <c:pt idx="2096">
                  <c:v>2024-09-27</c:v>
                </c:pt>
                <c:pt idx="2097">
                  <c:v>2024-09-28</c:v>
                </c:pt>
                <c:pt idx="2098">
                  <c:v>2024-09-29</c:v>
                </c:pt>
                <c:pt idx="2099">
                  <c:v>2024-09-30</c:v>
                </c:pt>
                <c:pt idx="2100">
                  <c:v>2024-10-01</c:v>
                </c:pt>
                <c:pt idx="2101">
                  <c:v>2024-10-02</c:v>
                </c:pt>
                <c:pt idx="2102">
                  <c:v>2024-10-03</c:v>
                </c:pt>
                <c:pt idx="2103">
                  <c:v>2024-10-04</c:v>
                </c:pt>
                <c:pt idx="2104">
                  <c:v>2024-10-05</c:v>
                </c:pt>
                <c:pt idx="2105">
                  <c:v>2024-10-06</c:v>
                </c:pt>
                <c:pt idx="2106">
                  <c:v>2024-10-07</c:v>
                </c:pt>
                <c:pt idx="2107">
                  <c:v>2024-10-08</c:v>
                </c:pt>
                <c:pt idx="2108">
                  <c:v>2024-10-09</c:v>
                </c:pt>
                <c:pt idx="2109">
                  <c:v>2024-10-10</c:v>
                </c:pt>
                <c:pt idx="2110">
                  <c:v>2024-10-11</c:v>
                </c:pt>
                <c:pt idx="2111">
                  <c:v>2024-10-12</c:v>
                </c:pt>
                <c:pt idx="2112">
                  <c:v>2024-10-13</c:v>
                </c:pt>
                <c:pt idx="2113">
                  <c:v>2024-10-14</c:v>
                </c:pt>
                <c:pt idx="2114">
                  <c:v>2024-10-15</c:v>
                </c:pt>
                <c:pt idx="2115">
                  <c:v>2024-10-16</c:v>
                </c:pt>
                <c:pt idx="2116">
                  <c:v>2024-10-17</c:v>
                </c:pt>
                <c:pt idx="2117">
                  <c:v>2024-10-18</c:v>
                </c:pt>
                <c:pt idx="2118">
                  <c:v>2024-10-19</c:v>
                </c:pt>
                <c:pt idx="2119">
                  <c:v>2024-10-20</c:v>
                </c:pt>
                <c:pt idx="2120">
                  <c:v>2024-10-21</c:v>
                </c:pt>
                <c:pt idx="2121">
                  <c:v>2024-10-22</c:v>
                </c:pt>
                <c:pt idx="2122">
                  <c:v>2024-10-23</c:v>
                </c:pt>
                <c:pt idx="2123">
                  <c:v>2024-10-24</c:v>
                </c:pt>
                <c:pt idx="2124">
                  <c:v>2024-10-25</c:v>
                </c:pt>
                <c:pt idx="2125">
                  <c:v>2024-10-26</c:v>
                </c:pt>
                <c:pt idx="2126">
                  <c:v>2024-10-27</c:v>
                </c:pt>
                <c:pt idx="2127">
                  <c:v>2024-10-28</c:v>
                </c:pt>
                <c:pt idx="2128">
                  <c:v>2024-10-29</c:v>
                </c:pt>
                <c:pt idx="2129">
                  <c:v>2024-10-30</c:v>
                </c:pt>
                <c:pt idx="2130">
                  <c:v>2024-10-31</c:v>
                </c:pt>
                <c:pt idx="2131">
                  <c:v>2024-11-01</c:v>
                </c:pt>
                <c:pt idx="2132">
                  <c:v>2024-11-02</c:v>
                </c:pt>
                <c:pt idx="2133">
                  <c:v>2024-11-03</c:v>
                </c:pt>
                <c:pt idx="2134">
                  <c:v>2024-11-04</c:v>
                </c:pt>
                <c:pt idx="2135">
                  <c:v>2024-11-05</c:v>
                </c:pt>
                <c:pt idx="2136">
                  <c:v>2024-11-06</c:v>
                </c:pt>
                <c:pt idx="2137">
                  <c:v>2024-11-07</c:v>
                </c:pt>
                <c:pt idx="2138">
                  <c:v>2024-11-08</c:v>
                </c:pt>
                <c:pt idx="2139">
                  <c:v>2024-11-09</c:v>
                </c:pt>
                <c:pt idx="2140">
                  <c:v>2024-11-10</c:v>
                </c:pt>
                <c:pt idx="2141">
                  <c:v>2024-11-11</c:v>
                </c:pt>
                <c:pt idx="2142">
                  <c:v>2024-11-12</c:v>
                </c:pt>
                <c:pt idx="2143">
                  <c:v>2024-11-13</c:v>
                </c:pt>
                <c:pt idx="2144">
                  <c:v>2024-11-14</c:v>
                </c:pt>
                <c:pt idx="2145">
                  <c:v>2024-11-15</c:v>
                </c:pt>
                <c:pt idx="2146">
                  <c:v>2024-11-16</c:v>
                </c:pt>
                <c:pt idx="2147">
                  <c:v>2024-11-17</c:v>
                </c:pt>
                <c:pt idx="2148">
                  <c:v>2024-11-18</c:v>
                </c:pt>
                <c:pt idx="2149">
                  <c:v>2024-11-19</c:v>
                </c:pt>
                <c:pt idx="2150">
                  <c:v>2024-11-20</c:v>
                </c:pt>
                <c:pt idx="2151">
                  <c:v>2024-11-21</c:v>
                </c:pt>
                <c:pt idx="2152">
                  <c:v>2024-11-22</c:v>
                </c:pt>
                <c:pt idx="2153">
                  <c:v>2024-11-23</c:v>
                </c:pt>
                <c:pt idx="2154">
                  <c:v>2024-11-24</c:v>
                </c:pt>
                <c:pt idx="2155">
                  <c:v>2024-11-25</c:v>
                </c:pt>
                <c:pt idx="2156">
                  <c:v>2024-11-26</c:v>
                </c:pt>
                <c:pt idx="2157">
                  <c:v>2024-11-27</c:v>
                </c:pt>
                <c:pt idx="2158">
                  <c:v>2024-11-28</c:v>
                </c:pt>
                <c:pt idx="2159">
                  <c:v>2024-11-29</c:v>
                </c:pt>
                <c:pt idx="2160">
                  <c:v>2024-11-30</c:v>
                </c:pt>
                <c:pt idx="2161">
                  <c:v>2024-12-01</c:v>
                </c:pt>
                <c:pt idx="2162">
                  <c:v>2024-12-02</c:v>
                </c:pt>
                <c:pt idx="2163">
                  <c:v>2024-12-03</c:v>
                </c:pt>
                <c:pt idx="2164">
                  <c:v>2024-12-04</c:v>
                </c:pt>
                <c:pt idx="2165">
                  <c:v>2024-12-05</c:v>
                </c:pt>
                <c:pt idx="2166">
                  <c:v>2024-12-06</c:v>
                </c:pt>
                <c:pt idx="2167">
                  <c:v>2024-12-07</c:v>
                </c:pt>
                <c:pt idx="2168">
                  <c:v>2024-12-08</c:v>
                </c:pt>
                <c:pt idx="2169">
                  <c:v>2024-12-09</c:v>
                </c:pt>
                <c:pt idx="2170">
                  <c:v>2024-12-10</c:v>
                </c:pt>
                <c:pt idx="2171">
                  <c:v>2024-12-11</c:v>
                </c:pt>
                <c:pt idx="2172">
                  <c:v>2024-12-12</c:v>
                </c:pt>
                <c:pt idx="2173">
                  <c:v>2024-12-13</c:v>
                </c:pt>
                <c:pt idx="2174">
                  <c:v>2024-12-14</c:v>
                </c:pt>
                <c:pt idx="2175">
                  <c:v>2024-12-15</c:v>
                </c:pt>
                <c:pt idx="2176">
                  <c:v>2024-12-16</c:v>
                </c:pt>
                <c:pt idx="2177">
                  <c:v>2024-12-17</c:v>
                </c:pt>
                <c:pt idx="2178">
                  <c:v>2024-12-18</c:v>
                </c:pt>
                <c:pt idx="2179">
                  <c:v>2024-12-19</c:v>
                </c:pt>
                <c:pt idx="2180">
                  <c:v>2024-12-20</c:v>
                </c:pt>
                <c:pt idx="2181">
                  <c:v>2024-12-21</c:v>
                </c:pt>
                <c:pt idx="2182">
                  <c:v>2024-12-22</c:v>
                </c:pt>
                <c:pt idx="2183">
                  <c:v>2024-12-23</c:v>
                </c:pt>
                <c:pt idx="2184">
                  <c:v>2024-12-24</c:v>
                </c:pt>
                <c:pt idx="2185">
                  <c:v>2024-12-25</c:v>
                </c:pt>
                <c:pt idx="2186">
                  <c:v>2024-12-26</c:v>
                </c:pt>
                <c:pt idx="2187">
                  <c:v>2024-12-27</c:v>
                </c:pt>
                <c:pt idx="2188">
                  <c:v>2024-12-28</c:v>
                </c:pt>
                <c:pt idx="2189">
                  <c:v>2024-12-29</c:v>
                </c:pt>
                <c:pt idx="2190">
                  <c:v>2024-12-30</c:v>
                </c:pt>
                <c:pt idx="2191">
                  <c:v>2024-12-31</c:v>
                </c:pt>
                <c:pt idx="2192">
                  <c:v>2025-01-01</c:v>
                </c:pt>
                <c:pt idx="2193">
                  <c:v>2025-01-02</c:v>
                </c:pt>
                <c:pt idx="2194">
                  <c:v>2025-01-03</c:v>
                </c:pt>
                <c:pt idx="2195">
                  <c:v>2025-01-04</c:v>
                </c:pt>
                <c:pt idx="2196">
                  <c:v>2025-01-05</c:v>
                </c:pt>
                <c:pt idx="2197">
                  <c:v>2025-01-06</c:v>
                </c:pt>
                <c:pt idx="2198">
                  <c:v>2025-01-07</c:v>
                </c:pt>
                <c:pt idx="2199">
                  <c:v>2025-01-08</c:v>
                </c:pt>
                <c:pt idx="2200">
                  <c:v>2025-01-09</c:v>
                </c:pt>
                <c:pt idx="2201">
                  <c:v>2025-01-10</c:v>
                </c:pt>
                <c:pt idx="2202">
                  <c:v>2025-01-11</c:v>
                </c:pt>
                <c:pt idx="2203">
                  <c:v>2025-01-12</c:v>
                </c:pt>
                <c:pt idx="2204">
                  <c:v>2025-01-13</c:v>
                </c:pt>
                <c:pt idx="2205">
                  <c:v>2025-01-14</c:v>
                </c:pt>
                <c:pt idx="2206">
                  <c:v>2025-01-15</c:v>
                </c:pt>
                <c:pt idx="2207">
                  <c:v>2025-01-16</c:v>
                </c:pt>
                <c:pt idx="2208">
                  <c:v>2025-01-17</c:v>
                </c:pt>
                <c:pt idx="2209">
                  <c:v>2025-01-18</c:v>
                </c:pt>
                <c:pt idx="2210">
                  <c:v>2025-01-19</c:v>
                </c:pt>
                <c:pt idx="2211">
                  <c:v>2025-01-20</c:v>
                </c:pt>
                <c:pt idx="2212">
                  <c:v>2025-01-21</c:v>
                </c:pt>
                <c:pt idx="2213">
                  <c:v>2025-01-22</c:v>
                </c:pt>
                <c:pt idx="2214">
                  <c:v>2025-01-23</c:v>
                </c:pt>
                <c:pt idx="2215">
                  <c:v>2025-01-24</c:v>
                </c:pt>
                <c:pt idx="2216">
                  <c:v>2025-01-25</c:v>
                </c:pt>
                <c:pt idx="2217">
                  <c:v>2025-01-26</c:v>
                </c:pt>
                <c:pt idx="2218">
                  <c:v>2025-01-27</c:v>
                </c:pt>
                <c:pt idx="2219">
                  <c:v>2025-01-28</c:v>
                </c:pt>
                <c:pt idx="2220">
                  <c:v>2025-01-29</c:v>
                </c:pt>
                <c:pt idx="2221">
                  <c:v>2025-01-30</c:v>
                </c:pt>
                <c:pt idx="2222">
                  <c:v>2025-01-31</c:v>
                </c:pt>
                <c:pt idx="2223">
                  <c:v>2025-02-01</c:v>
                </c:pt>
                <c:pt idx="2224">
                  <c:v>2025-02-02</c:v>
                </c:pt>
                <c:pt idx="2225">
                  <c:v>2025-02-03</c:v>
                </c:pt>
                <c:pt idx="2226">
                  <c:v>2025-02-04</c:v>
                </c:pt>
                <c:pt idx="2227">
                  <c:v>2025-02-05</c:v>
                </c:pt>
                <c:pt idx="2228">
                  <c:v>2025-02-06</c:v>
                </c:pt>
                <c:pt idx="2229">
                  <c:v>2025-02-07</c:v>
                </c:pt>
                <c:pt idx="2230">
                  <c:v>2025-02-08</c:v>
                </c:pt>
                <c:pt idx="2231">
                  <c:v>2025-02-09</c:v>
                </c:pt>
                <c:pt idx="2232">
                  <c:v>2025-02-10</c:v>
                </c:pt>
                <c:pt idx="2233">
                  <c:v>2025-02-11</c:v>
                </c:pt>
                <c:pt idx="2234">
                  <c:v>2025-02-12</c:v>
                </c:pt>
                <c:pt idx="2235">
                  <c:v>2025-02-13</c:v>
                </c:pt>
                <c:pt idx="2236">
                  <c:v>2025-02-14</c:v>
                </c:pt>
                <c:pt idx="2237">
                  <c:v>2025-02-15</c:v>
                </c:pt>
                <c:pt idx="2238">
                  <c:v>2025-02-16</c:v>
                </c:pt>
                <c:pt idx="2239">
                  <c:v>2025-02-17</c:v>
                </c:pt>
                <c:pt idx="2240">
                  <c:v>2025-02-18</c:v>
                </c:pt>
                <c:pt idx="2241">
                  <c:v>2025-02-19</c:v>
                </c:pt>
                <c:pt idx="2242">
                  <c:v>2025-02-20</c:v>
                </c:pt>
                <c:pt idx="2243">
                  <c:v>2025-02-21</c:v>
                </c:pt>
                <c:pt idx="2244">
                  <c:v>2025-02-22</c:v>
                </c:pt>
                <c:pt idx="2245">
                  <c:v>2025-02-23</c:v>
                </c:pt>
                <c:pt idx="2246">
                  <c:v>2025-02-24</c:v>
                </c:pt>
                <c:pt idx="2247">
                  <c:v>2025-02-25</c:v>
                </c:pt>
                <c:pt idx="2248">
                  <c:v>2025-02-26</c:v>
                </c:pt>
                <c:pt idx="2249">
                  <c:v>2025-02-27</c:v>
                </c:pt>
                <c:pt idx="2250">
                  <c:v>2025-02-28</c:v>
                </c:pt>
                <c:pt idx="2251">
                  <c:v>2025-03-01</c:v>
                </c:pt>
                <c:pt idx="2252">
                  <c:v>2025-03-02</c:v>
                </c:pt>
                <c:pt idx="2253">
                  <c:v>2025-03-03</c:v>
                </c:pt>
                <c:pt idx="2254">
                  <c:v>2025-03-04</c:v>
                </c:pt>
                <c:pt idx="2255">
                  <c:v>2025-03-05</c:v>
                </c:pt>
                <c:pt idx="2256">
                  <c:v>2025-03-06</c:v>
                </c:pt>
                <c:pt idx="2257">
                  <c:v>2025-03-07</c:v>
                </c:pt>
                <c:pt idx="2258">
                  <c:v>2025-03-08</c:v>
                </c:pt>
                <c:pt idx="2259">
                  <c:v>2025-03-09</c:v>
                </c:pt>
                <c:pt idx="2260">
                  <c:v>2025-03-10</c:v>
                </c:pt>
                <c:pt idx="2261">
                  <c:v>2025-03-11</c:v>
                </c:pt>
                <c:pt idx="2262">
                  <c:v>2025-03-12</c:v>
                </c:pt>
                <c:pt idx="2263">
                  <c:v>2025-03-13</c:v>
                </c:pt>
                <c:pt idx="2264">
                  <c:v>2025-03-14</c:v>
                </c:pt>
                <c:pt idx="2265">
                  <c:v>2025-03-15</c:v>
                </c:pt>
                <c:pt idx="2266">
                  <c:v>2025-03-16</c:v>
                </c:pt>
                <c:pt idx="2267">
                  <c:v>2025-03-17</c:v>
                </c:pt>
                <c:pt idx="2268">
                  <c:v>2025-03-18</c:v>
                </c:pt>
                <c:pt idx="2269">
                  <c:v>2025-03-19</c:v>
                </c:pt>
                <c:pt idx="2270">
                  <c:v>2025-03-20</c:v>
                </c:pt>
                <c:pt idx="2271">
                  <c:v>2025-03-21</c:v>
                </c:pt>
                <c:pt idx="2272">
                  <c:v>2025-03-22</c:v>
                </c:pt>
                <c:pt idx="2273">
                  <c:v>2025-03-23</c:v>
                </c:pt>
                <c:pt idx="2274">
                  <c:v>2025-03-24</c:v>
                </c:pt>
                <c:pt idx="2275">
                  <c:v>2025-03-25</c:v>
                </c:pt>
                <c:pt idx="2276">
                  <c:v>2025-03-26</c:v>
                </c:pt>
                <c:pt idx="2277">
                  <c:v>2025-03-27</c:v>
                </c:pt>
                <c:pt idx="2278">
                  <c:v>2025-03-28</c:v>
                </c:pt>
                <c:pt idx="2279">
                  <c:v>2025-03-29</c:v>
                </c:pt>
                <c:pt idx="2280">
                  <c:v>2025-03-30</c:v>
                </c:pt>
                <c:pt idx="2281">
                  <c:v>2025-03-31</c:v>
                </c:pt>
                <c:pt idx="2282">
                  <c:v>2025-04-01</c:v>
                </c:pt>
                <c:pt idx="2283">
                  <c:v>2025-04-02</c:v>
                </c:pt>
                <c:pt idx="2284">
                  <c:v>2025-04-03</c:v>
                </c:pt>
                <c:pt idx="2285">
                  <c:v>2025-04-04</c:v>
                </c:pt>
                <c:pt idx="2286">
                  <c:v>2025-04-05</c:v>
                </c:pt>
                <c:pt idx="2287">
                  <c:v>2025-04-06</c:v>
                </c:pt>
                <c:pt idx="2288">
                  <c:v>2025-04-07</c:v>
                </c:pt>
                <c:pt idx="2289">
                  <c:v>2025-04-08</c:v>
                </c:pt>
                <c:pt idx="2290">
                  <c:v>2025-04-09</c:v>
                </c:pt>
                <c:pt idx="2291">
                  <c:v>2025-04-10</c:v>
                </c:pt>
                <c:pt idx="2292">
                  <c:v>2025-04-11</c:v>
                </c:pt>
                <c:pt idx="2293">
                  <c:v>2025-04-12</c:v>
                </c:pt>
                <c:pt idx="2294">
                  <c:v>2025-04-13</c:v>
                </c:pt>
                <c:pt idx="2295">
                  <c:v>2025-04-14</c:v>
                </c:pt>
                <c:pt idx="2296">
                  <c:v>2025-04-15</c:v>
                </c:pt>
                <c:pt idx="2297">
                  <c:v>2025-04-16</c:v>
                </c:pt>
                <c:pt idx="2298">
                  <c:v>2025-04-17</c:v>
                </c:pt>
                <c:pt idx="2299">
                  <c:v>2025-04-18</c:v>
                </c:pt>
                <c:pt idx="2300">
                  <c:v>2025-04-19</c:v>
                </c:pt>
                <c:pt idx="2301">
                  <c:v>2025-04-20</c:v>
                </c:pt>
                <c:pt idx="2302">
                  <c:v>2025-04-21</c:v>
                </c:pt>
                <c:pt idx="2303">
                  <c:v>2025-04-22</c:v>
                </c:pt>
                <c:pt idx="2304">
                  <c:v>2025-04-23</c:v>
                </c:pt>
                <c:pt idx="2305">
                  <c:v>2025-04-24</c:v>
                </c:pt>
                <c:pt idx="2306">
                  <c:v>2025-04-25</c:v>
                </c:pt>
                <c:pt idx="2307">
                  <c:v>2025-04-26</c:v>
                </c:pt>
                <c:pt idx="2308">
                  <c:v>2025-04-27</c:v>
                </c:pt>
                <c:pt idx="2309">
                  <c:v>2025-04-28</c:v>
                </c:pt>
                <c:pt idx="2310">
                  <c:v>2025-04-29</c:v>
                </c:pt>
                <c:pt idx="2311">
                  <c:v>2025-04-30</c:v>
                </c:pt>
                <c:pt idx="2312">
                  <c:v>2025-05-01</c:v>
                </c:pt>
                <c:pt idx="2313">
                  <c:v>2025-05-02</c:v>
                </c:pt>
                <c:pt idx="2314">
                  <c:v>2025-05-03</c:v>
                </c:pt>
                <c:pt idx="2315">
                  <c:v>2025-05-04</c:v>
                </c:pt>
                <c:pt idx="2316">
                  <c:v>2025-05-05</c:v>
                </c:pt>
                <c:pt idx="2317">
                  <c:v>2025-05-06</c:v>
                </c:pt>
                <c:pt idx="2318">
                  <c:v>2025-05-07</c:v>
                </c:pt>
                <c:pt idx="2319">
                  <c:v>2025-05-08</c:v>
                </c:pt>
                <c:pt idx="2320">
                  <c:v>2025-05-09</c:v>
                </c:pt>
                <c:pt idx="2321">
                  <c:v>2025-05-10</c:v>
                </c:pt>
                <c:pt idx="2322">
                  <c:v>2025-05-11</c:v>
                </c:pt>
                <c:pt idx="2323">
                  <c:v>2025-05-12</c:v>
                </c:pt>
                <c:pt idx="2324">
                  <c:v>2025-05-13</c:v>
                </c:pt>
                <c:pt idx="2325">
                  <c:v>2025-05-14</c:v>
                </c:pt>
                <c:pt idx="2326">
                  <c:v>2025-05-15</c:v>
                </c:pt>
                <c:pt idx="2327">
                  <c:v>2025-05-16</c:v>
                </c:pt>
                <c:pt idx="2328">
                  <c:v>2025-05-17</c:v>
                </c:pt>
                <c:pt idx="2329">
                  <c:v>2025-05-18</c:v>
                </c:pt>
                <c:pt idx="2330">
                  <c:v>2025-05-19</c:v>
                </c:pt>
                <c:pt idx="2331">
                  <c:v>2025-05-20</c:v>
                </c:pt>
                <c:pt idx="2332">
                  <c:v>2025-05-21</c:v>
                </c:pt>
                <c:pt idx="2333">
                  <c:v>2025-05-22</c:v>
                </c:pt>
                <c:pt idx="2334">
                  <c:v>2025-05-23</c:v>
                </c:pt>
                <c:pt idx="2335">
                  <c:v>2025-05-24</c:v>
                </c:pt>
                <c:pt idx="2336">
                  <c:v>2025-05-25</c:v>
                </c:pt>
                <c:pt idx="2337">
                  <c:v>2025-05-26</c:v>
                </c:pt>
                <c:pt idx="2338">
                  <c:v>2025-05-27</c:v>
                </c:pt>
                <c:pt idx="2339">
                  <c:v>2025-05-28</c:v>
                </c:pt>
                <c:pt idx="2340">
                  <c:v>2025-05-29</c:v>
                </c:pt>
                <c:pt idx="2341">
                  <c:v>2025-05-30</c:v>
                </c:pt>
                <c:pt idx="2342">
                  <c:v>2025-05-31</c:v>
                </c:pt>
                <c:pt idx="2343">
                  <c:v>2025-06-01</c:v>
                </c:pt>
                <c:pt idx="2344">
                  <c:v>2025-06-02</c:v>
                </c:pt>
                <c:pt idx="2345">
                  <c:v>2025-06-03</c:v>
                </c:pt>
                <c:pt idx="2346">
                  <c:v>2025-06-04</c:v>
                </c:pt>
                <c:pt idx="2347">
                  <c:v>2025-06-05</c:v>
                </c:pt>
                <c:pt idx="2348">
                  <c:v>2025-06-06</c:v>
                </c:pt>
                <c:pt idx="2349">
                  <c:v>2025-06-07</c:v>
                </c:pt>
                <c:pt idx="2350">
                  <c:v>2025-06-08</c:v>
                </c:pt>
                <c:pt idx="2351">
                  <c:v>2025-06-09</c:v>
                </c:pt>
                <c:pt idx="2352">
                  <c:v>2025-06-10</c:v>
                </c:pt>
                <c:pt idx="2353">
                  <c:v>2025-06-11</c:v>
                </c:pt>
                <c:pt idx="2354">
                  <c:v>2025-06-12</c:v>
                </c:pt>
                <c:pt idx="2355">
                  <c:v>2025-06-13</c:v>
                </c:pt>
                <c:pt idx="2356">
                  <c:v>2025-06-14</c:v>
                </c:pt>
                <c:pt idx="2357">
                  <c:v>2025-06-15</c:v>
                </c:pt>
                <c:pt idx="2358">
                  <c:v>2025-06-16</c:v>
                </c:pt>
                <c:pt idx="2359">
                  <c:v>2025-06-17</c:v>
                </c:pt>
                <c:pt idx="2360">
                  <c:v>2025-06-18</c:v>
                </c:pt>
                <c:pt idx="2361">
                  <c:v>2025-06-19</c:v>
                </c:pt>
                <c:pt idx="2362">
                  <c:v>2025-06-20</c:v>
                </c:pt>
                <c:pt idx="2363">
                  <c:v>2025-06-21</c:v>
                </c:pt>
                <c:pt idx="2364">
                  <c:v>2025-06-22</c:v>
                </c:pt>
                <c:pt idx="2365">
                  <c:v>2025-06-23</c:v>
                </c:pt>
                <c:pt idx="2366">
                  <c:v>2025-06-24</c:v>
                </c:pt>
                <c:pt idx="2367">
                  <c:v>2025-06-25</c:v>
                </c:pt>
                <c:pt idx="2368">
                  <c:v>2025-06-26</c:v>
                </c:pt>
                <c:pt idx="2369">
                  <c:v>2025-06-27</c:v>
                </c:pt>
                <c:pt idx="2370">
                  <c:v>2025-06-28</c:v>
                </c:pt>
                <c:pt idx="2371">
                  <c:v>2025-06-29</c:v>
                </c:pt>
                <c:pt idx="2372">
                  <c:v>2025-06-30</c:v>
                </c:pt>
                <c:pt idx="2373">
                  <c:v>2025-07-01</c:v>
                </c:pt>
                <c:pt idx="2374">
                  <c:v>2025-07-02</c:v>
                </c:pt>
                <c:pt idx="2375">
                  <c:v>2025-07-03</c:v>
                </c:pt>
                <c:pt idx="2376">
                  <c:v>2025-07-04</c:v>
                </c:pt>
                <c:pt idx="2377">
                  <c:v>2025-07-05</c:v>
                </c:pt>
                <c:pt idx="2378">
                  <c:v>2025-07-06</c:v>
                </c:pt>
                <c:pt idx="2379">
                  <c:v>2025-07-07</c:v>
                </c:pt>
                <c:pt idx="2380">
                  <c:v>2025-07-08</c:v>
                </c:pt>
                <c:pt idx="2381">
                  <c:v>2025-07-09</c:v>
                </c:pt>
                <c:pt idx="2382">
                  <c:v>2025-07-10</c:v>
                </c:pt>
                <c:pt idx="2383">
                  <c:v>2025-07-11</c:v>
                </c:pt>
                <c:pt idx="2384">
                  <c:v>2025-07-12</c:v>
                </c:pt>
                <c:pt idx="2385">
                  <c:v>2025-07-13</c:v>
                </c:pt>
                <c:pt idx="2386">
                  <c:v>2025-07-14</c:v>
                </c:pt>
                <c:pt idx="2387">
                  <c:v>2025-07-15</c:v>
                </c:pt>
                <c:pt idx="2388">
                  <c:v>2025-07-16</c:v>
                </c:pt>
                <c:pt idx="2389">
                  <c:v>2025-07-17</c:v>
                </c:pt>
                <c:pt idx="2390">
                  <c:v>2025-07-18</c:v>
                </c:pt>
                <c:pt idx="2391">
                  <c:v>2025-07-19</c:v>
                </c:pt>
                <c:pt idx="2392">
                  <c:v>2025-07-20</c:v>
                </c:pt>
                <c:pt idx="2393">
                  <c:v>2025-07-21</c:v>
                </c:pt>
                <c:pt idx="2394">
                  <c:v>2025-07-22</c:v>
                </c:pt>
                <c:pt idx="2395">
                  <c:v>2025-07-23</c:v>
                </c:pt>
                <c:pt idx="2396">
                  <c:v>2025-07-24</c:v>
                </c:pt>
                <c:pt idx="2397">
                  <c:v>2025-07-25</c:v>
                </c:pt>
                <c:pt idx="2398">
                  <c:v>2025-07-26</c:v>
                </c:pt>
                <c:pt idx="2399">
                  <c:v>2025-07-27</c:v>
                </c:pt>
                <c:pt idx="2400">
                  <c:v>2025-07-28</c:v>
                </c:pt>
                <c:pt idx="2401">
                  <c:v>2025-07-29</c:v>
                </c:pt>
                <c:pt idx="2402">
                  <c:v>2025-07-30</c:v>
                </c:pt>
                <c:pt idx="2403">
                  <c:v>2025-07-31</c:v>
                </c:pt>
                <c:pt idx="2404">
                  <c:v>2025-08-01</c:v>
                </c:pt>
                <c:pt idx="2405">
                  <c:v>2025-08-02</c:v>
                </c:pt>
                <c:pt idx="2406">
                  <c:v>2025-08-03</c:v>
                </c:pt>
                <c:pt idx="2407">
                  <c:v>2025-08-04</c:v>
                </c:pt>
                <c:pt idx="2408">
                  <c:v>2025-08-05</c:v>
                </c:pt>
                <c:pt idx="2409">
                  <c:v>2025-08-06</c:v>
                </c:pt>
                <c:pt idx="2410">
                  <c:v>2025-08-07</c:v>
                </c:pt>
                <c:pt idx="2411">
                  <c:v>2025-08-08</c:v>
                </c:pt>
                <c:pt idx="2412">
                  <c:v>2025-08-09</c:v>
                </c:pt>
                <c:pt idx="2413">
                  <c:v>2025-08-10</c:v>
                </c:pt>
                <c:pt idx="2414">
                  <c:v>2025-08-11</c:v>
                </c:pt>
                <c:pt idx="2415">
                  <c:v>2025-08-12</c:v>
                </c:pt>
                <c:pt idx="2416">
                  <c:v>2025-08-13</c:v>
                </c:pt>
                <c:pt idx="2417">
                  <c:v>2025-08-14</c:v>
                </c:pt>
                <c:pt idx="2418">
                  <c:v>2025-08-15</c:v>
                </c:pt>
                <c:pt idx="2419">
                  <c:v>2025-08-16</c:v>
                </c:pt>
                <c:pt idx="2420">
                  <c:v>2025-08-17</c:v>
                </c:pt>
                <c:pt idx="2421">
                  <c:v>2025-08-18</c:v>
                </c:pt>
                <c:pt idx="2422">
                  <c:v>2025-08-19</c:v>
                </c:pt>
                <c:pt idx="2423">
                  <c:v>2025-08-20</c:v>
                </c:pt>
                <c:pt idx="2424">
                  <c:v>2025-08-21</c:v>
                </c:pt>
                <c:pt idx="2425">
                  <c:v>2025-08-22</c:v>
                </c:pt>
                <c:pt idx="2426">
                  <c:v>2025-08-23</c:v>
                </c:pt>
                <c:pt idx="2427">
                  <c:v>2025-08-24</c:v>
                </c:pt>
                <c:pt idx="2428">
                  <c:v>2025-08-25</c:v>
                </c:pt>
                <c:pt idx="2429">
                  <c:v>2025-08-26</c:v>
                </c:pt>
                <c:pt idx="2430">
                  <c:v>2025-08-27</c:v>
                </c:pt>
                <c:pt idx="2431">
                  <c:v>2025-08-28</c:v>
                </c:pt>
                <c:pt idx="2432">
                  <c:v>2025-08-29</c:v>
                </c:pt>
                <c:pt idx="2433">
                  <c:v>2025-08-30</c:v>
                </c:pt>
                <c:pt idx="2434">
                  <c:v>2025-08-31</c:v>
                </c:pt>
                <c:pt idx="2435">
                  <c:v>2025-09-01</c:v>
                </c:pt>
                <c:pt idx="2436">
                  <c:v>2025-09-02</c:v>
                </c:pt>
                <c:pt idx="2437">
                  <c:v>2025-09-03</c:v>
                </c:pt>
                <c:pt idx="2438">
                  <c:v>2025-09-04</c:v>
                </c:pt>
                <c:pt idx="2439">
                  <c:v>2025-09-05</c:v>
                </c:pt>
                <c:pt idx="2440">
                  <c:v>2025-09-06</c:v>
                </c:pt>
                <c:pt idx="2441">
                  <c:v>2025-09-07</c:v>
                </c:pt>
                <c:pt idx="2442">
                  <c:v>2025-09-08</c:v>
                </c:pt>
                <c:pt idx="2443">
                  <c:v>2025-09-09</c:v>
                </c:pt>
                <c:pt idx="2444">
                  <c:v>2025-09-10</c:v>
                </c:pt>
                <c:pt idx="2445">
                  <c:v>2025-09-11</c:v>
                </c:pt>
                <c:pt idx="2446">
                  <c:v>2025-09-12</c:v>
                </c:pt>
                <c:pt idx="2447">
                  <c:v>2025-09-13</c:v>
                </c:pt>
                <c:pt idx="2448">
                  <c:v>2025-09-14</c:v>
                </c:pt>
                <c:pt idx="2449">
                  <c:v>2025-09-15</c:v>
                </c:pt>
                <c:pt idx="2450">
                  <c:v>2025-09-16</c:v>
                </c:pt>
                <c:pt idx="2451">
                  <c:v>2025-09-17</c:v>
                </c:pt>
                <c:pt idx="2452">
                  <c:v>2025-09-18</c:v>
                </c:pt>
                <c:pt idx="2453">
                  <c:v>2025-09-19</c:v>
                </c:pt>
                <c:pt idx="2454">
                  <c:v>2025-09-20</c:v>
                </c:pt>
                <c:pt idx="2455">
                  <c:v>2025-09-21</c:v>
                </c:pt>
                <c:pt idx="2456">
                  <c:v>2025-09-22</c:v>
                </c:pt>
                <c:pt idx="2457">
                  <c:v>2025-09-23</c:v>
                </c:pt>
                <c:pt idx="2458">
                  <c:v>2025-09-24</c:v>
                </c:pt>
                <c:pt idx="2459">
                  <c:v>2025-09-25</c:v>
                </c:pt>
                <c:pt idx="2460">
                  <c:v>2025-09-26</c:v>
                </c:pt>
                <c:pt idx="2461">
                  <c:v>2025-09-27</c:v>
                </c:pt>
                <c:pt idx="2462">
                  <c:v>2025-09-28</c:v>
                </c:pt>
                <c:pt idx="2463">
                  <c:v>2025-09-29</c:v>
                </c:pt>
                <c:pt idx="2464">
                  <c:v>2025-09-30</c:v>
                </c:pt>
                <c:pt idx="2465">
                  <c:v>2025-10-01</c:v>
                </c:pt>
                <c:pt idx="2466">
                  <c:v>2025-10-02</c:v>
                </c:pt>
                <c:pt idx="2467">
                  <c:v>2025-10-03</c:v>
                </c:pt>
                <c:pt idx="2468">
                  <c:v>2025-10-04</c:v>
                </c:pt>
                <c:pt idx="2469">
                  <c:v>2025-10-05</c:v>
                </c:pt>
                <c:pt idx="2470">
                  <c:v>2025-10-06</c:v>
                </c:pt>
                <c:pt idx="2471">
                  <c:v>2025-10-07</c:v>
                </c:pt>
                <c:pt idx="2472">
                  <c:v>2025-10-08</c:v>
                </c:pt>
                <c:pt idx="2473">
                  <c:v>2025-10-09</c:v>
                </c:pt>
                <c:pt idx="2474">
                  <c:v>2025-10-10</c:v>
                </c:pt>
                <c:pt idx="2475">
                  <c:v>2025-10-11</c:v>
                </c:pt>
                <c:pt idx="2476">
                  <c:v>2025-10-12</c:v>
                </c:pt>
                <c:pt idx="2477">
                  <c:v>2025-10-13</c:v>
                </c:pt>
                <c:pt idx="2478">
                  <c:v>2025-10-14</c:v>
                </c:pt>
                <c:pt idx="2479">
                  <c:v>2025-10-15</c:v>
                </c:pt>
                <c:pt idx="2480">
                  <c:v>2025-10-16</c:v>
                </c:pt>
                <c:pt idx="2481">
                  <c:v>2025-10-17</c:v>
                </c:pt>
                <c:pt idx="2482">
                  <c:v>2025-10-18</c:v>
                </c:pt>
                <c:pt idx="2483">
                  <c:v>2025-10-19</c:v>
                </c:pt>
                <c:pt idx="2484">
                  <c:v>2025-10-20</c:v>
                </c:pt>
                <c:pt idx="2485">
                  <c:v>2025-10-21</c:v>
                </c:pt>
                <c:pt idx="2486">
                  <c:v>2025-10-22</c:v>
                </c:pt>
                <c:pt idx="2487">
                  <c:v>2025-10-23</c:v>
                </c:pt>
                <c:pt idx="2488">
                  <c:v>2025-10-24</c:v>
                </c:pt>
                <c:pt idx="2489">
                  <c:v>2025-10-25</c:v>
                </c:pt>
                <c:pt idx="2490">
                  <c:v>2025-10-26</c:v>
                </c:pt>
                <c:pt idx="2491">
                  <c:v>2025-10-27</c:v>
                </c:pt>
                <c:pt idx="2492">
                  <c:v>2025-10-28</c:v>
                </c:pt>
                <c:pt idx="2493">
                  <c:v>2025-10-29</c:v>
                </c:pt>
                <c:pt idx="2494">
                  <c:v>2025-10-30</c:v>
                </c:pt>
                <c:pt idx="2495">
                  <c:v>2025-10-31</c:v>
                </c:pt>
                <c:pt idx="2496">
                  <c:v>2025-11-01</c:v>
                </c:pt>
                <c:pt idx="2497">
                  <c:v>2025-11-02</c:v>
                </c:pt>
                <c:pt idx="2498">
                  <c:v>2025-11-03</c:v>
                </c:pt>
                <c:pt idx="2499">
                  <c:v>2025-11-04</c:v>
                </c:pt>
                <c:pt idx="2500">
                  <c:v>2025-11-05</c:v>
                </c:pt>
                <c:pt idx="2501">
                  <c:v>2025-11-06</c:v>
                </c:pt>
                <c:pt idx="2502">
                  <c:v>2025-11-07</c:v>
                </c:pt>
                <c:pt idx="2503">
                  <c:v>2025-11-08</c:v>
                </c:pt>
                <c:pt idx="2504">
                  <c:v>2025-11-09</c:v>
                </c:pt>
                <c:pt idx="2505">
                  <c:v>2025-11-10</c:v>
                </c:pt>
                <c:pt idx="2506">
                  <c:v>2025-11-11</c:v>
                </c:pt>
                <c:pt idx="2507">
                  <c:v>2025-11-12</c:v>
                </c:pt>
                <c:pt idx="2508">
                  <c:v>2025-11-13</c:v>
                </c:pt>
                <c:pt idx="2509">
                  <c:v>2025-11-14</c:v>
                </c:pt>
                <c:pt idx="2510">
                  <c:v>2025-11-15</c:v>
                </c:pt>
                <c:pt idx="2511">
                  <c:v>2025-11-16</c:v>
                </c:pt>
                <c:pt idx="2512">
                  <c:v>2025-11-17</c:v>
                </c:pt>
                <c:pt idx="2513">
                  <c:v>2025-11-18</c:v>
                </c:pt>
                <c:pt idx="2514">
                  <c:v>2025-11-19</c:v>
                </c:pt>
                <c:pt idx="2515">
                  <c:v>2025-11-20</c:v>
                </c:pt>
                <c:pt idx="2516">
                  <c:v>2025-11-21</c:v>
                </c:pt>
                <c:pt idx="2517">
                  <c:v>2025-11-22</c:v>
                </c:pt>
                <c:pt idx="2518">
                  <c:v>2025-11-23</c:v>
                </c:pt>
                <c:pt idx="2519">
                  <c:v>2025-11-24</c:v>
                </c:pt>
                <c:pt idx="2520">
                  <c:v>2025-11-25</c:v>
                </c:pt>
                <c:pt idx="2521">
                  <c:v>2025-11-26</c:v>
                </c:pt>
                <c:pt idx="2522">
                  <c:v>2025-11-27</c:v>
                </c:pt>
                <c:pt idx="2523">
                  <c:v>2025-11-28</c:v>
                </c:pt>
                <c:pt idx="2524">
                  <c:v>2025-11-29</c:v>
                </c:pt>
                <c:pt idx="2525">
                  <c:v>2025-11-30</c:v>
                </c:pt>
                <c:pt idx="2526">
                  <c:v>2025-12-01</c:v>
                </c:pt>
                <c:pt idx="2527">
                  <c:v>2025-12-02</c:v>
                </c:pt>
                <c:pt idx="2528">
                  <c:v>2025-12-03</c:v>
                </c:pt>
                <c:pt idx="2529">
                  <c:v>2025-12-04</c:v>
                </c:pt>
                <c:pt idx="2530">
                  <c:v>2025-12-05</c:v>
                </c:pt>
                <c:pt idx="2531">
                  <c:v>2025-12-06</c:v>
                </c:pt>
                <c:pt idx="2532">
                  <c:v>2025-12-07</c:v>
                </c:pt>
                <c:pt idx="2533">
                  <c:v>2025-12-08</c:v>
                </c:pt>
                <c:pt idx="2534">
                  <c:v>2025-12-09</c:v>
                </c:pt>
                <c:pt idx="2535">
                  <c:v>2025-12-10</c:v>
                </c:pt>
                <c:pt idx="2536">
                  <c:v>2025-12-11</c:v>
                </c:pt>
                <c:pt idx="2537">
                  <c:v>2025-12-12</c:v>
                </c:pt>
                <c:pt idx="2538">
                  <c:v>2025-12-13</c:v>
                </c:pt>
                <c:pt idx="2539">
                  <c:v>2025-12-14</c:v>
                </c:pt>
                <c:pt idx="2540">
                  <c:v>2025-12-15</c:v>
                </c:pt>
                <c:pt idx="2541">
                  <c:v>2025-12-16</c:v>
                </c:pt>
                <c:pt idx="2542">
                  <c:v>2025-12-17</c:v>
                </c:pt>
                <c:pt idx="2543">
                  <c:v>2025-12-18</c:v>
                </c:pt>
                <c:pt idx="2544">
                  <c:v>2025-12-19</c:v>
                </c:pt>
                <c:pt idx="2545">
                  <c:v>2025-12-20</c:v>
                </c:pt>
                <c:pt idx="2546">
                  <c:v>2025-12-21</c:v>
                </c:pt>
                <c:pt idx="2547">
                  <c:v>2025-12-22</c:v>
                </c:pt>
                <c:pt idx="2548">
                  <c:v>2025-12-23</c:v>
                </c:pt>
                <c:pt idx="2549">
                  <c:v>2025-12-24</c:v>
                </c:pt>
                <c:pt idx="2550">
                  <c:v>2025-12-25</c:v>
                </c:pt>
                <c:pt idx="2551">
                  <c:v>2025-12-26</c:v>
                </c:pt>
                <c:pt idx="2552">
                  <c:v>2025-12-27</c:v>
                </c:pt>
                <c:pt idx="2553">
                  <c:v>2025-12-28</c:v>
                </c:pt>
                <c:pt idx="2554">
                  <c:v>2025-12-29</c:v>
                </c:pt>
                <c:pt idx="2555">
                  <c:v>2025-12-30</c:v>
                </c:pt>
                <c:pt idx="2556">
                  <c:v>2025-12-31</c:v>
                </c:pt>
                <c:pt idx="2557">
                  <c:v>2026-01-01</c:v>
                </c:pt>
                <c:pt idx="2558">
                  <c:v>2026-01-02</c:v>
                </c:pt>
                <c:pt idx="2559">
                  <c:v>2026-01-03</c:v>
                </c:pt>
                <c:pt idx="2560">
                  <c:v>2026-01-04</c:v>
                </c:pt>
                <c:pt idx="2561">
                  <c:v>2026-01-05</c:v>
                </c:pt>
                <c:pt idx="2562">
                  <c:v>2026-01-06</c:v>
                </c:pt>
                <c:pt idx="2563">
                  <c:v>2026-01-07</c:v>
                </c:pt>
                <c:pt idx="2564">
                  <c:v>2026-01-08</c:v>
                </c:pt>
                <c:pt idx="2565">
                  <c:v>2026-01-09</c:v>
                </c:pt>
                <c:pt idx="2566">
                  <c:v>2026-01-10</c:v>
                </c:pt>
                <c:pt idx="2567">
                  <c:v>2026-01-11</c:v>
                </c:pt>
                <c:pt idx="2568">
                  <c:v>2026-01-12</c:v>
                </c:pt>
                <c:pt idx="2569">
                  <c:v>2026-01-13</c:v>
                </c:pt>
                <c:pt idx="2570">
                  <c:v>2026-01-14</c:v>
                </c:pt>
                <c:pt idx="2571">
                  <c:v>2026-01-15</c:v>
                </c:pt>
                <c:pt idx="2572">
                  <c:v>2026-01-16</c:v>
                </c:pt>
                <c:pt idx="2573">
                  <c:v>2026-01-17</c:v>
                </c:pt>
                <c:pt idx="2574">
                  <c:v>2026-01-18</c:v>
                </c:pt>
                <c:pt idx="2575">
                  <c:v>2026-01-19</c:v>
                </c:pt>
                <c:pt idx="2576">
                  <c:v>2026-01-20</c:v>
                </c:pt>
                <c:pt idx="2577">
                  <c:v>2026-01-21</c:v>
                </c:pt>
                <c:pt idx="2578">
                  <c:v>2026-01-22</c:v>
                </c:pt>
                <c:pt idx="2579">
                  <c:v>2026-01-23</c:v>
                </c:pt>
                <c:pt idx="2580">
                  <c:v>2026-01-24</c:v>
                </c:pt>
                <c:pt idx="2581">
                  <c:v>2026-01-25</c:v>
                </c:pt>
                <c:pt idx="2582">
                  <c:v>2026-01-26</c:v>
                </c:pt>
                <c:pt idx="2583">
                  <c:v>2026-01-27</c:v>
                </c:pt>
                <c:pt idx="2584">
                  <c:v>2026-01-28</c:v>
                </c:pt>
                <c:pt idx="2585">
                  <c:v>2026-01-29</c:v>
                </c:pt>
                <c:pt idx="2586">
                  <c:v>2026-01-30</c:v>
                </c:pt>
                <c:pt idx="2587">
                  <c:v>2026-01-31</c:v>
                </c:pt>
                <c:pt idx="2588">
                  <c:v>2026-02-01</c:v>
                </c:pt>
                <c:pt idx="2589">
                  <c:v>2026-02-02</c:v>
                </c:pt>
                <c:pt idx="2590">
                  <c:v>2026-02-03</c:v>
                </c:pt>
                <c:pt idx="2591">
                  <c:v>2026-02-04</c:v>
                </c:pt>
                <c:pt idx="2592">
                  <c:v>2026-02-05</c:v>
                </c:pt>
                <c:pt idx="2593">
                  <c:v>2026-02-06</c:v>
                </c:pt>
                <c:pt idx="2594">
                  <c:v>2026-02-07</c:v>
                </c:pt>
                <c:pt idx="2595">
                  <c:v>2026-02-08</c:v>
                </c:pt>
                <c:pt idx="2596">
                  <c:v>2026-02-09</c:v>
                </c:pt>
                <c:pt idx="2597">
                  <c:v>2026-02-10</c:v>
                </c:pt>
                <c:pt idx="2598">
                  <c:v>2026-02-11</c:v>
                </c:pt>
                <c:pt idx="2599">
                  <c:v>2026-02-12</c:v>
                </c:pt>
                <c:pt idx="2600">
                  <c:v>2026-02-13</c:v>
                </c:pt>
                <c:pt idx="2601">
                  <c:v>2026-02-14</c:v>
                </c:pt>
                <c:pt idx="2602">
                  <c:v>2026-02-15</c:v>
                </c:pt>
                <c:pt idx="2603">
                  <c:v>2026-02-16</c:v>
                </c:pt>
                <c:pt idx="2604">
                  <c:v>2026-02-17</c:v>
                </c:pt>
                <c:pt idx="2605">
                  <c:v>2026-02-18</c:v>
                </c:pt>
                <c:pt idx="2606">
                  <c:v>2026-02-19</c:v>
                </c:pt>
                <c:pt idx="2607">
                  <c:v>2026-02-20</c:v>
                </c:pt>
                <c:pt idx="2608">
                  <c:v>2026-02-21</c:v>
                </c:pt>
                <c:pt idx="2609">
                  <c:v>2026-02-22</c:v>
                </c:pt>
                <c:pt idx="2610">
                  <c:v>2026-02-23</c:v>
                </c:pt>
                <c:pt idx="2611">
                  <c:v>2026-02-24</c:v>
                </c:pt>
                <c:pt idx="2612">
                  <c:v>2026-02-25</c:v>
                </c:pt>
                <c:pt idx="2613">
                  <c:v>2026-02-26</c:v>
                </c:pt>
                <c:pt idx="2614">
                  <c:v>2026-02-27</c:v>
                </c:pt>
                <c:pt idx="2615">
                  <c:v>2026-02-28</c:v>
                </c:pt>
                <c:pt idx="2616">
                  <c:v>2026-03-01</c:v>
                </c:pt>
                <c:pt idx="2617">
                  <c:v>2026-03-02</c:v>
                </c:pt>
                <c:pt idx="2618">
                  <c:v>2026-03-03</c:v>
                </c:pt>
                <c:pt idx="2619">
                  <c:v>2026-03-04</c:v>
                </c:pt>
                <c:pt idx="2620">
                  <c:v>2026-03-05</c:v>
                </c:pt>
                <c:pt idx="2621">
                  <c:v>2026-03-06</c:v>
                </c:pt>
                <c:pt idx="2622">
                  <c:v>2026-03-07</c:v>
                </c:pt>
                <c:pt idx="2623">
                  <c:v>2026-03-08</c:v>
                </c:pt>
                <c:pt idx="2624">
                  <c:v>2026-03-09</c:v>
                </c:pt>
                <c:pt idx="2625">
                  <c:v>2026-03-10</c:v>
                </c:pt>
                <c:pt idx="2626">
                  <c:v>2026-03-11</c:v>
                </c:pt>
                <c:pt idx="2627">
                  <c:v>2026-03-12</c:v>
                </c:pt>
                <c:pt idx="2628">
                  <c:v>2026-03-13</c:v>
                </c:pt>
                <c:pt idx="2629">
                  <c:v>2026-03-14</c:v>
                </c:pt>
                <c:pt idx="2630">
                  <c:v>2026-03-15</c:v>
                </c:pt>
                <c:pt idx="2631">
                  <c:v>2026-03-16</c:v>
                </c:pt>
                <c:pt idx="2632">
                  <c:v>2026-03-17</c:v>
                </c:pt>
                <c:pt idx="2633">
                  <c:v>2026-03-18</c:v>
                </c:pt>
                <c:pt idx="2634">
                  <c:v>2026-03-19</c:v>
                </c:pt>
                <c:pt idx="2635">
                  <c:v>2026-03-20</c:v>
                </c:pt>
                <c:pt idx="2636">
                  <c:v>2026-03-21</c:v>
                </c:pt>
                <c:pt idx="2637">
                  <c:v>2026-03-22</c:v>
                </c:pt>
                <c:pt idx="2638">
                  <c:v>2026-03-23</c:v>
                </c:pt>
                <c:pt idx="2639">
                  <c:v>2026-03-24</c:v>
                </c:pt>
                <c:pt idx="2640">
                  <c:v>2026-03-25</c:v>
                </c:pt>
                <c:pt idx="2641">
                  <c:v>2026-03-26</c:v>
                </c:pt>
                <c:pt idx="2642">
                  <c:v>2026-03-27</c:v>
                </c:pt>
                <c:pt idx="2643">
                  <c:v>2026-03-28</c:v>
                </c:pt>
                <c:pt idx="2644">
                  <c:v>2026-03-29</c:v>
                </c:pt>
                <c:pt idx="2645">
                  <c:v>2026-03-30</c:v>
                </c:pt>
                <c:pt idx="2646">
                  <c:v>2026-03-31</c:v>
                </c:pt>
                <c:pt idx="2647">
                  <c:v>2026-04-01</c:v>
                </c:pt>
                <c:pt idx="2648">
                  <c:v>2026-04-02</c:v>
                </c:pt>
                <c:pt idx="2649">
                  <c:v>2026-04-03</c:v>
                </c:pt>
                <c:pt idx="2650">
                  <c:v>2026-04-04</c:v>
                </c:pt>
                <c:pt idx="2651">
                  <c:v>2026-04-05</c:v>
                </c:pt>
                <c:pt idx="2652">
                  <c:v>2026-04-06</c:v>
                </c:pt>
                <c:pt idx="2653">
                  <c:v>2026-04-07</c:v>
                </c:pt>
                <c:pt idx="2654">
                  <c:v>2026-04-08</c:v>
                </c:pt>
                <c:pt idx="2655">
                  <c:v>2026-04-09</c:v>
                </c:pt>
                <c:pt idx="2656">
                  <c:v>2026-04-10</c:v>
                </c:pt>
                <c:pt idx="2657">
                  <c:v>2026-04-11</c:v>
                </c:pt>
                <c:pt idx="2658">
                  <c:v>2026-04-12</c:v>
                </c:pt>
                <c:pt idx="2659">
                  <c:v>2026-04-13</c:v>
                </c:pt>
                <c:pt idx="2660">
                  <c:v>2026-04-14</c:v>
                </c:pt>
                <c:pt idx="2661">
                  <c:v>2026-04-15</c:v>
                </c:pt>
                <c:pt idx="2662">
                  <c:v>2026-04-16</c:v>
                </c:pt>
                <c:pt idx="2663">
                  <c:v>2026-04-17</c:v>
                </c:pt>
                <c:pt idx="2664">
                  <c:v>2026-04-18</c:v>
                </c:pt>
                <c:pt idx="2665">
                  <c:v>2026-04-19</c:v>
                </c:pt>
                <c:pt idx="2666">
                  <c:v>2026-04-20</c:v>
                </c:pt>
                <c:pt idx="2667">
                  <c:v>2026-04-21</c:v>
                </c:pt>
                <c:pt idx="2668">
                  <c:v>2026-04-22</c:v>
                </c:pt>
                <c:pt idx="2669">
                  <c:v>2026-04-23</c:v>
                </c:pt>
                <c:pt idx="2670">
                  <c:v>2026-04-24</c:v>
                </c:pt>
                <c:pt idx="2671">
                  <c:v>2026-04-25</c:v>
                </c:pt>
                <c:pt idx="2672">
                  <c:v>2026-04-26</c:v>
                </c:pt>
                <c:pt idx="2673">
                  <c:v>2026-04-27</c:v>
                </c:pt>
                <c:pt idx="2674">
                  <c:v>2026-04-28</c:v>
                </c:pt>
                <c:pt idx="2675">
                  <c:v>2026-04-29</c:v>
                </c:pt>
                <c:pt idx="2676">
                  <c:v>2026-04-30</c:v>
                </c:pt>
                <c:pt idx="2677">
                  <c:v>2026-05-01</c:v>
                </c:pt>
                <c:pt idx="2678">
                  <c:v>2026-05-02</c:v>
                </c:pt>
                <c:pt idx="2679">
                  <c:v>2026-05-03</c:v>
                </c:pt>
                <c:pt idx="2680">
                  <c:v>2026-05-04</c:v>
                </c:pt>
                <c:pt idx="2681">
                  <c:v>2026-05-05</c:v>
                </c:pt>
                <c:pt idx="2682">
                  <c:v>2026-05-06</c:v>
                </c:pt>
                <c:pt idx="2683">
                  <c:v>2026-05-07</c:v>
                </c:pt>
                <c:pt idx="2684">
                  <c:v>2026-05-08</c:v>
                </c:pt>
                <c:pt idx="2685">
                  <c:v>2026-05-09</c:v>
                </c:pt>
                <c:pt idx="2686">
                  <c:v>2026-05-10</c:v>
                </c:pt>
                <c:pt idx="2687">
                  <c:v>2026-05-11</c:v>
                </c:pt>
                <c:pt idx="2688">
                  <c:v>2026-05-12</c:v>
                </c:pt>
                <c:pt idx="2689">
                  <c:v>2026-05-13</c:v>
                </c:pt>
                <c:pt idx="2690">
                  <c:v>2026-05-14</c:v>
                </c:pt>
                <c:pt idx="2691">
                  <c:v>2026-05-15</c:v>
                </c:pt>
                <c:pt idx="2692">
                  <c:v>2026-05-16</c:v>
                </c:pt>
                <c:pt idx="2693">
                  <c:v>2026-05-17</c:v>
                </c:pt>
                <c:pt idx="2694">
                  <c:v>2026-05-18</c:v>
                </c:pt>
                <c:pt idx="2695">
                  <c:v>2026-05-19</c:v>
                </c:pt>
                <c:pt idx="2696">
                  <c:v>2026-05-20</c:v>
                </c:pt>
                <c:pt idx="2697">
                  <c:v>2026-05-21</c:v>
                </c:pt>
                <c:pt idx="2698">
                  <c:v>2026-05-22</c:v>
                </c:pt>
                <c:pt idx="2699">
                  <c:v>2026-05-23</c:v>
                </c:pt>
                <c:pt idx="2700">
                  <c:v>2026-05-24</c:v>
                </c:pt>
                <c:pt idx="2701">
                  <c:v>2026-05-25</c:v>
                </c:pt>
                <c:pt idx="2702">
                  <c:v>2026-05-26</c:v>
                </c:pt>
                <c:pt idx="2703">
                  <c:v>2026-05-27</c:v>
                </c:pt>
                <c:pt idx="2704">
                  <c:v>2026-05-28</c:v>
                </c:pt>
                <c:pt idx="2705">
                  <c:v>2026-05-29</c:v>
                </c:pt>
                <c:pt idx="2706">
                  <c:v>2026-05-30</c:v>
                </c:pt>
                <c:pt idx="2707">
                  <c:v>2026-05-31</c:v>
                </c:pt>
                <c:pt idx="2708">
                  <c:v>2026-06-01</c:v>
                </c:pt>
                <c:pt idx="2709">
                  <c:v>2026-06-02</c:v>
                </c:pt>
                <c:pt idx="2710">
                  <c:v>2026-06-03</c:v>
                </c:pt>
                <c:pt idx="2711">
                  <c:v>2026-06-04</c:v>
                </c:pt>
                <c:pt idx="2712">
                  <c:v>2026-06-05</c:v>
                </c:pt>
                <c:pt idx="2713">
                  <c:v>2026-06-06</c:v>
                </c:pt>
                <c:pt idx="2714">
                  <c:v>2026-06-07</c:v>
                </c:pt>
                <c:pt idx="2715">
                  <c:v>2026-06-08</c:v>
                </c:pt>
                <c:pt idx="2716">
                  <c:v>2026-06-09</c:v>
                </c:pt>
                <c:pt idx="2717">
                  <c:v>2026-06-10</c:v>
                </c:pt>
                <c:pt idx="2718">
                  <c:v>2026-06-11</c:v>
                </c:pt>
                <c:pt idx="2719">
                  <c:v>2026-06-12</c:v>
                </c:pt>
                <c:pt idx="2720">
                  <c:v>2026-06-13</c:v>
                </c:pt>
                <c:pt idx="2721">
                  <c:v>2026-06-14</c:v>
                </c:pt>
                <c:pt idx="2722">
                  <c:v>2026-06-15</c:v>
                </c:pt>
                <c:pt idx="2723">
                  <c:v>2026-06-16</c:v>
                </c:pt>
                <c:pt idx="2724">
                  <c:v>2026-06-17</c:v>
                </c:pt>
                <c:pt idx="2725">
                  <c:v>2026-06-18</c:v>
                </c:pt>
                <c:pt idx="2726">
                  <c:v>2026-06-19</c:v>
                </c:pt>
                <c:pt idx="2727">
                  <c:v>2026-06-20</c:v>
                </c:pt>
                <c:pt idx="2728">
                  <c:v>2026-06-21</c:v>
                </c:pt>
                <c:pt idx="2729">
                  <c:v>2026-06-22</c:v>
                </c:pt>
                <c:pt idx="2730">
                  <c:v>2026-06-23</c:v>
                </c:pt>
                <c:pt idx="2731">
                  <c:v>2026-06-24</c:v>
                </c:pt>
                <c:pt idx="2732">
                  <c:v>2026-06-25</c:v>
                </c:pt>
                <c:pt idx="2733">
                  <c:v>2026-06-26</c:v>
                </c:pt>
                <c:pt idx="2734">
                  <c:v>2026-06-27</c:v>
                </c:pt>
                <c:pt idx="2735">
                  <c:v>2026-06-28</c:v>
                </c:pt>
                <c:pt idx="2736">
                  <c:v>2026-06-29</c:v>
                </c:pt>
                <c:pt idx="2737">
                  <c:v>2026-06-30</c:v>
                </c:pt>
                <c:pt idx="2738">
                  <c:v>2026-07-01</c:v>
                </c:pt>
                <c:pt idx="2739">
                  <c:v>2026-07-02</c:v>
                </c:pt>
                <c:pt idx="2740">
                  <c:v>2026-07-03</c:v>
                </c:pt>
                <c:pt idx="2741">
                  <c:v>2026-07-04</c:v>
                </c:pt>
                <c:pt idx="2742">
                  <c:v>2026-07-05</c:v>
                </c:pt>
                <c:pt idx="2743">
                  <c:v>2026-07-06</c:v>
                </c:pt>
                <c:pt idx="2744">
                  <c:v>2026-07-07</c:v>
                </c:pt>
                <c:pt idx="2745">
                  <c:v>2026-07-08</c:v>
                </c:pt>
                <c:pt idx="2746">
                  <c:v>2026-07-09</c:v>
                </c:pt>
                <c:pt idx="2747">
                  <c:v>2026-07-10</c:v>
                </c:pt>
                <c:pt idx="2748">
                  <c:v>2026-07-11</c:v>
                </c:pt>
                <c:pt idx="2749">
                  <c:v>2026-07-12</c:v>
                </c:pt>
                <c:pt idx="2750">
                  <c:v>2026-07-13</c:v>
                </c:pt>
                <c:pt idx="2751">
                  <c:v>2026-07-14</c:v>
                </c:pt>
                <c:pt idx="2752">
                  <c:v>2026-07-15</c:v>
                </c:pt>
                <c:pt idx="2753">
                  <c:v>2026-07-16</c:v>
                </c:pt>
                <c:pt idx="2754">
                  <c:v>2026-07-17</c:v>
                </c:pt>
                <c:pt idx="2755">
                  <c:v>2026-07-18</c:v>
                </c:pt>
                <c:pt idx="2756">
                  <c:v>2026-07-19</c:v>
                </c:pt>
                <c:pt idx="2757">
                  <c:v>2026-07-20</c:v>
                </c:pt>
                <c:pt idx="2758">
                  <c:v>2026-07-21</c:v>
                </c:pt>
                <c:pt idx="2759">
                  <c:v>2026-07-22</c:v>
                </c:pt>
                <c:pt idx="2760">
                  <c:v>2026-07-23</c:v>
                </c:pt>
                <c:pt idx="2761">
                  <c:v>2026-07-24</c:v>
                </c:pt>
                <c:pt idx="2762">
                  <c:v>2026-07-25</c:v>
                </c:pt>
                <c:pt idx="2763">
                  <c:v>2026-07-26</c:v>
                </c:pt>
                <c:pt idx="2764">
                  <c:v>2026-07-27</c:v>
                </c:pt>
                <c:pt idx="2765">
                  <c:v>2026-07-28</c:v>
                </c:pt>
                <c:pt idx="2766">
                  <c:v>2026-07-29</c:v>
                </c:pt>
                <c:pt idx="2767">
                  <c:v>2026-07-30</c:v>
                </c:pt>
                <c:pt idx="2768">
                  <c:v>2026-07-31</c:v>
                </c:pt>
                <c:pt idx="2769">
                  <c:v>2026-08-01</c:v>
                </c:pt>
                <c:pt idx="2770">
                  <c:v>2026-08-02</c:v>
                </c:pt>
                <c:pt idx="2771">
                  <c:v>2026-08-03</c:v>
                </c:pt>
                <c:pt idx="2772">
                  <c:v>2026-08-04</c:v>
                </c:pt>
                <c:pt idx="2773">
                  <c:v>2026-08-05</c:v>
                </c:pt>
                <c:pt idx="2774">
                  <c:v>2026-08-06</c:v>
                </c:pt>
                <c:pt idx="2775">
                  <c:v>2026-08-07</c:v>
                </c:pt>
                <c:pt idx="2776">
                  <c:v>2026-08-08</c:v>
                </c:pt>
                <c:pt idx="2777">
                  <c:v>2026-08-09</c:v>
                </c:pt>
                <c:pt idx="2778">
                  <c:v>2026-08-10</c:v>
                </c:pt>
                <c:pt idx="2779">
                  <c:v>2026-08-11</c:v>
                </c:pt>
                <c:pt idx="2780">
                  <c:v>2026-08-12</c:v>
                </c:pt>
                <c:pt idx="2781">
                  <c:v>2026-08-13</c:v>
                </c:pt>
                <c:pt idx="2782">
                  <c:v>2026-08-14</c:v>
                </c:pt>
                <c:pt idx="2783">
                  <c:v>2026-08-15</c:v>
                </c:pt>
                <c:pt idx="2784">
                  <c:v>2026-08-16</c:v>
                </c:pt>
                <c:pt idx="2785">
                  <c:v>2026-08-17</c:v>
                </c:pt>
                <c:pt idx="2786">
                  <c:v>2026-08-18</c:v>
                </c:pt>
                <c:pt idx="2787">
                  <c:v>2026-08-19</c:v>
                </c:pt>
                <c:pt idx="2788">
                  <c:v>2026-08-20</c:v>
                </c:pt>
                <c:pt idx="2789">
                  <c:v>2026-08-21</c:v>
                </c:pt>
                <c:pt idx="2790">
                  <c:v>2026-08-22</c:v>
                </c:pt>
                <c:pt idx="2791">
                  <c:v>2026-08-23</c:v>
                </c:pt>
                <c:pt idx="2792">
                  <c:v>2026-08-24</c:v>
                </c:pt>
                <c:pt idx="2793">
                  <c:v>2026-08-25</c:v>
                </c:pt>
                <c:pt idx="2794">
                  <c:v>2026-08-26</c:v>
                </c:pt>
                <c:pt idx="2795">
                  <c:v>2026-08-27</c:v>
                </c:pt>
                <c:pt idx="2796">
                  <c:v>2026-08-28</c:v>
                </c:pt>
                <c:pt idx="2797">
                  <c:v>2026-08-29</c:v>
                </c:pt>
                <c:pt idx="2798">
                  <c:v>2026-08-30</c:v>
                </c:pt>
                <c:pt idx="2799">
                  <c:v>2026-08-31</c:v>
                </c:pt>
                <c:pt idx="2800">
                  <c:v>2026-09-01</c:v>
                </c:pt>
                <c:pt idx="2801">
                  <c:v>2026-09-02</c:v>
                </c:pt>
                <c:pt idx="2802">
                  <c:v>2026-09-03</c:v>
                </c:pt>
                <c:pt idx="2803">
                  <c:v>2026-09-04</c:v>
                </c:pt>
                <c:pt idx="2804">
                  <c:v>2026-09-05</c:v>
                </c:pt>
                <c:pt idx="2805">
                  <c:v>2026-09-06</c:v>
                </c:pt>
                <c:pt idx="2806">
                  <c:v>2026-09-07</c:v>
                </c:pt>
                <c:pt idx="2807">
                  <c:v>2026-09-08</c:v>
                </c:pt>
                <c:pt idx="2808">
                  <c:v>2026-09-09</c:v>
                </c:pt>
                <c:pt idx="2809">
                  <c:v>2026-09-10</c:v>
                </c:pt>
                <c:pt idx="2810">
                  <c:v>2026-09-11</c:v>
                </c:pt>
                <c:pt idx="2811">
                  <c:v>2026-09-12</c:v>
                </c:pt>
                <c:pt idx="2812">
                  <c:v>2026-09-13</c:v>
                </c:pt>
                <c:pt idx="2813">
                  <c:v>2026-09-14</c:v>
                </c:pt>
                <c:pt idx="2814">
                  <c:v>2026-09-15</c:v>
                </c:pt>
                <c:pt idx="2815">
                  <c:v>2026-09-16</c:v>
                </c:pt>
                <c:pt idx="2816">
                  <c:v>2026-09-17</c:v>
                </c:pt>
                <c:pt idx="2817">
                  <c:v>2026-09-18</c:v>
                </c:pt>
                <c:pt idx="2818">
                  <c:v>2026-09-19</c:v>
                </c:pt>
                <c:pt idx="2819">
                  <c:v>2026-09-20</c:v>
                </c:pt>
                <c:pt idx="2820">
                  <c:v>2026-09-21</c:v>
                </c:pt>
                <c:pt idx="2821">
                  <c:v>2026-09-22</c:v>
                </c:pt>
                <c:pt idx="2822">
                  <c:v>2026-09-23</c:v>
                </c:pt>
                <c:pt idx="2823">
                  <c:v>2026-09-24</c:v>
                </c:pt>
                <c:pt idx="2824">
                  <c:v>2026-09-25</c:v>
                </c:pt>
                <c:pt idx="2825">
                  <c:v>2026-09-26</c:v>
                </c:pt>
                <c:pt idx="2826">
                  <c:v>2026-09-27</c:v>
                </c:pt>
                <c:pt idx="2827">
                  <c:v>2026-09-28</c:v>
                </c:pt>
                <c:pt idx="2828">
                  <c:v>2026-09-29</c:v>
                </c:pt>
                <c:pt idx="2829">
                  <c:v>2026-09-30</c:v>
                </c:pt>
                <c:pt idx="2830">
                  <c:v>2026-10-01</c:v>
                </c:pt>
                <c:pt idx="2831">
                  <c:v>2026-10-02</c:v>
                </c:pt>
                <c:pt idx="2832">
                  <c:v>2026-10-03</c:v>
                </c:pt>
                <c:pt idx="2833">
                  <c:v>2026-10-04</c:v>
                </c:pt>
                <c:pt idx="2834">
                  <c:v>2026-10-05</c:v>
                </c:pt>
                <c:pt idx="2835">
                  <c:v>2026-10-06</c:v>
                </c:pt>
                <c:pt idx="2836">
                  <c:v>2026-10-07</c:v>
                </c:pt>
                <c:pt idx="2837">
                  <c:v>2026-10-08</c:v>
                </c:pt>
                <c:pt idx="2838">
                  <c:v>2026-10-09</c:v>
                </c:pt>
                <c:pt idx="2839">
                  <c:v>2026-10-10</c:v>
                </c:pt>
                <c:pt idx="2840">
                  <c:v>2026-10-11</c:v>
                </c:pt>
                <c:pt idx="2841">
                  <c:v>2026-10-12</c:v>
                </c:pt>
                <c:pt idx="2842">
                  <c:v>2026-10-13</c:v>
                </c:pt>
                <c:pt idx="2843">
                  <c:v>2026-10-14</c:v>
                </c:pt>
                <c:pt idx="2844">
                  <c:v>2026-10-15</c:v>
                </c:pt>
                <c:pt idx="2845">
                  <c:v>2026-10-16</c:v>
                </c:pt>
                <c:pt idx="2846">
                  <c:v>2026-10-17</c:v>
                </c:pt>
                <c:pt idx="2847">
                  <c:v>2026-10-18</c:v>
                </c:pt>
                <c:pt idx="2848">
                  <c:v>2026-10-19</c:v>
                </c:pt>
                <c:pt idx="2849">
                  <c:v>2026-10-20</c:v>
                </c:pt>
                <c:pt idx="2850">
                  <c:v>2026-10-21</c:v>
                </c:pt>
                <c:pt idx="2851">
                  <c:v>2026-10-22</c:v>
                </c:pt>
                <c:pt idx="2852">
                  <c:v>2026-10-23</c:v>
                </c:pt>
                <c:pt idx="2853">
                  <c:v>2026-10-24</c:v>
                </c:pt>
                <c:pt idx="2854">
                  <c:v>2026-10-25</c:v>
                </c:pt>
                <c:pt idx="2855">
                  <c:v>2026-10-26</c:v>
                </c:pt>
                <c:pt idx="2856">
                  <c:v>2026-10-27</c:v>
                </c:pt>
                <c:pt idx="2857">
                  <c:v>2026-10-28</c:v>
                </c:pt>
                <c:pt idx="2858">
                  <c:v>2026-10-29</c:v>
                </c:pt>
                <c:pt idx="2859">
                  <c:v>2026-10-30</c:v>
                </c:pt>
                <c:pt idx="2860">
                  <c:v>2026-10-31</c:v>
                </c:pt>
                <c:pt idx="2861">
                  <c:v>2026-11-01</c:v>
                </c:pt>
                <c:pt idx="2862">
                  <c:v>2026-11-02</c:v>
                </c:pt>
                <c:pt idx="2863">
                  <c:v>2026-11-03</c:v>
                </c:pt>
                <c:pt idx="2864">
                  <c:v>2026-11-04</c:v>
                </c:pt>
                <c:pt idx="2865">
                  <c:v>2026-11-05</c:v>
                </c:pt>
                <c:pt idx="2866">
                  <c:v>2026-11-06</c:v>
                </c:pt>
                <c:pt idx="2867">
                  <c:v>2026-11-07</c:v>
                </c:pt>
                <c:pt idx="2868">
                  <c:v>2026-11-08</c:v>
                </c:pt>
                <c:pt idx="2869">
                  <c:v>2026-11-09</c:v>
                </c:pt>
                <c:pt idx="2870">
                  <c:v>2026-11-10</c:v>
                </c:pt>
                <c:pt idx="2871">
                  <c:v>2026-11-11</c:v>
                </c:pt>
                <c:pt idx="2872">
                  <c:v>2026-11-12</c:v>
                </c:pt>
                <c:pt idx="2873">
                  <c:v>2026-11-13</c:v>
                </c:pt>
                <c:pt idx="2874">
                  <c:v>2026-11-14</c:v>
                </c:pt>
                <c:pt idx="2875">
                  <c:v>2026-11-15</c:v>
                </c:pt>
                <c:pt idx="2876">
                  <c:v>2026-11-16</c:v>
                </c:pt>
                <c:pt idx="2877">
                  <c:v>2026-11-17</c:v>
                </c:pt>
                <c:pt idx="2878">
                  <c:v>2026-11-18</c:v>
                </c:pt>
                <c:pt idx="2879">
                  <c:v>2026-11-19</c:v>
                </c:pt>
                <c:pt idx="2880">
                  <c:v>2026-11-20</c:v>
                </c:pt>
                <c:pt idx="2881">
                  <c:v>2026-11-21</c:v>
                </c:pt>
                <c:pt idx="2882">
                  <c:v>2026-11-22</c:v>
                </c:pt>
                <c:pt idx="2883">
                  <c:v>2026-11-23</c:v>
                </c:pt>
                <c:pt idx="2884">
                  <c:v>2026-11-24</c:v>
                </c:pt>
                <c:pt idx="2885">
                  <c:v>2026-11-25</c:v>
                </c:pt>
                <c:pt idx="2886">
                  <c:v>2026-11-26</c:v>
                </c:pt>
                <c:pt idx="2887">
                  <c:v>2026-11-27</c:v>
                </c:pt>
                <c:pt idx="2888">
                  <c:v>2026-11-28</c:v>
                </c:pt>
                <c:pt idx="2889">
                  <c:v>2026-11-29</c:v>
                </c:pt>
                <c:pt idx="2890">
                  <c:v>2026-11-30</c:v>
                </c:pt>
                <c:pt idx="2891">
                  <c:v>2026-12-01</c:v>
                </c:pt>
                <c:pt idx="2892">
                  <c:v>2026-12-02</c:v>
                </c:pt>
                <c:pt idx="2893">
                  <c:v>2026-12-03</c:v>
                </c:pt>
                <c:pt idx="2894">
                  <c:v>2026-12-04</c:v>
                </c:pt>
                <c:pt idx="2895">
                  <c:v>2026-12-05</c:v>
                </c:pt>
                <c:pt idx="2896">
                  <c:v>2026-12-06</c:v>
                </c:pt>
                <c:pt idx="2897">
                  <c:v>2026-12-07</c:v>
                </c:pt>
                <c:pt idx="2898">
                  <c:v>2026-12-08</c:v>
                </c:pt>
                <c:pt idx="2899">
                  <c:v>2026-12-09</c:v>
                </c:pt>
                <c:pt idx="2900">
                  <c:v>2026-12-10</c:v>
                </c:pt>
                <c:pt idx="2901">
                  <c:v>2026-12-11</c:v>
                </c:pt>
                <c:pt idx="2902">
                  <c:v>2026-12-12</c:v>
                </c:pt>
                <c:pt idx="2903">
                  <c:v>2026-12-13</c:v>
                </c:pt>
                <c:pt idx="2904">
                  <c:v>2026-12-14</c:v>
                </c:pt>
                <c:pt idx="2905">
                  <c:v>2026-12-15</c:v>
                </c:pt>
                <c:pt idx="2906">
                  <c:v>2026-12-16</c:v>
                </c:pt>
                <c:pt idx="2907">
                  <c:v>2026-12-17</c:v>
                </c:pt>
                <c:pt idx="2908">
                  <c:v>2026-12-18</c:v>
                </c:pt>
                <c:pt idx="2909">
                  <c:v>2026-12-19</c:v>
                </c:pt>
                <c:pt idx="2910">
                  <c:v>2026-12-20</c:v>
                </c:pt>
                <c:pt idx="2911">
                  <c:v>2026-12-21</c:v>
                </c:pt>
                <c:pt idx="2912">
                  <c:v>2026-12-22</c:v>
                </c:pt>
                <c:pt idx="2913">
                  <c:v>2026-12-23</c:v>
                </c:pt>
                <c:pt idx="2914">
                  <c:v>2026-12-24</c:v>
                </c:pt>
                <c:pt idx="2915">
                  <c:v>2026-12-25</c:v>
                </c:pt>
                <c:pt idx="2916">
                  <c:v>2026-12-26</c:v>
                </c:pt>
                <c:pt idx="2917">
                  <c:v>2026-12-27</c:v>
                </c:pt>
                <c:pt idx="2918">
                  <c:v>2026-12-28</c:v>
                </c:pt>
                <c:pt idx="2919">
                  <c:v>2026-12-29</c:v>
                </c:pt>
                <c:pt idx="2920">
                  <c:v>2026-12-30</c:v>
                </c:pt>
                <c:pt idx="2921">
                  <c:v>2026-12-31</c:v>
                </c:pt>
                <c:pt idx="2922">
                  <c:v>2027-01-01</c:v>
                </c:pt>
                <c:pt idx="2923">
                  <c:v>2027-01-02</c:v>
                </c:pt>
                <c:pt idx="2924">
                  <c:v>2027-01-03</c:v>
                </c:pt>
                <c:pt idx="2925">
                  <c:v>2027-01-04</c:v>
                </c:pt>
                <c:pt idx="2926">
                  <c:v>2027-01-05</c:v>
                </c:pt>
                <c:pt idx="2927">
                  <c:v>2027-01-06</c:v>
                </c:pt>
                <c:pt idx="2928">
                  <c:v>2027-01-07</c:v>
                </c:pt>
                <c:pt idx="2929">
                  <c:v>2027-01-08</c:v>
                </c:pt>
                <c:pt idx="2930">
                  <c:v>2027-01-09</c:v>
                </c:pt>
                <c:pt idx="2931">
                  <c:v>2027-01-10</c:v>
                </c:pt>
                <c:pt idx="2932">
                  <c:v>2027-01-11</c:v>
                </c:pt>
                <c:pt idx="2933">
                  <c:v>2027-01-12</c:v>
                </c:pt>
                <c:pt idx="2934">
                  <c:v>2027-01-13</c:v>
                </c:pt>
                <c:pt idx="2935">
                  <c:v>2027-01-14</c:v>
                </c:pt>
                <c:pt idx="2936">
                  <c:v>2027-01-15</c:v>
                </c:pt>
                <c:pt idx="2937">
                  <c:v>2027-01-16</c:v>
                </c:pt>
                <c:pt idx="2938">
                  <c:v>2027-01-17</c:v>
                </c:pt>
                <c:pt idx="2939">
                  <c:v>2027-01-18</c:v>
                </c:pt>
                <c:pt idx="2940">
                  <c:v>2027-01-19</c:v>
                </c:pt>
                <c:pt idx="2941">
                  <c:v>2027-01-20</c:v>
                </c:pt>
                <c:pt idx="2942">
                  <c:v>2027-01-21</c:v>
                </c:pt>
                <c:pt idx="2943">
                  <c:v>2027-01-22</c:v>
                </c:pt>
                <c:pt idx="2944">
                  <c:v>2027-01-23</c:v>
                </c:pt>
                <c:pt idx="2945">
                  <c:v>2027-01-24</c:v>
                </c:pt>
                <c:pt idx="2946">
                  <c:v>2027-01-25</c:v>
                </c:pt>
                <c:pt idx="2947">
                  <c:v>2027-01-26</c:v>
                </c:pt>
                <c:pt idx="2948">
                  <c:v>2027-01-27</c:v>
                </c:pt>
                <c:pt idx="2949">
                  <c:v>2027-01-28</c:v>
                </c:pt>
                <c:pt idx="2950">
                  <c:v>2027-01-29</c:v>
                </c:pt>
                <c:pt idx="2951">
                  <c:v>2027-01-30</c:v>
                </c:pt>
                <c:pt idx="2952">
                  <c:v>2027-01-31</c:v>
                </c:pt>
                <c:pt idx="2953">
                  <c:v>2027-02-01</c:v>
                </c:pt>
                <c:pt idx="2954">
                  <c:v>2027-02-02</c:v>
                </c:pt>
                <c:pt idx="2955">
                  <c:v>2027-02-03</c:v>
                </c:pt>
                <c:pt idx="2956">
                  <c:v>2027-02-04</c:v>
                </c:pt>
                <c:pt idx="2957">
                  <c:v>2027-02-05</c:v>
                </c:pt>
                <c:pt idx="2958">
                  <c:v>2027-02-06</c:v>
                </c:pt>
                <c:pt idx="2959">
                  <c:v>2027-02-07</c:v>
                </c:pt>
                <c:pt idx="2960">
                  <c:v>2027-02-08</c:v>
                </c:pt>
                <c:pt idx="2961">
                  <c:v>2027-02-09</c:v>
                </c:pt>
                <c:pt idx="2962">
                  <c:v>2027-02-10</c:v>
                </c:pt>
                <c:pt idx="2963">
                  <c:v>2027-02-11</c:v>
                </c:pt>
                <c:pt idx="2964">
                  <c:v>2027-02-12</c:v>
                </c:pt>
                <c:pt idx="2965">
                  <c:v>2027-02-13</c:v>
                </c:pt>
                <c:pt idx="2966">
                  <c:v>2027-02-14</c:v>
                </c:pt>
                <c:pt idx="2967">
                  <c:v>2027-02-15</c:v>
                </c:pt>
                <c:pt idx="2968">
                  <c:v>2027-02-16</c:v>
                </c:pt>
                <c:pt idx="2969">
                  <c:v>2027-02-17</c:v>
                </c:pt>
                <c:pt idx="2970">
                  <c:v>2027-02-18</c:v>
                </c:pt>
                <c:pt idx="2971">
                  <c:v>2027-02-19</c:v>
                </c:pt>
                <c:pt idx="2972">
                  <c:v>2027-02-20</c:v>
                </c:pt>
                <c:pt idx="2973">
                  <c:v>2027-02-21</c:v>
                </c:pt>
                <c:pt idx="2974">
                  <c:v>2027-02-22</c:v>
                </c:pt>
                <c:pt idx="2975">
                  <c:v>2027-02-23</c:v>
                </c:pt>
                <c:pt idx="2976">
                  <c:v>2027-02-24</c:v>
                </c:pt>
                <c:pt idx="2977">
                  <c:v>2027-02-25</c:v>
                </c:pt>
                <c:pt idx="2978">
                  <c:v>2027-02-26</c:v>
                </c:pt>
                <c:pt idx="2979">
                  <c:v>2027-02-27</c:v>
                </c:pt>
                <c:pt idx="2980">
                  <c:v>2027-02-28</c:v>
                </c:pt>
                <c:pt idx="2981">
                  <c:v>2027-03-01</c:v>
                </c:pt>
                <c:pt idx="2982">
                  <c:v>2027-03-02</c:v>
                </c:pt>
                <c:pt idx="2983">
                  <c:v>2027-03-03</c:v>
                </c:pt>
                <c:pt idx="2984">
                  <c:v>2027-03-04</c:v>
                </c:pt>
                <c:pt idx="2985">
                  <c:v>2027-03-05</c:v>
                </c:pt>
                <c:pt idx="2986">
                  <c:v>2027-03-06</c:v>
                </c:pt>
                <c:pt idx="2987">
                  <c:v>2027-03-07</c:v>
                </c:pt>
                <c:pt idx="2988">
                  <c:v>2027-03-08</c:v>
                </c:pt>
                <c:pt idx="2989">
                  <c:v>2027-03-09</c:v>
                </c:pt>
                <c:pt idx="2990">
                  <c:v>2027-03-10</c:v>
                </c:pt>
                <c:pt idx="2991">
                  <c:v>2027-03-11</c:v>
                </c:pt>
                <c:pt idx="2992">
                  <c:v>2027-03-12</c:v>
                </c:pt>
                <c:pt idx="2993">
                  <c:v>2027-03-13</c:v>
                </c:pt>
                <c:pt idx="2994">
                  <c:v>2027-03-14</c:v>
                </c:pt>
                <c:pt idx="2995">
                  <c:v>2027-03-15</c:v>
                </c:pt>
                <c:pt idx="2996">
                  <c:v>2027-03-16</c:v>
                </c:pt>
                <c:pt idx="2997">
                  <c:v>2027-03-17</c:v>
                </c:pt>
                <c:pt idx="2998">
                  <c:v>2027-03-18</c:v>
                </c:pt>
                <c:pt idx="2999">
                  <c:v>2027-03-19</c:v>
                </c:pt>
                <c:pt idx="3000">
                  <c:v>2027-03-20</c:v>
                </c:pt>
                <c:pt idx="3001">
                  <c:v>2027-03-21</c:v>
                </c:pt>
                <c:pt idx="3002">
                  <c:v>2027-03-22</c:v>
                </c:pt>
                <c:pt idx="3003">
                  <c:v>2027-03-23</c:v>
                </c:pt>
                <c:pt idx="3004">
                  <c:v>2027-03-24</c:v>
                </c:pt>
                <c:pt idx="3005">
                  <c:v>2027-03-25</c:v>
                </c:pt>
                <c:pt idx="3006">
                  <c:v>2027-03-26</c:v>
                </c:pt>
                <c:pt idx="3007">
                  <c:v>2027-03-27</c:v>
                </c:pt>
                <c:pt idx="3008">
                  <c:v>2027-03-28</c:v>
                </c:pt>
                <c:pt idx="3009">
                  <c:v>2027-03-29</c:v>
                </c:pt>
                <c:pt idx="3010">
                  <c:v>2027-03-30</c:v>
                </c:pt>
                <c:pt idx="3011">
                  <c:v>2027-03-31</c:v>
                </c:pt>
                <c:pt idx="3012">
                  <c:v>2027-04-01</c:v>
                </c:pt>
                <c:pt idx="3013">
                  <c:v>2027-04-02</c:v>
                </c:pt>
                <c:pt idx="3014">
                  <c:v>2027-04-03</c:v>
                </c:pt>
                <c:pt idx="3015">
                  <c:v>2027-04-04</c:v>
                </c:pt>
                <c:pt idx="3016">
                  <c:v>2027-04-05</c:v>
                </c:pt>
                <c:pt idx="3017">
                  <c:v>2027-04-06</c:v>
                </c:pt>
                <c:pt idx="3018">
                  <c:v>2027-04-07</c:v>
                </c:pt>
                <c:pt idx="3019">
                  <c:v>2027-04-08</c:v>
                </c:pt>
                <c:pt idx="3020">
                  <c:v>2027-04-09</c:v>
                </c:pt>
                <c:pt idx="3021">
                  <c:v>2027-04-10</c:v>
                </c:pt>
                <c:pt idx="3022">
                  <c:v>2027-04-11</c:v>
                </c:pt>
                <c:pt idx="3023">
                  <c:v>2027-04-12</c:v>
                </c:pt>
                <c:pt idx="3024">
                  <c:v>2027-04-13</c:v>
                </c:pt>
                <c:pt idx="3025">
                  <c:v>2027-04-14</c:v>
                </c:pt>
                <c:pt idx="3026">
                  <c:v>2027-04-15</c:v>
                </c:pt>
                <c:pt idx="3027">
                  <c:v>2027-04-16</c:v>
                </c:pt>
                <c:pt idx="3028">
                  <c:v>2027-04-17</c:v>
                </c:pt>
                <c:pt idx="3029">
                  <c:v>2027-04-18</c:v>
                </c:pt>
                <c:pt idx="3030">
                  <c:v>2027-04-19</c:v>
                </c:pt>
                <c:pt idx="3031">
                  <c:v>2027-04-20</c:v>
                </c:pt>
                <c:pt idx="3032">
                  <c:v>2027-04-21</c:v>
                </c:pt>
                <c:pt idx="3033">
                  <c:v>2027-04-22</c:v>
                </c:pt>
                <c:pt idx="3034">
                  <c:v>2027-04-23</c:v>
                </c:pt>
                <c:pt idx="3035">
                  <c:v>2027-04-24</c:v>
                </c:pt>
                <c:pt idx="3036">
                  <c:v>2027-04-25</c:v>
                </c:pt>
                <c:pt idx="3037">
                  <c:v>2027-04-26</c:v>
                </c:pt>
                <c:pt idx="3038">
                  <c:v>2027-04-27</c:v>
                </c:pt>
                <c:pt idx="3039">
                  <c:v>2027-04-28</c:v>
                </c:pt>
                <c:pt idx="3040">
                  <c:v>2027-04-29</c:v>
                </c:pt>
                <c:pt idx="3041">
                  <c:v>2027-04-30</c:v>
                </c:pt>
                <c:pt idx="3042">
                  <c:v>2027-05-01</c:v>
                </c:pt>
                <c:pt idx="3043">
                  <c:v>2027-05-02</c:v>
                </c:pt>
                <c:pt idx="3044">
                  <c:v>2027-05-03</c:v>
                </c:pt>
                <c:pt idx="3045">
                  <c:v>2027-05-04</c:v>
                </c:pt>
                <c:pt idx="3046">
                  <c:v>2027-05-05</c:v>
                </c:pt>
                <c:pt idx="3047">
                  <c:v>2027-05-06</c:v>
                </c:pt>
                <c:pt idx="3048">
                  <c:v>2027-05-07</c:v>
                </c:pt>
                <c:pt idx="3049">
                  <c:v>2027-05-08</c:v>
                </c:pt>
                <c:pt idx="3050">
                  <c:v>2027-05-09</c:v>
                </c:pt>
                <c:pt idx="3051">
                  <c:v>2027-05-10</c:v>
                </c:pt>
                <c:pt idx="3052">
                  <c:v>2027-05-11</c:v>
                </c:pt>
                <c:pt idx="3053">
                  <c:v>2027-05-12</c:v>
                </c:pt>
                <c:pt idx="3054">
                  <c:v>2027-05-13</c:v>
                </c:pt>
                <c:pt idx="3055">
                  <c:v>2027-05-14</c:v>
                </c:pt>
                <c:pt idx="3056">
                  <c:v>2027-05-15</c:v>
                </c:pt>
                <c:pt idx="3057">
                  <c:v>2027-05-16</c:v>
                </c:pt>
                <c:pt idx="3058">
                  <c:v>2027-05-17</c:v>
                </c:pt>
                <c:pt idx="3059">
                  <c:v>2027-05-18</c:v>
                </c:pt>
                <c:pt idx="3060">
                  <c:v>2027-05-19</c:v>
                </c:pt>
                <c:pt idx="3061">
                  <c:v>2027-05-20</c:v>
                </c:pt>
                <c:pt idx="3062">
                  <c:v>2027-05-21</c:v>
                </c:pt>
                <c:pt idx="3063">
                  <c:v>2027-05-22</c:v>
                </c:pt>
                <c:pt idx="3064">
                  <c:v>2027-05-23</c:v>
                </c:pt>
                <c:pt idx="3065">
                  <c:v>2027-05-24</c:v>
                </c:pt>
                <c:pt idx="3066">
                  <c:v>2027-05-25</c:v>
                </c:pt>
                <c:pt idx="3067">
                  <c:v>2027-05-26</c:v>
                </c:pt>
                <c:pt idx="3068">
                  <c:v>2027-05-27</c:v>
                </c:pt>
                <c:pt idx="3069">
                  <c:v>2027-05-28</c:v>
                </c:pt>
                <c:pt idx="3070">
                  <c:v>2027-05-29</c:v>
                </c:pt>
                <c:pt idx="3071">
                  <c:v>2027-05-30</c:v>
                </c:pt>
                <c:pt idx="3072">
                  <c:v>2027-05-31</c:v>
                </c:pt>
                <c:pt idx="3073">
                  <c:v>2027-06-01</c:v>
                </c:pt>
                <c:pt idx="3074">
                  <c:v>2027-06-02</c:v>
                </c:pt>
                <c:pt idx="3075">
                  <c:v>2027-06-03</c:v>
                </c:pt>
                <c:pt idx="3076">
                  <c:v>2027-06-04</c:v>
                </c:pt>
                <c:pt idx="3077">
                  <c:v>2027-06-05</c:v>
                </c:pt>
                <c:pt idx="3078">
                  <c:v>2027-06-06</c:v>
                </c:pt>
                <c:pt idx="3079">
                  <c:v>2027-06-07</c:v>
                </c:pt>
                <c:pt idx="3080">
                  <c:v>2027-06-08</c:v>
                </c:pt>
                <c:pt idx="3081">
                  <c:v>2027-06-09</c:v>
                </c:pt>
                <c:pt idx="3082">
                  <c:v>2027-06-10</c:v>
                </c:pt>
                <c:pt idx="3083">
                  <c:v>2027-06-11</c:v>
                </c:pt>
                <c:pt idx="3084">
                  <c:v>2027-06-12</c:v>
                </c:pt>
                <c:pt idx="3085">
                  <c:v>2027-06-13</c:v>
                </c:pt>
                <c:pt idx="3086">
                  <c:v>2027-06-14</c:v>
                </c:pt>
                <c:pt idx="3087">
                  <c:v>2027-06-15</c:v>
                </c:pt>
                <c:pt idx="3088">
                  <c:v>2027-06-16</c:v>
                </c:pt>
                <c:pt idx="3089">
                  <c:v>2027-06-17</c:v>
                </c:pt>
                <c:pt idx="3090">
                  <c:v>2027-06-18</c:v>
                </c:pt>
                <c:pt idx="3091">
                  <c:v>2027-06-19</c:v>
                </c:pt>
                <c:pt idx="3092">
                  <c:v>2027-06-20</c:v>
                </c:pt>
                <c:pt idx="3093">
                  <c:v>2027-06-21</c:v>
                </c:pt>
                <c:pt idx="3094">
                  <c:v>2027-06-22</c:v>
                </c:pt>
                <c:pt idx="3095">
                  <c:v>2027-06-23</c:v>
                </c:pt>
                <c:pt idx="3096">
                  <c:v>2027-06-24</c:v>
                </c:pt>
                <c:pt idx="3097">
                  <c:v>2027-06-25</c:v>
                </c:pt>
                <c:pt idx="3098">
                  <c:v>2027-06-26</c:v>
                </c:pt>
                <c:pt idx="3099">
                  <c:v>2027-06-27</c:v>
                </c:pt>
                <c:pt idx="3100">
                  <c:v>2027-06-28</c:v>
                </c:pt>
                <c:pt idx="3101">
                  <c:v>2027-06-29</c:v>
                </c:pt>
                <c:pt idx="3102">
                  <c:v>2027-06-30</c:v>
                </c:pt>
                <c:pt idx="3103">
                  <c:v>2027-07-01</c:v>
                </c:pt>
                <c:pt idx="3104">
                  <c:v>2027-07-02</c:v>
                </c:pt>
                <c:pt idx="3105">
                  <c:v>2027-07-03</c:v>
                </c:pt>
                <c:pt idx="3106">
                  <c:v>2027-07-04</c:v>
                </c:pt>
                <c:pt idx="3107">
                  <c:v>2027-07-05</c:v>
                </c:pt>
                <c:pt idx="3108">
                  <c:v>2027-07-06</c:v>
                </c:pt>
                <c:pt idx="3109">
                  <c:v>2027-07-07</c:v>
                </c:pt>
                <c:pt idx="3110">
                  <c:v>2027-07-08</c:v>
                </c:pt>
                <c:pt idx="3111">
                  <c:v>2027-07-09</c:v>
                </c:pt>
                <c:pt idx="3112">
                  <c:v>2027-07-10</c:v>
                </c:pt>
                <c:pt idx="3113">
                  <c:v>2027-07-11</c:v>
                </c:pt>
                <c:pt idx="3114">
                  <c:v>2027-07-12</c:v>
                </c:pt>
                <c:pt idx="3115">
                  <c:v>2027-07-13</c:v>
                </c:pt>
                <c:pt idx="3116">
                  <c:v>2027-07-14</c:v>
                </c:pt>
                <c:pt idx="3117">
                  <c:v>2027-07-15</c:v>
                </c:pt>
                <c:pt idx="3118">
                  <c:v>2027-07-16</c:v>
                </c:pt>
                <c:pt idx="3119">
                  <c:v>2027-07-17</c:v>
                </c:pt>
                <c:pt idx="3120">
                  <c:v>2027-07-18</c:v>
                </c:pt>
                <c:pt idx="3121">
                  <c:v>2027-07-19</c:v>
                </c:pt>
                <c:pt idx="3122">
                  <c:v>2027-07-20</c:v>
                </c:pt>
                <c:pt idx="3123">
                  <c:v>2027-07-21</c:v>
                </c:pt>
                <c:pt idx="3124">
                  <c:v>2027-07-22</c:v>
                </c:pt>
                <c:pt idx="3125">
                  <c:v>2027-07-23</c:v>
                </c:pt>
                <c:pt idx="3126">
                  <c:v>2027-07-24</c:v>
                </c:pt>
                <c:pt idx="3127">
                  <c:v>2027-07-25</c:v>
                </c:pt>
                <c:pt idx="3128">
                  <c:v>2027-07-26</c:v>
                </c:pt>
                <c:pt idx="3129">
                  <c:v>2027-07-27</c:v>
                </c:pt>
                <c:pt idx="3130">
                  <c:v>2027-07-28</c:v>
                </c:pt>
                <c:pt idx="3131">
                  <c:v>2027-07-29</c:v>
                </c:pt>
                <c:pt idx="3132">
                  <c:v>2027-07-30</c:v>
                </c:pt>
                <c:pt idx="3133">
                  <c:v>2027-07-31</c:v>
                </c:pt>
                <c:pt idx="3134">
                  <c:v>2027-08-01</c:v>
                </c:pt>
                <c:pt idx="3135">
                  <c:v>2027-08-02</c:v>
                </c:pt>
                <c:pt idx="3136">
                  <c:v>2027-08-03</c:v>
                </c:pt>
                <c:pt idx="3137">
                  <c:v>2027-08-04</c:v>
                </c:pt>
                <c:pt idx="3138">
                  <c:v>2027-08-05</c:v>
                </c:pt>
                <c:pt idx="3139">
                  <c:v>2027-08-06</c:v>
                </c:pt>
                <c:pt idx="3140">
                  <c:v>2027-08-07</c:v>
                </c:pt>
                <c:pt idx="3141">
                  <c:v>2027-08-08</c:v>
                </c:pt>
                <c:pt idx="3142">
                  <c:v>2027-08-09</c:v>
                </c:pt>
                <c:pt idx="3143">
                  <c:v>2027-08-10</c:v>
                </c:pt>
                <c:pt idx="3144">
                  <c:v>2027-08-11</c:v>
                </c:pt>
                <c:pt idx="3145">
                  <c:v>2027-08-12</c:v>
                </c:pt>
                <c:pt idx="3146">
                  <c:v>2027-08-13</c:v>
                </c:pt>
                <c:pt idx="3147">
                  <c:v>2027-08-14</c:v>
                </c:pt>
                <c:pt idx="3148">
                  <c:v>2027-08-15</c:v>
                </c:pt>
                <c:pt idx="3149">
                  <c:v>2027-08-16</c:v>
                </c:pt>
                <c:pt idx="3150">
                  <c:v>2027-08-17</c:v>
                </c:pt>
                <c:pt idx="3151">
                  <c:v>2027-08-18</c:v>
                </c:pt>
                <c:pt idx="3152">
                  <c:v>2027-08-19</c:v>
                </c:pt>
                <c:pt idx="3153">
                  <c:v>2027-08-20</c:v>
                </c:pt>
                <c:pt idx="3154">
                  <c:v>2027-08-21</c:v>
                </c:pt>
                <c:pt idx="3155">
                  <c:v>2027-08-22</c:v>
                </c:pt>
                <c:pt idx="3156">
                  <c:v>2027-08-23</c:v>
                </c:pt>
                <c:pt idx="3157">
                  <c:v>2027-08-24</c:v>
                </c:pt>
                <c:pt idx="3158">
                  <c:v>2027-08-25</c:v>
                </c:pt>
                <c:pt idx="3159">
                  <c:v>2027-08-26</c:v>
                </c:pt>
                <c:pt idx="3160">
                  <c:v>2027-08-27</c:v>
                </c:pt>
                <c:pt idx="3161">
                  <c:v>2027-08-28</c:v>
                </c:pt>
                <c:pt idx="3162">
                  <c:v>2027-08-29</c:v>
                </c:pt>
                <c:pt idx="3163">
                  <c:v>2027-08-30</c:v>
                </c:pt>
                <c:pt idx="3164">
                  <c:v>2027-08-31</c:v>
                </c:pt>
                <c:pt idx="3165">
                  <c:v>2027-09-01</c:v>
                </c:pt>
                <c:pt idx="3166">
                  <c:v>2027-09-02</c:v>
                </c:pt>
                <c:pt idx="3167">
                  <c:v>2027-09-03</c:v>
                </c:pt>
                <c:pt idx="3168">
                  <c:v>2027-09-04</c:v>
                </c:pt>
                <c:pt idx="3169">
                  <c:v>2027-09-05</c:v>
                </c:pt>
                <c:pt idx="3170">
                  <c:v>2027-09-06</c:v>
                </c:pt>
                <c:pt idx="3171">
                  <c:v>2027-09-07</c:v>
                </c:pt>
                <c:pt idx="3172">
                  <c:v>2027-09-08</c:v>
                </c:pt>
                <c:pt idx="3173">
                  <c:v>2027-09-09</c:v>
                </c:pt>
                <c:pt idx="3174">
                  <c:v>2027-09-10</c:v>
                </c:pt>
                <c:pt idx="3175">
                  <c:v>2027-09-11</c:v>
                </c:pt>
                <c:pt idx="3176">
                  <c:v>2027-09-12</c:v>
                </c:pt>
                <c:pt idx="3177">
                  <c:v>2027-09-13</c:v>
                </c:pt>
                <c:pt idx="3178">
                  <c:v>2027-09-14</c:v>
                </c:pt>
                <c:pt idx="3179">
                  <c:v>2027-09-15</c:v>
                </c:pt>
                <c:pt idx="3180">
                  <c:v>2027-09-16</c:v>
                </c:pt>
                <c:pt idx="3181">
                  <c:v>2027-09-17</c:v>
                </c:pt>
                <c:pt idx="3182">
                  <c:v>2027-09-18</c:v>
                </c:pt>
                <c:pt idx="3183">
                  <c:v>2027-09-19</c:v>
                </c:pt>
                <c:pt idx="3184">
                  <c:v>2027-09-20</c:v>
                </c:pt>
                <c:pt idx="3185">
                  <c:v>2027-09-21</c:v>
                </c:pt>
                <c:pt idx="3186">
                  <c:v>2027-09-22</c:v>
                </c:pt>
                <c:pt idx="3187">
                  <c:v>2027-09-23</c:v>
                </c:pt>
                <c:pt idx="3188">
                  <c:v>2027-09-24</c:v>
                </c:pt>
                <c:pt idx="3189">
                  <c:v>2027-09-25</c:v>
                </c:pt>
                <c:pt idx="3190">
                  <c:v>2027-09-26</c:v>
                </c:pt>
                <c:pt idx="3191">
                  <c:v>2027-09-27</c:v>
                </c:pt>
                <c:pt idx="3192">
                  <c:v>2027-09-28</c:v>
                </c:pt>
                <c:pt idx="3193">
                  <c:v>2027-09-29</c:v>
                </c:pt>
                <c:pt idx="3194">
                  <c:v>2027-09-30</c:v>
                </c:pt>
                <c:pt idx="3195">
                  <c:v>2027-10-01</c:v>
                </c:pt>
                <c:pt idx="3196">
                  <c:v>2027-10-02</c:v>
                </c:pt>
                <c:pt idx="3197">
                  <c:v>2027-10-03</c:v>
                </c:pt>
                <c:pt idx="3198">
                  <c:v>2027-10-04</c:v>
                </c:pt>
                <c:pt idx="3199">
                  <c:v>2027-10-05</c:v>
                </c:pt>
                <c:pt idx="3200">
                  <c:v>2027-10-06</c:v>
                </c:pt>
                <c:pt idx="3201">
                  <c:v>2027-10-07</c:v>
                </c:pt>
                <c:pt idx="3202">
                  <c:v>2027-10-08</c:v>
                </c:pt>
                <c:pt idx="3203">
                  <c:v>2027-10-09</c:v>
                </c:pt>
                <c:pt idx="3204">
                  <c:v>2027-10-10</c:v>
                </c:pt>
                <c:pt idx="3205">
                  <c:v>2027-10-11</c:v>
                </c:pt>
                <c:pt idx="3206">
                  <c:v>2027-10-12</c:v>
                </c:pt>
                <c:pt idx="3207">
                  <c:v>2027-10-13</c:v>
                </c:pt>
                <c:pt idx="3208">
                  <c:v>2027-10-14</c:v>
                </c:pt>
                <c:pt idx="3209">
                  <c:v>2027-10-15</c:v>
                </c:pt>
                <c:pt idx="3210">
                  <c:v>2027-10-16</c:v>
                </c:pt>
                <c:pt idx="3211">
                  <c:v>2027-10-17</c:v>
                </c:pt>
                <c:pt idx="3212">
                  <c:v>2027-10-18</c:v>
                </c:pt>
                <c:pt idx="3213">
                  <c:v>2027-10-19</c:v>
                </c:pt>
                <c:pt idx="3214">
                  <c:v>2027-10-20</c:v>
                </c:pt>
                <c:pt idx="3215">
                  <c:v>2027-10-21</c:v>
                </c:pt>
                <c:pt idx="3216">
                  <c:v>2027-10-22</c:v>
                </c:pt>
                <c:pt idx="3217">
                  <c:v>2027-10-23</c:v>
                </c:pt>
                <c:pt idx="3218">
                  <c:v>2027-10-24</c:v>
                </c:pt>
                <c:pt idx="3219">
                  <c:v>2027-10-25</c:v>
                </c:pt>
                <c:pt idx="3220">
                  <c:v>2027-10-26</c:v>
                </c:pt>
                <c:pt idx="3221">
                  <c:v>2027-10-27</c:v>
                </c:pt>
                <c:pt idx="3222">
                  <c:v>2027-10-28</c:v>
                </c:pt>
                <c:pt idx="3223">
                  <c:v>2027-10-29</c:v>
                </c:pt>
                <c:pt idx="3224">
                  <c:v>2027-10-30</c:v>
                </c:pt>
                <c:pt idx="3225">
                  <c:v>2027-10-31</c:v>
                </c:pt>
                <c:pt idx="3226">
                  <c:v>2027-11-01</c:v>
                </c:pt>
                <c:pt idx="3227">
                  <c:v>2027-11-02</c:v>
                </c:pt>
                <c:pt idx="3228">
                  <c:v>2027-11-03</c:v>
                </c:pt>
                <c:pt idx="3229">
                  <c:v>2027-11-04</c:v>
                </c:pt>
                <c:pt idx="3230">
                  <c:v>2027-11-05</c:v>
                </c:pt>
                <c:pt idx="3231">
                  <c:v>2027-11-06</c:v>
                </c:pt>
                <c:pt idx="3232">
                  <c:v>2027-11-07</c:v>
                </c:pt>
                <c:pt idx="3233">
                  <c:v>2027-11-08</c:v>
                </c:pt>
                <c:pt idx="3234">
                  <c:v>2027-11-09</c:v>
                </c:pt>
                <c:pt idx="3235">
                  <c:v>2027-11-10</c:v>
                </c:pt>
                <c:pt idx="3236">
                  <c:v>2027-11-11</c:v>
                </c:pt>
                <c:pt idx="3237">
                  <c:v>2027-11-12</c:v>
                </c:pt>
                <c:pt idx="3238">
                  <c:v>2027-11-13</c:v>
                </c:pt>
                <c:pt idx="3239">
                  <c:v>2027-11-14</c:v>
                </c:pt>
                <c:pt idx="3240">
                  <c:v>2027-11-15</c:v>
                </c:pt>
                <c:pt idx="3241">
                  <c:v>2027-11-16</c:v>
                </c:pt>
                <c:pt idx="3242">
                  <c:v>2027-11-17</c:v>
                </c:pt>
                <c:pt idx="3243">
                  <c:v>2027-11-18</c:v>
                </c:pt>
                <c:pt idx="3244">
                  <c:v>2027-11-19</c:v>
                </c:pt>
                <c:pt idx="3245">
                  <c:v>2027-11-20</c:v>
                </c:pt>
                <c:pt idx="3246">
                  <c:v>2027-11-21</c:v>
                </c:pt>
                <c:pt idx="3247">
                  <c:v>2027-11-22</c:v>
                </c:pt>
                <c:pt idx="3248">
                  <c:v>2027-11-23</c:v>
                </c:pt>
                <c:pt idx="3249">
                  <c:v>2027-11-24</c:v>
                </c:pt>
                <c:pt idx="3250">
                  <c:v>2027-11-25</c:v>
                </c:pt>
                <c:pt idx="3251">
                  <c:v>2027-11-26</c:v>
                </c:pt>
                <c:pt idx="3252">
                  <c:v>2027-11-27</c:v>
                </c:pt>
                <c:pt idx="3253">
                  <c:v>2027-11-28</c:v>
                </c:pt>
                <c:pt idx="3254">
                  <c:v>2027-11-29</c:v>
                </c:pt>
                <c:pt idx="3255">
                  <c:v>2027-11-30</c:v>
                </c:pt>
                <c:pt idx="3256">
                  <c:v>2027-12-01</c:v>
                </c:pt>
                <c:pt idx="3257">
                  <c:v>2027-12-02</c:v>
                </c:pt>
                <c:pt idx="3258">
                  <c:v>2027-12-03</c:v>
                </c:pt>
                <c:pt idx="3259">
                  <c:v>2027-12-04</c:v>
                </c:pt>
                <c:pt idx="3260">
                  <c:v>2027-12-05</c:v>
                </c:pt>
                <c:pt idx="3261">
                  <c:v>2027-12-06</c:v>
                </c:pt>
                <c:pt idx="3262">
                  <c:v>2027-12-07</c:v>
                </c:pt>
                <c:pt idx="3263">
                  <c:v>2027-12-08</c:v>
                </c:pt>
                <c:pt idx="3264">
                  <c:v>2027-12-09</c:v>
                </c:pt>
                <c:pt idx="3265">
                  <c:v>2027-12-10</c:v>
                </c:pt>
                <c:pt idx="3266">
                  <c:v>2027-12-11</c:v>
                </c:pt>
                <c:pt idx="3267">
                  <c:v>2027-12-12</c:v>
                </c:pt>
                <c:pt idx="3268">
                  <c:v>2027-12-13</c:v>
                </c:pt>
                <c:pt idx="3269">
                  <c:v>2027-12-14</c:v>
                </c:pt>
                <c:pt idx="3270">
                  <c:v>2027-12-15</c:v>
                </c:pt>
                <c:pt idx="3271">
                  <c:v>2027-12-16</c:v>
                </c:pt>
                <c:pt idx="3272">
                  <c:v>2027-12-17</c:v>
                </c:pt>
                <c:pt idx="3273">
                  <c:v>2027-12-18</c:v>
                </c:pt>
                <c:pt idx="3274">
                  <c:v>2027-12-19</c:v>
                </c:pt>
                <c:pt idx="3275">
                  <c:v>2027-12-20</c:v>
                </c:pt>
                <c:pt idx="3276">
                  <c:v>2027-12-21</c:v>
                </c:pt>
                <c:pt idx="3277">
                  <c:v>2027-12-22</c:v>
                </c:pt>
                <c:pt idx="3278">
                  <c:v>2027-12-23</c:v>
                </c:pt>
                <c:pt idx="3279">
                  <c:v>2027-12-24</c:v>
                </c:pt>
                <c:pt idx="3280">
                  <c:v>2027-12-25</c:v>
                </c:pt>
                <c:pt idx="3281">
                  <c:v>2027-12-26</c:v>
                </c:pt>
                <c:pt idx="3282">
                  <c:v>2027-12-27</c:v>
                </c:pt>
                <c:pt idx="3283">
                  <c:v>2027-12-28</c:v>
                </c:pt>
                <c:pt idx="3284">
                  <c:v>2027-12-29</c:v>
                </c:pt>
                <c:pt idx="3285">
                  <c:v>2027-12-30</c:v>
                </c:pt>
                <c:pt idx="3286">
                  <c:v>2027-12-31</c:v>
                </c:pt>
                <c:pt idx="3287">
                  <c:v>2028-01-01</c:v>
                </c:pt>
                <c:pt idx="3288">
                  <c:v>2028-01-02</c:v>
                </c:pt>
                <c:pt idx="3289">
                  <c:v>2028-01-03</c:v>
                </c:pt>
                <c:pt idx="3290">
                  <c:v>2028-01-04</c:v>
                </c:pt>
                <c:pt idx="3291">
                  <c:v>2028-01-05</c:v>
                </c:pt>
                <c:pt idx="3292">
                  <c:v>2028-01-06</c:v>
                </c:pt>
                <c:pt idx="3293">
                  <c:v>2028-01-07</c:v>
                </c:pt>
                <c:pt idx="3294">
                  <c:v>2028-01-08</c:v>
                </c:pt>
                <c:pt idx="3295">
                  <c:v>2028-01-09</c:v>
                </c:pt>
                <c:pt idx="3296">
                  <c:v>2028-01-10</c:v>
                </c:pt>
                <c:pt idx="3297">
                  <c:v>2028-01-11</c:v>
                </c:pt>
                <c:pt idx="3298">
                  <c:v>2028-01-12</c:v>
                </c:pt>
                <c:pt idx="3299">
                  <c:v>2028-01-13</c:v>
                </c:pt>
                <c:pt idx="3300">
                  <c:v>2028-01-14</c:v>
                </c:pt>
                <c:pt idx="3301">
                  <c:v>2028-01-15</c:v>
                </c:pt>
                <c:pt idx="3302">
                  <c:v>2028-01-16</c:v>
                </c:pt>
                <c:pt idx="3303">
                  <c:v>2028-01-17</c:v>
                </c:pt>
                <c:pt idx="3304">
                  <c:v>2028-01-18</c:v>
                </c:pt>
                <c:pt idx="3305">
                  <c:v>2028-01-19</c:v>
                </c:pt>
                <c:pt idx="3306">
                  <c:v>2028-01-20</c:v>
                </c:pt>
                <c:pt idx="3307">
                  <c:v>2028-01-21</c:v>
                </c:pt>
                <c:pt idx="3308">
                  <c:v>2028-01-22</c:v>
                </c:pt>
                <c:pt idx="3309">
                  <c:v>2028-01-23</c:v>
                </c:pt>
                <c:pt idx="3310">
                  <c:v>2028-01-24</c:v>
                </c:pt>
                <c:pt idx="3311">
                  <c:v>2028-01-25</c:v>
                </c:pt>
                <c:pt idx="3312">
                  <c:v>2028-01-26</c:v>
                </c:pt>
                <c:pt idx="3313">
                  <c:v>2028-01-27</c:v>
                </c:pt>
                <c:pt idx="3314">
                  <c:v>2028-01-28</c:v>
                </c:pt>
                <c:pt idx="3315">
                  <c:v>2028-01-29</c:v>
                </c:pt>
                <c:pt idx="3316">
                  <c:v>2028-01-30</c:v>
                </c:pt>
                <c:pt idx="3317">
                  <c:v>2028-01-31</c:v>
                </c:pt>
                <c:pt idx="3318">
                  <c:v>2028-02-01</c:v>
                </c:pt>
                <c:pt idx="3319">
                  <c:v>2028-02-02</c:v>
                </c:pt>
                <c:pt idx="3320">
                  <c:v>2028-02-03</c:v>
                </c:pt>
                <c:pt idx="3321">
                  <c:v>2028-02-04</c:v>
                </c:pt>
                <c:pt idx="3322">
                  <c:v>2028-02-05</c:v>
                </c:pt>
                <c:pt idx="3323">
                  <c:v>2028-02-06</c:v>
                </c:pt>
                <c:pt idx="3324">
                  <c:v>2028-02-07</c:v>
                </c:pt>
                <c:pt idx="3325">
                  <c:v>2028-02-08</c:v>
                </c:pt>
                <c:pt idx="3326">
                  <c:v>2028-02-09</c:v>
                </c:pt>
                <c:pt idx="3327">
                  <c:v>2028-02-10</c:v>
                </c:pt>
                <c:pt idx="3328">
                  <c:v>2028-02-11</c:v>
                </c:pt>
                <c:pt idx="3329">
                  <c:v>2028-02-12</c:v>
                </c:pt>
                <c:pt idx="3330">
                  <c:v>2028-02-13</c:v>
                </c:pt>
                <c:pt idx="3331">
                  <c:v>2028-02-14</c:v>
                </c:pt>
                <c:pt idx="3332">
                  <c:v>2028-02-15</c:v>
                </c:pt>
                <c:pt idx="3333">
                  <c:v>2028-02-16</c:v>
                </c:pt>
                <c:pt idx="3334">
                  <c:v>2028-02-17</c:v>
                </c:pt>
                <c:pt idx="3335">
                  <c:v>2028-02-18</c:v>
                </c:pt>
                <c:pt idx="3336">
                  <c:v>2028-02-19</c:v>
                </c:pt>
                <c:pt idx="3337">
                  <c:v>2028-02-20</c:v>
                </c:pt>
                <c:pt idx="3338">
                  <c:v>2028-02-21</c:v>
                </c:pt>
                <c:pt idx="3339">
                  <c:v>2028-02-22</c:v>
                </c:pt>
                <c:pt idx="3340">
                  <c:v>2028-02-23</c:v>
                </c:pt>
                <c:pt idx="3341">
                  <c:v>2028-02-24</c:v>
                </c:pt>
                <c:pt idx="3342">
                  <c:v>2028-02-25</c:v>
                </c:pt>
                <c:pt idx="3343">
                  <c:v>2028-02-26</c:v>
                </c:pt>
                <c:pt idx="3344">
                  <c:v>2028-02-27</c:v>
                </c:pt>
                <c:pt idx="3345">
                  <c:v>2028-02-28</c:v>
                </c:pt>
                <c:pt idx="3346">
                  <c:v>2028-02-29</c:v>
                </c:pt>
                <c:pt idx="3347">
                  <c:v>2028-03-01</c:v>
                </c:pt>
                <c:pt idx="3348">
                  <c:v>2028-03-02</c:v>
                </c:pt>
                <c:pt idx="3349">
                  <c:v>2028-03-03</c:v>
                </c:pt>
                <c:pt idx="3350">
                  <c:v>2028-03-04</c:v>
                </c:pt>
                <c:pt idx="3351">
                  <c:v>2028-03-05</c:v>
                </c:pt>
                <c:pt idx="3352">
                  <c:v>2028-03-06</c:v>
                </c:pt>
                <c:pt idx="3353">
                  <c:v>2028-03-07</c:v>
                </c:pt>
                <c:pt idx="3354">
                  <c:v>2028-03-08</c:v>
                </c:pt>
                <c:pt idx="3355">
                  <c:v>2028-03-09</c:v>
                </c:pt>
                <c:pt idx="3356">
                  <c:v>2028-03-10</c:v>
                </c:pt>
                <c:pt idx="3357">
                  <c:v>2028-03-11</c:v>
                </c:pt>
                <c:pt idx="3358">
                  <c:v>2028-03-12</c:v>
                </c:pt>
                <c:pt idx="3359">
                  <c:v>2028-03-13</c:v>
                </c:pt>
                <c:pt idx="3360">
                  <c:v>2028-03-14</c:v>
                </c:pt>
                <c:pt idx="3361">
                  <c:v>2028-03-15</c:v>
                </c:pt>
                <c:pt idx="3362">
                  <c:v>2028-03-16</c:v>
                </c:pt>
                <c:pt idx="3363">
                  <c:v>2028-03-17</c:v>
                </c:pt>
                <c:pt idx="3364">
                  <c:v>2028-03-18</c:v>
                </c:pt>
                <c:pt idx="3365">
                  <c:v>2028-03-19</c:v>
                </c:pt>
                <c:pt idx="3366">
                  <c:v>2028-03-20</c:v>
                </c:pt>
                <c:pt idx="3367">
                  <c:v>2028-03-21</c:v>
                </c:pt>
                <c:pt idx="3368">
                  <c:v>2028-03-22</c:v>
                </c:pt>
                <c:pt idx="3369">
                  <c:v>2028-03-23</c:v>
                </c:pt>
                <c:pt idx="3370">
                  <c:v>2028-03-24</c:v>
                </c:pt>
                <c:pt idx="3371">
                  <c:v>2028-03-25</c:v>
                </c:pt>
                <c:pt idx="3372">
                  <c:v>2028-03-26</c:v>
                </c:pt>
                <c:pt idx="3373">
                  <c:v>2028-03-27</c:v>
                </c:pt>
                <c:pt idx="3374">
                  <c:v>2028-03-28</c:v>
                </c:pt>
                <c:pt idx="3375">
                  <c:v>2028-03-29</c:v>
                </c:pt>
                <c:pt idx="3376">
                  <c:v>2028-03-30</c:v>
                </c:pt>
                <c:pt idx="3377">
                  <c:v>2028-03-31</c:v>
                </c:pt>
                <c:pt idx="3378">
                  <c:v>2028-04-01</c:v>
                </c:pt>
                <c:pt idx="3379">
                  <c:v>2028-04-02</c:v>
                </c:pt>
                <c:pt idx="3380">
                  <c:v>2028-04-03</c:v>
                </c:pt>
                <c:pt idx="3381">
                  <c:v>2028-04-04</c:v>
                </c:pt>
                <c:pt idx="3382">
                  <c:v>2028-04-05</c:v>
                </c:pt>
                <c:pt idx="3383">
                  <c:v>2028-04-06</c:v>
                </c:pt>
                <c:pt idx="3384">
                  <c:v>2028-04-07</c:v>
                </c:pt>
                <c:pt idx="3385">
                  <c:v>2028-04-08</c:v>
                </c:pt>
                <c:pt idx="3386">
                  <c:v>2028-04-09</c:v>
                </c:pt>
                <c:pt idx="3387">
                  <c:v>2028-04-10</c:v>
                </c:pt>
                <c:pt idx="3388">
                  <c:v>2028-04-11</c:v>
                </c:pt>
                <c:pt idx="3389">
                  <c:v>2028-04-12</c:v>
                </c:pt>
                <c:pt idx="3390">
                  <c:v>2028-04-13</c:v>
                </c:pt>
                <c:pt idx="3391">
                  <c:v>2028-04-14</c:v>
                </c:pt>
                <c:pt idx="3392">
                  <c:v>2028-04-15</c:v>
                </c:pt>
                <c:pt idx="3393">
                  <c:v>2028-04-16</c:v>
                </c:pt>
                <c:pt idx="3394">
                  <c:v>2028-04-17</c:v>
                </c:pt>
                <c:pt idx="3395">
                  <c:v>2028-04-18</c:v>
                </c:pt>
                <c:pt idx="3396">
                  <c:v>2028-04-19</c:v>
                </c:pt>
                <c:pt idx="3397">
                  <c:v>2028-04-20</c:v>
                </c:pt>
                <c:pt idx="3398">
                  <c:v>2028-04-21</c:v>
                </c:pt>
                <c:pt idx="3399">
                  <c:v>2028-04-22</c:v>
                </c:pt>
                <c:pt idx="3400">
                  <c:v>2028-04-23</c:v>
                </c:pt>
                <c:pt idx="3401">
                  <c:v>2028-04-24</c:v>
                </c:pt>
                <c:pt idx="3402">
                  <c:v>2028-04-25</c:v>
                </c:pt>
                <c:pt idx="3403">
                  <c:v>2028-04-26</c:v>
                </c:pt>
                <c:pt idx="3404">
                  <c:v>2028-04-27</c:v>
                </c:pt>
                <c:pt idx="3405">
                  <c:v>2028-04-28</c:v>
                </c:pt>
                <c:pt idx="3406">
                  <c:v>2028-04-29</c:v>
                </c:pt>
                <c:pt idx="3407">
                  <c:v>2028-04-30</c:v>
                </c:pt>
                <c:pt idx="3408">
                  <c:v>2028-05-01</c:v>
                </c:pt>
                <c:pt idx="3409">
                  <c:v>2028-05-02</c:v>
                </c:pt>
                <c:pt idx="3410">
                  <c:v>2028-05-03</c:v>
                </c:pt>
                <c:pt idx="3411">
                  <c:v>2028-05-04</c:v>
                </c:pt>
                <c:pt idx="3412">
                  <c:v>2028-05-05</c:v>
                </c:pt>
                <c:pt idx="3413">
                  <c:v>2028-05-06</c:v>
                </c:pt>
                <c:pt idx="3414">
                  <c:v>2028-05-07</c:v>
                </c:pt>
                <c:pt idx="3415">
                  <c:v>2028-05-08</c:v>
                </c:pt>
                <c:pt idx="3416">
                  <c:v>2028-05-09</c:v>
                </c:pt>
                <c:pt idx="3417">
                  <c:v>2028-05-10</c:v>
                </c:pt>
                <c:pt idx="3418">
                  <c:v>2028-05-11</c:v>
                </c:pt>
                <c:pt idx="3419">
                  <c:v>2028-05-12</c:v>
                </c:pt>
                <c:pt idx="3420">
                  <c:v>2028-05-13</c:v>
                </c:pt>
                <c:pt idx="3421">
                  <c:v>2028-05-14</c:v>
                </c:pt>
                <c:pt idx="3422">
                  <c:v>2028-05-15</c:v>
                </c:pt>
                <c:pt idx="3423">
                  <c:v>2028-05-16</c:v>
                </c:pt>
                <c:pt idx="3424">
                  <c:v>2028-05-17</c:v>
                </c:pt>
                <c:pt idx="3425">
                  <c:v>2028-05-18</c:v>
                </c:pt>
                <c:pt idx="3426">
                  <c:v>2028-05-19</c:v>
                </c:pt>
                <c:pt idx="3427">
                  <c:v>2028-05-20</c:v>
                </c:pt>
                <c:pt idx="3428">
                  <c:v>2028-05-21</c:v>
                </c:pt>
                <c:pt idx="3429">
                  <c:v>2028-05-22</c:v>
                </c:pt>
                <c:pt idx="3430">
                  <c:v>2028-05-23</c:v>
                </c:pt>
                <c:pt idx="3431">
                  <c:v>2028-05-24</c:v>
                </c:pt>
                <c:pt idx="3432">
                  <c:v>2028-05-25</c:v>
                </c:pt>
                <c:pt idx="3433">
                  <c:v>2028-05-26</c:v>
                </c:pt>
                <c:pt idx="3434">
                  <c:v>2028-05-27</c:v>
                </c:pt>
                <c:pt idx="3435">
                  <c:v>2028-05-28</c:v>
                </c:pt>
                <c:pt idx="3436">
                  <c:v>2028-05-29</c:v>
                </c:pt>
                <c:pt idx="3437">
                  <c:v>2028-05-30</c:v>
                </c:pt>
                <c:pt idx="3438">
                  <c:v>2028-05-31</c:v>
                </c:pt>
                <c:pt idx="3439">
                  <c:v>2028-06-01</c:v>
                </c:pt>
                <c:pt idx="3440">
                  <c:v>2028-06-02</c:v>
                </c:pt>
                <c:pt idx="3441">
                  <c:v>2028-06-03</c:v>
                </c:pt>
                <c:pt idx="3442">
                  <c:v>2028-06-04</c:v>
                </c:pt>
                <c:pt idx="3443">
                  <c:v>2028-06-05</c:v>
                </c:pt>
                <c:pt idx="3444">
                  <c:v>2028-06-06</c:v>
                </c:pt>
                <c:pt idx="3445">
                  <c:v>2028-06-07</c:v>
                </c:pt>
                <c:pt idx="3446">
                  <c:v>2028-06-08</c:v>
                </c:pt>
                <c:pt idx="3447">
                  <c:v>2028-06-09</c:v>
                </c:pt>
                <c:pt idx="3448">
                  <c:v>2028-06-10</c:v>
                </c:pt>
                <c:pt idx="3449">
                  <c:v>2028-06-11</c:v>
                </c:pt>
                <c:pt idx="3450">
                  <c:v>2028-06-12</c:v>
                </c:pt>
                <c:pt idx="3451">
                  <c:v>2028-06-13</c:v>
                </c:pt>
                <c:pt idx="3452">
                  <c:v>2028-06-14</c:v>
                </c:pt>
                <c:pt idx="3453">
                  <c:v>2028-06-15</c:v>
                </c:pt>
                <c:pt idx="3454">
                  <c:v>2028-06-16</c:v>
                </c:pt>
                <c:pt idx="3455">
                  <c:v>2028-06-17</c:v>
                </c:pt>
                <c:pt idx="3456">
                  <c:v>2028-06-18</c:v>
                </c:pt>
                <c:pt idx="3457">
                  <c:v>2028-06-19</c:v>
                </c:pt>
                <c:pt idx="3458">
                  <c:v>2028-06-20</c:v>
                </c:pt>
                <c:pt idx="3459">
                  <c:v>2028-06-21</c:v>
                </c:pt>
                <c:pt idx="3460">
                  <c:v>2028-06-22</c:v>
                </c:pt>
                <c:pt idx="3461">
                  <c:v>2028-06-23</c:v>
                </c:pt>
                <c:pt idx="3462">
                  <c:v>2028-06-24</c:v>
                </c:pt>
                <c:pt idx="3463">
                  <c:v>2028-06-25</c:v>
                </c:pt>
                <c:pt idx="3464">
                  <c:v>2028-06-26</c:v>
                </c:pt>
                <c:pt idx="3465">
                  <c:v>2028-06-27</c:v>
                </c:pt>
                <c:pt idx="3466">
                  <c:v>2028-06-28</c:v>
                </c:pt>
                <c:pt idx="3467">
                  <c:v>2028-06-29</c:v>
                </c:pt>
                <c:pt idx="3468">
                  <c:v>2028-06-30</c:v>
                </c:pt>
                <c:pt idx="3469">
                  <c:v>2028-07-01</c:v>
                </c:pt>
                <c:pt idx="3470">
                  <c:v>2028-07-02</c:v>
                </c:pt>
                <c:pt idx="3471">
                  <c:v>2028-07-03</c:v>
                </c:pt>
                <c:pt idx="3472">
                  <c:v>2028-07-04</c:v>
                </c:pt>
                <c:pt idx="3473">
                  <c:v>2028-07-05</c:v>
                </c:pt>
                <c:pt idx="3474">
                  <c:v>2028-07-06</c:v>
                </c:pt>
                <c:pt idx="3475">
                  <c:v>2028-07-07</c:v>
                </c:pt>
                <c:pt idx="3476">
                  <c:v>2028-07-08</c:v>
                </c:pt>
                <c:pt idx="3477">
                  <c:v>2028-07-09</c:v>
                </c:pt>
                <c:pt idx="3478">
                  <c:v>2028-07-10</c:v>
                </c:pt>
                <c:pt idx="3479">
                  <c:v>2028-07-11</c:v>
                </c:pt>
                <c:pt idx="3480">
                  <c:v>2028-07-12</c:v>
                </c:pt>
                <c:pt idx="3481">
                  <c:v>2028-07-13</c:v>
                </c:pt>
                <c:pt idx="3482">
                  <c:v>2028-07-14</c:v>
                </c:pt>
                <c:pt idx="3483">
                  <c:v>2028-07-15</c:v>
                </c:pt>
                <c:pt idx="3484">
                  <c:v>2028-07-16</c:v>
                </c:pt>
                <c:pt idx="3485">
                  <c:v>2028-07-17</c:v>
                </c:pt>
                <c:pt idx="3486">
                  <c:v>2028-07-18</c:v>
                </c:pt>
                <c:pt idx="3487">
                  <c:v>2028-07-19</c:v>
                </c:pt>
                <c:pt idx="3488">
                  <c:v>2028-07-20</c:v>
                </c:pt>
                <c:pt idx="3489">
                  <c:v>2028-07-21</c:v>
                </c:pt>
                <c:pt idx="3490">
                  <c:v>2028-07-22</c:v>
                </c:pt>
                <c:pt idx="3491">
                  <c:v>2028-07-23</c:v>
                </c:pt>
                <c:pt idx="3492">
                  <c:v>2028-07-24</c:v>
                </c:pt>
                <c:pt idx="3493">
                  <c:v>2028-07-25</c:v>
                </c:pt>
                <c:pt idx="3494">
                  <c:v>2028-07-26</c:v>
                </c:pt>
                <c:pt idx="3495">
                  <c:v>2028-07-27</c:v>
                </c:pt>
                <c:pt idx="3496">
                  <c:v>2028-07-28</c:v>
                </c:pt>
                <c:pt idx="3497">
                  <c:v>2028-07-29</c:v>
                </c:pt>
                <c:pt idx="3498">
                  <c:v>2028-07-30</c:v>
                </c:pt>
                <c:pt idx="3499">
                  <c:v>2028-07-31</c:v>
                </c:pt>
                <c:pt idx="3500">
                  <c:v>2028-08-01</c:v>
                </c:pt>
                <c:pt idx="3501">
                  <c:v>2028-08-02</c:v>
                </c:pt>
                <c:pt idx="3502">
                  <c:v>2028-08-03</c:v>
                </c:pt>
                <c:pt idx="3503">
                  <c:v>2028-08-04</c:v>
                </c:pt>
                <c:pt idx="3504">
                  <c:v>2028-08-05</c:v>
                </c:pt>
                <c:pt idx="3505">
                  <c:v>2028-08-06</c:v>
                </c:pt>
                <c:pt idx="3506">
                  <c:v>2028-08-07</c:v>
                </c:pt>
                <c:pt idx="3507">
                  <c:v>2028-08-08</c:v>
                </c:pt>
                <c:pt idx="3508">
                  <c:v>2028-08-09</c:v>
                </c:pt>
                <c:pt idx="3509">
                  <c:v>2028-08-10</c:v>
                </c:pt>
                <c:pt idx="3510">
                  <c:v>2028-08-11</c:v>
                </c:pt>
                <c:pt idx="3511">
                  <c:v>2028-08-12</c:v>
                </c:pt>
                <c:pt idx="3512">
                  <c:v>2028-08-13</c:v>
                </c:pt>
                <c:pt idx="3513">
                  <c:v>2028-08-14</c:v>
                </c:pt>
                <c:pt idx="3514">
                  <c:v>2028-08-15</c:v>
                </c:pt>
                <c:pt idx="3515">
                  <c:v>2028-08-16</c:v>
                </c:pt>
                <c:pt idx="3516">
                  <c:v>2028-08-17</c:v>
                </c:pt>
                <c:pt idx="3517">
                  <c:v>2028-08-18</c:v>
                </c:pt>
                <c:pt idx="3518">
                  <c:v>2028-08-19</c:v>
                </c:pt>
                <c:pt idx="3519">
                  <c:v>2028-08-20</c:v>
                </c:pt>
                <c:pt idx="3520">
                  <c:v>2028-08-21</c:v>
                </c:pt>
                <c:pt idx="3521">
                  <c:v>2028-08-22</c:v>
                </c:pt>
                <c:pt idx="3522">
                  <c:v>2028-08-23</c:v>
                </c:pt>
                <c:pt idx="3523">
                  <c:v>2028-08-24</c:v>
                </c:pt>
                <c:pt idx="3524">
                  <c:v>2028-08-25</c:v>
                </c:pt>
                <c:pt idx="3525">
                  <c:v>2028-08-26</c:v>
                </c:pt>
                <c:pt idx="3526">
                  <c:v>2028-08-27</c:v>
                </c:pt>
                <c:pt idx="3527">
                  <c:v>2028-08-28</c:v>
                </c:pt>
                <c:pt idx="3528">
                  <c:v>2028-08-29</c:v>
                </c:pt>
                <c:pt idx="3529">
                  <c:v>2028-08-30</c:v>
                </c:pt>
                <c:pt idx="3530">
                  <c:v>2028-08-31</c:v>
                </c:pt>
                <c:pt idx="3531">
                  <c:v>2028-09-01</c:v>
                </c:pt>
                <c:pt idx="3532">
                  <c:v>2028-09-02</c:v>
                </c:pt>
                <c:pt idx="3533">
                  <c:v>2028-09-03</c:v>
                </c:pt>
                <c:pt idx="3534">
                  <c:v>2028-09-04</c:v>
                </c:pt>
                <c:pt idx="3535">
                  <c:v>2028-09-05</c:v>
                </c:pt>
                <c:pt idx="3536">
                  <c:v>2028-09-06</c:v>
                </c:pt>
                <c:pt idx="3537">
                  <c:v>2028-09-07</c:v>
                </c:pt>
                <c:pt idx="3538">
                  <c:v>2028-09-08</c:v>
                </c:pt>
                <c:pt idx="3539">
                  <c:v>2028-09-09</c:v>
                </c:pt>
                <c:pt idx="3540">
                  <c:v>2028-09-10</c:v>
                </c:pt>
                <c:pt idx="3541">
                  <c:v>2028-09-11</c:v>
                </c:pt>
                <c:pt idx="3542">
                  <c:v>2028-09-12</c:v>
                </c:pt>
                <c:pt idx="3543">
                  <c:v>2028-09-13</c:v>
                </c:pt>
                <c:pt idx="3544">
                  <c:v>2028-09-14</c:v>
                </c:pt>
                <c:pt idx="3545">
                  <c:v>2028-09-15</c:v>
                </c:pt>
                <c:pt idx="3546">
                  <c:v>2028-09-16</c:v>
                </c:pt>
                <c:pt idx="3547">
                  <c:v>2028-09-17</c:v>
                </c:pt>
                <c:pt idx="3548">
                  <c:v>2028-09-18</c:v>
                </c:pt>
                <c:pt idx="3549">
                  <c:v>2028-09-19</c:v>
                </c:pt>
                <c:pt idx="3550">
                  <c:v>2028-09-20</c:v>
                </c:pt>
                <c:pt idx="3551">
                  <c:v>2028-09-21</c:v>
                </c:pt>
                <c:pt idx="3552">
                  <c:v>2028-09-22</c:v>
                </c:pt>
                <c:pt idx="3553">
                  <c:v>2028-09-23</c:v>
                </c:pt>
                <c:pt idx="3554">
                  <c:v>2028-09-24</c:v>
                </c:pt>
                <c:pt idx="3555">
                  <c:v>2028-09-25</c:v>
                </c:pt>
                <c:pt idx="3556">
                  <c:v>2028-09-26</c:v>
                </c:pt>
                <c:pt idx="3557">
                  <c:v>2028-09-27</c:v>
                </c:pt>
                <c:pt idx="3558">
                  <c:v>2028-09-28</c:v>
                </c:pt>
                <c:pt idx="3559">
                  <c:v>2028-09-29</c:v>
                </c:pt>
                <c:pt idx="3560">
                  <c:v>2028-09-30</c:v>
                </c:pt>
                <c:pt idx="3561">
                  <c:v>2028-10-01</c:v>
                </c:pt>
                <c:pt idx="3562">
                  <c:v>2028-10-02</c:v>
                </c:pt>
                <c:pt idx="3563">
                  <c:v>2028-10-03</c:v>
                </c:pt>
                <c:pt idx="3564">
                  <c:v>2028-10-04</c:v>
                </c:pt>
                <c:pt idx="3565">
                  <c:v>2028-10-05</c:v>
                </c:pt>
                <c:pt idx="3566">
                  <c:v>2028-10-06</c:v>
                </c:pt>
                <c:pt idx="3567">
                  <c:v>2028-10-07</c:v>
                </c:pt>
                <c:pt idx="3568">
                  <c:v>2028-10-08</c:v>
                </c:pt>
                <c:pt idx="3569">
                  <c:v>2028-10-09</c:v>
                </c:pt>
                <c:pt idx="3570">
                  <c:v>2028-10-10</c:v>
                </c:pt>
                <c:pt idx="3571">
                  <c:v>2028-10-11</c:v>
                </c:pt>
                <c:pt idx="3572">
                  <c:v>2028-10-12</c:v>
                </c:pt>
                <c:pt idx="3573">
                  <c:v>2028-10-13</c:v>
                </c:pt>
                <c:pt idx="3574">
                  <c:v>2028-10-14</c:v>
                </c:pt>
                <c:pt idx="3575">
                  <c:v>2028-10-15</c:v>
                </c:pt>
                <c:pt idx="3576">
                  <c:v>2028-10-16</c:v>
                </c:pt>
                <c:pt idx="3577">
                  <c:v>2028-10-17</c:v>
                </c:pt>
                <c:pt idx="3578">
                  <c:v>2028-10-18</c:v>
                </c:pt>
                <c:pt idx="3579">
                  <c:v>2028-10-19</c:v>
                </c:pt>
                <c:pt idx="3580">
                  <c:v>2028-10-20</c:v>
                </c:pt>
                <c:pt idx="3581">
                  <c:v>2028-10-21</c:v>
                </c:pt>
                <c:pt idx="3582">
                  <c:v>2028-10-22</c:v>
                </c:pt>
                <c:pt idx="3583">
                  <c:v>2028-10-23</c:v>
                </c:pt>
                <c:pt idx="3584">
                  <c:v>2028-10-24</c:v>
                </c:pt>
                <c:pt idx="3585">
                  <c:v>2028-10-25</c:v>
                </c:pt>
                <c:pt idx="3586">
                  <c:v>2028-10-26</c:v>
                </c:pt>
                <c:pt idx="3587">
                  <c:v>2028-10-27</c:v>
                </c:pt>
                <c:pt idx="3588">
                  <c:v>2028-10-28</c:v>
                </c:pt>
                <c:pt idx="3589">
                  <c:v>2028-10-29</c:v>
                </c:pt>
                <c:pt idx="3590">
                  <c:v>2028-10-30</c:v>
                </c:pt>
                <c:pt idx="3591">
                  <c:v>2028-10-31</c:v>
                </c:pt>
                <c:pt idx="3592">
                  <c:v>2028-11-01</c:v>
                </c:pt>
                <c:pt idx="3593">
                  <c:v>2028-11-02</c:v>
                </c:pt>
                <c:pt idx="3594">
                  <c:v>2028-11-03</c:v>
                </c:pt>
                <c:pt idx="3595">
                  <c:v>2028-11-04</c:v>
                </c:pt>
                <c:pt idx="3596">
                  <c:v>2028-11-05</c:v>
                </c:pt>
                <c:pt idx="3597">
                  <c:v>2028-11-06</c:v>
                </c:pt>
                <c:pt idx="3598">
                  <c:v>2028-11-07</c:v>
                </c:pt>
                <c:pt idx="3599">
                  <c:v>2028-11-08</c:v>
                </c:pt>
                <c:pt idx="3600">
                  <c:v>2028-11-09</c:v>
                </c:pt>
                <c:pt idx="3601">
                  <c:v>2028-11-10</c:v>
                </c:pt>
                <c:pt idx="3602">
                  <c:v>2028-11-11</c:v>
                </c:pt>
                <c:pt idx="3603">
                  <c:v>2028-11-12</c:v>
                </c:pt>
                <c:pt idx="3604">
                  <c:v>2028-11-13</c:v>
                </c:pt>
                <c:pt idx="3605">
                  <c:v>2028-11-14</c:v>
                </c:pt>
                <c:pt idx="3606">
                  <c:v>2028-11-15</c:v>
                </c:pt>
                <c:pt idx="3607">
                  <c:v>2028-11-16</c:v>
                </c:pt>
                <c:pt idx="3608">
                  <c:v>2028-11-17</c:v>
                </c:pt>
                <c:pt idx="3609">
                  <c:v>2028-11-18</c:v>
                </c:pt>
                <c:pt idx="3610">
                  <c:v>2028-11-19</c:v>
                </c:pt>
                <c:pt idx="3611">
                  <c:v>2028-11-20</c:v>
                </c:pt>
                <c:pt idx="3612">
                  <c:v>2028-11-21</c:v>
                </c:pt>
                <c:pt idx="3613">
                  <c:v>2028-11-22</c:v>
                </c:pt>
                <c:pt idx="3614">
                  <c:v>2028-11-23</c:v>
                </c:pt>
                <c:pt idx="3615">
                  <c:v>2028-11-24</c:v>
                </c:pt>
                <c:pt idx="3616">
                  <c:v>2028-11-25</c:v>
                </c:pt>
                <c:pt idx="3617">
                  <c:v>2028-11-26</c:v>
                </c:pt>
                <c:pt idx="3618">
                  <c:v>2028-11-27</c:v>
                </c:pt>
                <c:pt idx="3619">
                  <c:v>2028-11-28</c:v>
                </c:pt>
                <c:pt idx="3620">
                  <c:v>2028-11-29</c:v>
                </c:pt>
                <c:pt idx="3621">
                  <c:v>2028-11-30</c:v>
                </c:pt>
                <c:pt idx="3622">
                  <c:v>2028-12-01</c:v>
                </c:pt>
                <c:pt idx="3623">
                  <c:v>2028-12-02</c:v>
                </c:pt>
                <c:pt idx="3624">
                  <c:v>2028-12-03</c:v>
                </c:pt>
                <c:pt idx="3625">
                  <c:v>2028-12-04</c:v>
                </c:pt>
                <c:pt idx="3626">
                  <c:v>2028-12-05</c:v>
                </c:pt>
                <c:pt idx="3627">
                  <c:v>2028-12-06</c:v>
                </c:pt>
                <c:pt idx="3628">
                  <c:v>2028-12-07</c:v>
                </c:pt>
                <c:pt idx="3629">
                  <c:v>2028-12-08</c:v>
                </c:pt>
                <c:pt idx="3630">
                  <c:v>2028-12-09</c:v>
                </c:pt>
                <c:pt idx="3631">
                  <c:v>2028-12-10</c:v>
                </c:pt>
                <c:pt idx="3632">
                  <c:v>2028-12-11</c:v>
                </c:pt>
                <c:pt idx="3633">
                  <c:v>2028-12-12</c:v>
                </c:pt>
                <c:pt idx="3634">
                  <c:v>2028-12-13</c:v>
                </c:pt>
                <c:pt idx="3635">
                  <c:v>2028-12-14</c:v>
                </c:pt>
                <c:pt idx="3636">
                  <c:v>2028-12-15</c:v>
                </c:pt>
                <c:pt idx="3637">
                  <c:v>2028-12-16</c:v>
                </c:pt>
                <c:pt idx="3638">
                  <c:v>2028-12-17</c:v>
                </c:pt>
                <c:pt idx="3639">
                  <c:v>2028-12-18</c:v>
                </c:pt>
                <c:pt idx="3640">
                  <c:v>2028-12-19</c:v>
                </c:pt>
                <c:pt idx="3641">
                  <c:v>2028-12-20</c:v>
                </c:pt>
                <c:pt idx="3642">
                  <c:v>2028-12-21</c:v>
                </c:pt>
                <c:pt idx="3643">
                  <c:v>2028-12-22</c:v>
                </c:pt>
                <c:pt idx="3644">
                  <c:v>2028-12-23</c:v>
                </c:pt>
                <c:pt idx="3645">
                  <c:v>2028-12-24</c:v>
                </c:pt>
                <c:pt idx="3646">
                  <c:v>2028-12-25</c:v>
                </c:pt>
                <c:pt idx="3647">
                  <c:v>2028-12-26</c:v>
                </c:pt>
                <c:pt idx="3648">
                  <c:v>2028-12-27</c:v>
                </c:pt>
                <c:pt idx="3649">
                  <c:v>2028-12-28</c:v>
                </c:pt>
                <c:pt idx="3650">
                  <c:v>2028-12-29</c:v>
                </c:pt>
                <c:pt idx="3651">
                  <c:v>2028-12-30</c:v>
                </c:pt>
                <c:pt idx="3652">
                  <c:v>2028-12-31</c:v>
                </c:pt>
                <c:pt idx="3653">
                  <c:v>2029-01-01</c:v>
                </c:pt>
                <c:pt idx="3654">
                  <c:v>2029-01-02</c:v>
                </c:pt>
                <c:pt idx="3655">
                  <c:v>2029-01-03</c:v>
                </c:pt>
                <c:pt idx="3656">
                  <c:v>2029-01-04</c:v>
                </c:pt>
                <c:pt idx="3657">
                  <c:v>2029-01-05</c:v>
                </c:pt>
                <c:pt idx="3658">
                  <c:v>2029-01-06</c:v>
                </c:pt>
                <c:pt idx="3659">
                  <c:v>2029-01-07</c:v>
                </c:pt>
                <c:pt idx="3660">
                  <c:v>2029-01-08</c:v>
                </c:pt>
                <c:pt idx="3661">
                  <c:v>2029-01-09</c:v>
                </c:pt>
                <c:pt idx="3662">
                  <c:v>2029-01-10</c:v>
                </c:pt>
                <c:pt idx="3663">
                  <c:v>2029-01-11</c:v>
                </c:pt>
                <c:pt idx="3664">
                  <c:v>2029-01-12</c:v>
                </c:pt>
                <c:pt idx="3665">
                  <c:v>2029-01-13</c:v>
                </c:pt>
                <c:pt idx="3666">
                  <c:v>2029-01-14</c:v>
                </c:pt>
                <c:pt idx="3667">
                  <c:v>2029-01-15</c:v>
                </c:pt>
                <c:pt idx="3668">
                  <c:v>2029-01-16</c:v>
                </c:pt>
                <c:pt idx="3669">
                  <c:v>2029-01-17</c:v>
                </c:pt>
                <c:pt idx="3670">
                  <c:v>2029-01-18</c:v>
                </c:pt>
                <c:pt idx="3671">
                  <c:v>2029-01-19</c:v>
                </c:pt>
                <c:pt idx="3672">
                  <c:v>2029-01-20</c:v>
                </c:pt>
                <c:pt idx="3673">
                  <c:v>2029-01-21</c:v>
                </c:pt>
                <c:pt idx="3674">
                  <c:v>2029-01-22</c:v>
                </c:pt>
                <c:pt idx="3675">
                  <c:v>2029-01-23</c:v>
                </c:pt>
                <c:pt idx="3676">
                  <c:v>2029-01-24</c:v>
                </c:pt>
                <c:pt idx="3677">
                  <c:v>2029-01-25</c:v>
                </c:pt>
                <c:pt idx="3678">
                  <c:v>2029-01-26</c:v>
                </c:pt>
                <c:pt idx="3679">
                  <c:v>2029-01-27</c:v>
                </c:pt>
                <c:pt idx="3680">
                  <c:v>2029-01-28</c:v>
                </c:pt>
                <c:pt idx="3681">
                  <c:v>2029-01-29</c:v>
                </c:pt>
                <c:pt idx="3682">
                  <c:v>2029-01-30</c:v>
                </c:pt>
                <c:pt idx="3683">
                  <c:v>2029-01-31</c:v>
                </c:pt>
                <c:pt idx="3684">
                  <c:v>2029-02-01</c:v>
                </c:pt>
                <c:pt idx="3685">
                  <c:v>2029-02-02</c:v>
                </c:pt>
                <c:pt idx="3686">
                  <c:v>2029-02-03</c:v>
                </c:pt>
                <c:pt idx="3687">
                  <c:v>2029-02-04</c:v>
                </c:pt>
                <c:pt idx="3688">
                  <c:v>2029-02-05</c:v>
                </c:pt>
                <c:pt idx="3689">
                  <c:v>2029-02-06</c:v>
                </c:pt>
                <c:pt idx="3690">
                  <c:v>2029-02-07</c:v>
                </c:pt>
                <c:pt idx="3691">
                  <c:v>2029-02-08</c:v>
                </c:pt>
                <c:pt idx="3692">
                  <c:v>2029-02-09</c:v>
                </c:pt>
                <c:pt idx="3693">
                  <c:v>2029-02-10</c:v>
                </c:pt>
                <c:pt idx="3694">
                  <c:v>2029-02-11</c:v>
                </c:pt>
                <c:pt idx="3695">
                  <c:v>2029-02-12</c:v>
                </c:pt>
                <c:pt idx="3696">
                  <c:v>2029-02-13</c:v>
                </c:pt>
                <c:pt idx="3697">
                  <c:v>2029-02-14</c:v>
                </c:pt>
                <c:pt idx="3698">
                  <c:v>2029-02-15</c:v>
                </c:pt>
                <c:pt idx="3699">
                  <c:v>2029-02-16</c:v>
                </c:pt>
                <c:pt idx="3700">
                  <c:v>2029-02-17</c:v>
                </c:pt>
                <c:pt idx="3701">
                  <c:v>2029-02-18</c:v>
                </c:pt>
                <c:pt idx="3702">
                  <c:v>2029-02-19</c:v>
                </c:pt>
                <c:pt idx="3703">
                  <c:v>2029-02-20</c:v>
                </c:pt>
                <c:pt idx="3704">
                  <c:v>2029-02-21</c:v>
                </c:pt>
                <c:pt idx="3705">
                  <c:v>2029-02-22</c:v>
                </c:pt>
                <c:pt idx="3706">
                  <c:v>2029-02-23</c:v>
                </c:pt>
                <c:pt idx="3707">
                  <c:v>2029-02-24</c:v>
                </c:pt>
                <c:pt idx="3708">
                  <c:v>2029-02-25</c:v>
                </c:pt>
                <c:pt idx="3709">
                  <c:v>2029-02-26</c:v>
                </c:pt>
                <c:pt idx="3710">
                  <c:v>2029-02-27</c:v>
                </c:pt>
                <c:pt idx="3711">
                  <c:v>2029-02-28</c:v>
                </c:pt>
                <c:pt idx="3712">
                  <c:v>2029-03-01</c:v>
                </c:pt>
                <c:pt idx="3713">
                  <c:v>2029-03-02</c:v>
                </c:pt>
                <c:pt idx="3714">
                  <c:v>2029-03-03</c:v>
                </c:pt>
                <c:pt idx="3715">
                  <c:v>2029-03-04</c:v>
                </c:pt>
                <c:pt idx="3716">
                  <c:v>2029-03-05</c:v>
                </c:pt>
                <c:pt idx="3717">
                  <c:v>2029-03-06</c:v>
                </c:pt>
                <c:pt idx="3718">
                  <c:v>2029-03-07</c:v>
                </c:pt>
                <c:pt idx="3719">
                  <c:v>2029-03-08</c:v>
                </c:pt>
                <c:pt idx="3720">
                  <c:v>2029-03-09</c:v>
                </c:pt>
                <c:pt idx="3721">
                  <c:v>2029-03-10</c:v>
                </c:pt>
                <c:pt idx="3722">
                  <c:v>2029-03-11</c:v>
                </c:pt>
                <c:pt idx="3723">
                  <c:v>2029-03-12</c:v>
                </c:pt>
                <c:pt idx="3724">
                  <c:v>2029-03-13</c:v>
                </c:pt>
                <c:pt idx="3725">
                  <c:v>2029-03-14</c:v>
                </c:pt>
                <c:pt idx="3726">
                  <c:v>2029-03-15</c:v>
                </c:pt>
                <c:pt idx="3727">
                  <c:v>2029-03-16</c:v>
                </c:pt>
                <c:pt idx="3728">
                  <c:v>2029-03-17</c:v>
                </c:pt>
                <c:pt idx="3729">
                  <c:v>2029-03-18</c:v>
                </c:pt>
                <c:pt idx="3730">
                  <c:v>2029-03-19</c:v>
                </c:pt>
                <c:pt idx="3731">
                  <c:v>2029-03-20</c:v>
                </c:pt>
                <c:pt idx="3732">
                  <c:v>2029-03-21</c:v>
                </c:pt>
                <c:pt idx="3733">
                  <c:v>2029-03-22</c:v>
                </c:pt>
                <c:pt idx="3734">
                  <c:v>2029-03-23</c:v>
                </c:pt>
                <c:pt idx="3735">
                  <c:v>2029-03-24</c:v>
                </c:pt>
                <c:pt idx="3736">
                  <c:v>2029-03-25</c:v>
                </c:pt>
                <c:pt idx="3737">
                  <c:v>2029-03-26</c:v>
                </c:pt>
                <c:pt idx="3738">
                  <c:v>2029-03-27</c:v>
                </c:pt>
                <c:pt idx="3739">
                  <c:v>2029-03-28</c:v>
                </c:pt>
                <c:pt idx="3740">
                  <c:v>2029-03-29</c:v>
                </c:pt>
                <c:pt idx="3741">
                  <c:v>2029-03-30</c:v>
                </c:pt>
                <c:pt idx="3742">
                  <c:v>2029-03-31</c:v>
                </c:pt>
                <c:pt idx="3743">
                  <c:v>2029-04-01</c:v>
                </c:pt>
                <c:pt idx="3744">
                  <c:v>2029-04-02</c:v>
                </c:pt>
                <c:pt idx="3745">
                  <c:v>2029-04-03</c:v>
                </c:pt>
                <c:pt idx="3746">
                  <c:v>2029-04-04</c:v>
                </c:pt>
                <c:pt idx="3747">
                  <c:v>2029-04-05</c:v>
                </c:pt>
                <c:pt idx="3748">
                  <c:v>2029-04-06</c:v>
                </c:pt>
                <c:pt idx="3749">
                  <c:v>2029-04-07</c:v>
                </c:pt>
                <c:pt idx="3750">
                  <c:v>2029-04-08</c:v>
                </c:pt>
                <c:pt idx="3751">
                  <c:v>2029-04-09</c:v>
                </c:pt>
                <c:pt idx="3752">
                  <c:v>2029-04-10</c:v>
                </c:pt>
                <c:pt idx="3753">
                  <c:v>2029-04-11</c:v>
                </c:pt>
                <c:pt idx="3754">
                  <c:v>2029-04-12</c:v>
                </c:pt>
                <c:pt idx="3755">
                  <c:v>2029-04-13</c:v>
                </c:pt>
                <c:pt idx="3756">
                  <c:v>2029-04-14</c:v>
                </c:pt>
                <c:pt idx="3757">
                  <c:v>2029-04-15</c:v>
                </c:pt>
                <c:pt idx="3758">
                  <c:v>2029-04-16</c:v>
                </c:pt>
                <c:pt idx="3759">
                  <c:v>2029-04-17</c:v>
                </c:pt>
                <c:pt idx="3760">
                  <c:v>2029-04-18</c:v>
                </c:pt>
                <c:pt idx="3761">
                  <c:v>2029-04-19</c:v>
                </c:pt>
                <c:pt idx="3762">
                  <c:v>2029-04-20</c:v>
                </c:pt>
                <c:pt idx="3763">
                  <c:v>2029-04-21</c:v>
                </c:pt>
                <c:pt idx="3764">
                  <c:v>2029-04-22</c:v>
                </c:pt>
                <c:pt idx="3765">
                  <c:v>2029-04-23</c:v>
                </c:pt>
                <c:pt idx="3766">
                  <c:v>2029-04-24</c:v>
                </c:pt>
                <c:pt idx="3767">
                  <c:v>2029-04-25</c:v>
                </c:pt>
                <c:pt idx="3768">
                  <c:v>2029-04-26</c:v>
                </c:pt>
                <c:pt idx="3769">
                  <c:v>2029-04-27</c:v>
                </c:pt>
                <c:pt idx="3770">
                  <c:v>2029-04-28</c:v>
                </c:pt>
                <c:pt idx="3771">
                  <c:v>2029-04-29</c:v>
                </c:pt>
                <c:pt idx="3772">
                  <c:v>2029-04-30</c:v>
                </c:pt>
                <c:pt idx="3773">
                  <c:v>2029-05-01</c:v>
                </c:pt>
                <c:pt idx="3774">
                  <c:v>2029-05-02</c:v>
                </c:pt>
                <c:pt idx="3775">
                  <c:v>2029-05-03</c:v>
                </c:pt>
                <c:pt idx="3776">
                  <c:v>2029-05-04</c:v>
                </c:pt>
                <c:pt idx="3777">
                  <c:v>2029-05-05</c:v>
                </c:pt>
                <c:pt idx="3778">
                  <c:v>2029-05-06</c:v>
                </c:pt>
                <c:pt idx="3779">
                  <c:v>2029-05-07</c:v>
                </c:pt>
                <c:pt idx="3780">
                  <c:v>2029-05-08</c:v>
                </c:pt>
                <c:pt idx="3781">
                  <c:v>2029-05-09</c:v>
                </c:pt>
                <c:pt idx="3782">
                  <c:v>2029-05-10</c:v>
                </c:pt>
                <c:pt idx="3783">
                  <c:v>2029-05-11</c:v>
                </c:pt>
                <c:pt idx="3784">
                  <c:v>2029-05-12</c:v>
                </c:pt>
                <c:pt idx="3785">
                  <c:v>2029-05-13</c:v>
                </c:pt>
                <c:pt idx="3786">
                  <c:v>2029-05-14</c:v>
                </c:pt>
                <c:pt idx="3787">
                  <c:v>2029-05-15</c:v>
                </c:pt>
                <c:pt idx="3788">
                  <c:v>2029-05-16</c:v>
                </c:pt>
                <c:pt idx="3789">
                  <c:v>2029-05-17</c:v>
                </c:pt>
                <c:pt idx="3790">
                  <c:v>2029-05-18</c:v>
                </c:pt>
                <c:pt idx="3791">
                  <c:v>2029-05-19</c:v>
                </c:pt>
                <c:pt idx="3792">
                  <c:v>2029-05-20</c:v>
                </c:pt>
                <c:pt idx="3793">
                  <c:v>2029-05-21</c:v>
                </c:pt>
                <c:pt idx="3794">
                  <c:v>2029-05-22</c:v>
                </c:pt>
                <c:pt idx="3795">
                  <c:v>2029-05-23</c:v>
                </c:pt>
                <c:pt idx="3796">
                  <c:v>2029-05-24</c:v>
                </c:pt>
                <c:pt idx="3797">
                  <c:v>2029-05-25</c:v>
                </c:pt>
                <c:pt idx="3798">
                  <c:v>2029-05-26</c:v>
                </c:pt>
                <c:pt idx="3799">
                  <c:v>2029-05-27</c:v>
                </c:pt>
                <c:pt idx="3800">
                  <c:v>2029-05-28</c:v>
                </c:pt>
                <c:pt idx="3801">
                  <c:v>2029-05-29</c:v>
                </c:pt>
                <c:pt idx="3802">
                  <c:v>2029-05-30</c:v>
                </c:pt>
                <c:pt idx="3803">
                  <c:v>2029-05-31</c:v>
                </c:pt>
                <c:pt idx="3804">
                  <c:v>2029-06-01</c:v>
                </c:pt>
                <c:pt idx="3805">
                  <c:v>2029-06-02</c:v>
                </c:pt>
                <c:pt idx="3806">
                  <c:v>2029-06-03</c:v>
                </c:pt>
                <c:pt idx="3807">
                  <c:v>2029-06-04</c:v>
                </c:pt>
                <c:pt idx="3808">
                  <c:v>2029-06-05</c:v>
                </c:pt>
                <c:pt idx="3809">
                  <c:v>2029-06-06</c:v>
                </c:pt>
                <c:pt idx="3810">
                  <c:v>2029-06-07</c:v>
                </c:pt>
                <c:pt idx="3811">
                  <c:v>2029-06-08</c:v>
                </c:pt>
                <c:pt idx="3812">
                  <c:v>2029-06-09</c:v>
                </c:pt>
                <c:pt idx="3813">
                  <c:v>2029-06-10</c:v>
                </c:pt>
                <c:pt idx="3814">
                  <c:v>2029-06-11</c:v>
                </c:pt>
                <c:pt idx="3815">
                  <c:v>2029-06-12</c:v>
                </c:pt>
                <c:pt idx="3816">
                  <c:v>2029-06-13</c:v>
                </c:pt>
                <c:pt idx="3817">
                  <c:v>2029-06-14</c:v>
                </c:pt>
                <c:pt idx="3818">
                  <c:v>2029-06-15</c:v>
                </c:pt>
                <c:pt idx="3819">
                  <c:v>2029-06-16</c:v>
                </c:pt>
                <c:pt idx="3820">
                  <c:v>2029-06-17</c:v>
                </c:pt>
                <c:pt idx="3821">
                  <c:v>2029-06-18</c:v>
                </c:pt>
                <c:pt idx="3822">
                  <c:v>2029-06-19</c:v>
                </c:pt>
                <c:pt idx="3823">
                  <c:v>2029-06-20</c:v>
                </c:pt>
                <c:pt idx="3824">
                  <c:v>2029-06-21</c:v>
                </c:pt>
                <c:pt idx="3825">
                  <c:v>2029-06-22</c:v>
                </c:pt>
                <c:pt idx="3826">
                  <c:v>2029-06-23</c:v>
                </c:pt>
                <c:pt idx="3827">
                  <c:v>2029-06-24</c:v>
                </c:pt>
                <c:pt idx="3828">
                  <c:v>2029-06-25</c:v>
                </c:pt>
                <c:pt idx="3829">
                  <c:v>2029-06-26</c:v>
                </c:pt>
                <c:pt idx="3830">
                  <c:v>2029-06-27</c:v>
                </c:pt>
                <c:pt idx="3831">
                  <c:v>2029-06-28</c:v>
                </c:pt>
                <c:pt idx="3832">
                  <c:v>2029-06-29</c:v>
                </c:pt>
                <c:pt idx="3833">
                  <c:v>2029-06-30</c:v>
                </c:pt>
                <c:pt idx="3834">
                  <c:v>2029-07-01</c:v>
                </c:pt>
                <c:pt idx="3835">
                  <c:v>2029-07-02</c:v>
                </c:pt>
                <c:pt idx="3836">
                  <c:v>2029-07-03</c:v>
                </c:pt>
                <c:pt idx="3837">
                  <c:v>2029-07-04</c:v>
                </c:pt>
                <c:pt idx="3838">
                  <c:v>2029-07-05</c:v>
                </c:pt>
                <c:pt idx="3839">
                  <c:v>2029-07-06</c:v>
                </c:pt>
                <c:pt idx="3840">
                  <c:v>2029-07-07</c:v>
                </c:pt>
                <c:pt idx="3841">
                  <c:v>2029-07-08</c:v>
                </c:pt>
                <c:pt idx="3842">
                  <c:v>2029-07-09</c:v>
                </c:pt>
                <c:pt idx="3843">
                  <c:v>2029-07-10</c:v>
                </c:pt>
                <c:pt idx="3844">
                  <c:v>2029-07-11</c:v>
                </c:pt>
                <c:pt idx="3845">
                  <c:v>2029-07-12</c:v>
                </c:pt>
                <c:pt idx="3846">
                  <c:v>2029-07-13</c:v>
                </c:pt>
                <c:pt idx="3847">
                  <c:v>2029-07-14</c:v>
                </c:pt>
                <c:pt idx="3848">
                  <c:v>2029-07-15</c:v>
                </c:pt>
                <c:pt idx="3849">
                  <c:v>2029-07-16</c:v>
                </c:pt>
                <c:pt idx="3850">
                  <c:v>2029-07-17</c:v>
                </c:pt>
                <c:pt idx="3851">
                  <c:v>2029-07-18</c:v>
                </c:pt>
                <c:pt idx="3852">
                  <c:v>2029-07-19</c:v>
                </c:pt>
                <c:pt idx="3853">
                  <c:v>2029-07-20</c:v>
                </c:pt>
                <c:pt idx="3854">
                  <c:v>2029-07-21</c:v>
                </c:pt>
                <c:pt idx="3855">
                  <c:v>2029-07-22</c:v>
                </c:pt>
                <c:pt idx="3856">
                  <c:v>2029-07-23</c:v>
                </c:pt>
                <c:pt idx="3857">
                  <c:v>2029-07-24</c:v>
                </c:pt>
                <c:pt idx="3858">
                  <c:v>2029-07-25</c:v>
                </c:pt>
                <c:pt idx="3859">
                  <c:v>2029-07-26</c:v>
                </c:pt>
                <c:pt idx="3860">
                  <c:v>2029-07-27</c:v>
                </c:pt>
                <c:pt idx="3861">
                  <c:v>2029-07-28</c:v>
                </c:pt>
                <c:pt idx="3862">
                  <c:v>2029-07-29</c:v>
                </c:pt>
                <c:pt idx="3863">
                  <c:v>2029-07-30</c:v>
                </c:pt>
                <c:pt idx="3864">
                  <c:v>2029-07-31</c:v>
                </c:pt>
                <c:pt idx="3865">
                  <c:v>2029-08-01</c:v>
                </c:pt>
                <c:pt idx="3866">
                  <c:v>2029-08-02</c:v>
                </c:pt>
                <c:pt idx="3867">
                  <c:v>2029-08-03</c:v>
                </c:pt>
                <c:pt idx="3868">
                  <c:v>2029-08-04</c:v>
                </c:pt>
                <c:pt idx="3869">
                  <c:v>2029-08-05</c:v>
                </c:pt>
                <c:pt idx="3870">
                  <c:v>2029-08-06</c:v>
                </c:pt>
                <c:pt idx="3871">
                  <c:v>2029-08-07</c:v>
                </c:pt>
                <c:pt idx="3872">
                  <c:v>2029-08-08</c:v>
                </c:pt>
                <c:pt idx="3873">
                  <c:v>2029-08-09</c:v>
                </c:pt>
                <c:pt idx="3874">
                  <c:v>2029-08-10</c:v>
                </c:pt>
                <c:pt idx="3875">
                  <c:v>2029-08-11</c:v>
                </c:pt>
                <c:pt idx="3876">
                  <c:v>2029-08-12</c:v>
                </c:pt>
                <c:pt idx="3877">
                  <c:v>2029-08-13</c:v>
                </c:pt>
                <c:pt idx="3878">
                  <c:v>2029-08-14</c:v>
                </c:pt>
                <c:pt idx="3879">
                  <c:v>2029-08-15</c:v>
                </c:pt>
                <c:pt idx="3880">
                  <c:v>2029-08-16</c:v>
                </c:pt>
                <c:pt idx="3881">
                  <c:v>2029-08-17</c:v>
                </c:pt>
                <c:pt idx="3882">
                  <c:v>2029-08-18</c:v>
                </c:pt>
                <c:pt idx="3883">
                  <c:v>2029-08-19</c:v>
                </c:pt>
                <c:pt idx="3884">
                  <c:v>2029-08-20</c:v>
                </c:pt>
                <c:pt idx="3885">
                  <c:v>2029-08-21</c:v>
                </c:pt>
                <c:pt idx="3886">
                  <c:v>2029-08-22</c:v>
                </c:pt>
                <c:pt idx="3887">
                  <c:v>2029-08-23</c:v>
                </c:pt>
                <c:pt idx="3888">
                  <c:v>2029-08-24</c:v>
                </c:pt>
                <c:pt idx="3889">
                  <c:v>2029-08-25</c:v>
                </c:pt>
                <c:pt idx="3890">
                  <c:v>2029-08-26</c:v>
                </c:pt>
                <c:pt idx="3891">
                  <c:v>2029-08-27</c:v>
                </c:pt>
                <c:pt idx="3892">
                  <c:v>2029-08-28</c:v>
                </c:pt>
                <c:pt idx="3893">
                  <c:v>2029-08-29</c:v>
                </c:pt>
                <c:pt idx="3894">
                  <c:v>2029-08-30</c:v>
                </c:pt>
                <c:pt idx="3895">
                  <c:v>2029-08-31</c:v>
                </c:pt>
                <c:pt idx="3896">
                  <c:v>2029-09-01</c:v>
                </c:pt>
                <c:pt idx="3897">
                  <c:v>2029-09-02</c:v>
                </c:pt>
                <c:pt idx="3898">
                  <c:v>2029-09-03</c:v>
                </c:pt>
                <c:pt idx="3899">
                  <c:v>2029-09-04</c:v>
                </c:pt>
                <c:pt idx="3900">
                  <c:v>2029-09-05</c:v>
                </c:pt>
                <c:pt idx="3901">
                  <c:v>2029-09-06</c:v>
                </c:pt>
                <c:pt idx="3902">
                  <c:v>2029-09-07</c:v>
                </c:pt>
                <c:pt idx="3903">
                  <c:v>2029-09-08</c:v>
                </c:pt>
                <c:pt idx="3904">
                  <c:v>2029-09-09</c:v>
                </c:pt>
                <c:pt idx="3905">
                  <c:v>2029-09-10</c:v>
                </c:pt>
                <c:pt idx="3906">
                  <c:v>2029-09-11</c:v>
                </c:pt>
                <c:pt idx="3907">
                  <c:v>2029-09-12</c:v>
                </c:pt>
                <c:pt idx="3908">
                  <c:v>2029-09-13</c:v>
                </c:pt>
                <c:pt idx="3909">
                  <c:v>2029-09-14</c:v>
                </c:pt>
                <c:pt idx="3910">
                  <c:v>2029-09-15</c:v>
                </c:pt>
                <c:pt idx="3911">
                  <c:v>2029-09-16</c:v>
                </c:pt>
                <c:pt idx="3912">
                  <c:v>2029-09-17</c:v>
                </c:pt>
                <c:pt idx="3913">
                  <c:v>2029-09-18</c:v>
                </c:pt>
                <c:pt idx="3914">
                  <c:v>2029-09-19</c:v>
                </c:pt>
                <c:pt idx="3915">
                  <c:v>2029-09-20</c:v>
                </c:pt>
                <c:pt idx="3916">
                  <c:v>2029-09-21</c:v>
                </c:pt>
                <c:pt idx="3917">
                  <c:v>2029-09-22</c:v>
                </c:pt>
                <c:pt idx="3918">
                  <c:v>2029-09-23</c:v>
                </c:pt>
                <c:pt idx="3919">
                  <c:v>2029-09-24</c:v>
                </c:pt>
                <c:pt idx="3920">
                  <c:v>2029-09-25</c:v>
                </c:pt>
                <c:pt idx="3921">
                  <c:v>2029-09-26</c:v>
                </c:pt>
                <c:pt idx="3922">
                  <c:v>2029-09-27</c:v>
                </c:pt>
                <c:pt idx="3923">
                  <c:v>2029-09-28</c:v>
                </c:pt>
                <c:pt idx="3924">
                  <c:v>2029-09-29</c:v>
                </c:pt>
                <c:pt idx="3925">
                  <c:v>2029-09-30</c:v>
                </c:pt>
                <c:pt idx="3926">
                  <c:v>2029-10-01</c:v>
                </c:pt>
                <c:pt idx="3927">
                  <c:v>2029-10-02</c:v>
                </c:pt>
                <c:pt idx="3928">
                  <c:v>2029-10-03</c:v>
                </c:pt>
                <c:pt idx="3929">
                  <c:v>2029-10-04</c:v>
                </c:pt>
                <c:pt idx="3930">
                  <c:v>2029-10-05</c:v>
                </c:pt>
                <c:pt idx="3931">
                  <c:v>2029-10-06</c:v>
                </c:pt>
                <c:pt idx="3932">
                  <c:v>2029-10-07</c:v>
                </c:pt>
                <c:pt idx="3933">
                  <c:v>2029-10-08</c:v>
                </c:pt>
                <c:pt idx="3934">
                  <c:v>2029-10-09</c:v>
                </c:pt>
                <c:pt idx="3935">
                  <c:v>2029-10-10</c:v>
                </c:pt>
                <c:pt idx="3936">
                  <c:v>2029-10-11</c:v>
                </c:pt>
                <c:pt idx="3937">
                  <c:v>2029-10-12</c:v>
                </c:pt>
                <c:pt idx="3938">
                  <c:v>2029-10-13</c:v>
                </c:pt>
                <c:pt idx="3939">
                  <c:v>2029-10-14</c:v>
                </c:pt>
                <c:pt idx="3940">
                  <c:v>2029-10-15</c:v>
                </c:pt>
                <c:pt idx="3941">
                  <c:v>2029-10-16</c:v>
                </c:pt>
                <c:pt idx="3942">
                  <c:v>2029-10-17</c:v>
                </c:pt>
                <c:pt idx="3943">
                  <c:v>2029-10-18</c:v>
                </c:pt>
                <c:pt idx="3944">
                  <c:v>2029-10-19</c:v>
                </c:pt>
                <c:pt idx="3945">
                  <c:v>2029-10-20</c:v>
                </c:pt>
                <c:pt idx="3946">
                  <c:v>2029-10-21</c:v>
                </c:pt>
                <c:pt idx="3947">
                  <c:v>2029-10-22</c:v>
                </c:pt>
                <c:pt idx="3948">
                  <c:v>2029-10-23</c:v>
                </c:pt>
                <c:pt idx="3949">
                  <c:v>2029-10-24</c:v>
                </c:pt>
                <c:pt idx="3950">
                  <c:v>2029-10-25</c:v>
                </c:pt>
                <c:pt idx="3951">
                  <c:v>2029-10-26</c:v>
                </c:pt>
                <c:pt idx="3952">
                  <c:v>2029-10-27</c:v>
                </c:pt>
                <c:pt idx="3953">
                  <c:v>2029-10-28</c:v>
                </c:pt>
                <c:pt idx="3954">
                  <c:v>2029-10-29</c:v>
                </c:pt>
                <c:pt idx="3955">
                  <c:v>2029-10-30</c:v>
                </c:pt>
                <c:pt idx="3956">
                  <c:v>2029-10-31</c:v>
                </c:pt>
                <c:pt idx="3957">
                  <c:v>2029-11-01</c:v>
                </c:pt>
                <c:pt idx="3958">
                  <c:v>2029-11-02</c:v>
                </c:pt>
                <c:pt idx="3959">
                  <c:v>2029-11-03</c:v>
                </c:pt>
                <c:pt idx="3960">
                  <c:v>2029-11-04</c:v>
                </c:pt>
                <c:pt idx="3961">
                  <c:v>2029-11-05</c:v>
                </c:pt>
                <c:pt idx="3962">
                  <c:v>2029-11-06</c:v>
                </c:pt>
                <c:pt idx="3963">
                  <c:v>2029-11-07</c:v>
                </c:pt>
                <c:pt idx="3964">
                  <c:v>2029-11-08</c:v>
                </c:pt>
                <c:pt idx="3965">
                  <c:v>2029-11-09</c:v>
                </c:pt>
                <c:pt idx="3966">
                  <c:v>2029-11-10</c:v>
                </c:pt>
                <c:pt idx="3967">
                  <c:v>2029-11-11</c:v>
                </c:pt>
                <c:pt idx="3968">
                  <c:v>2029-11-12</c:v>
                </c:pt>
                <c:pt idx="3969">
                  <c:v>2029-11-13</c:v>
                </c:pt>
                <c:pt idx="3970">
                  <c:v>2029-11-14</c:v>
                </c:pt>
                <c:pt idx="3971">
                  <c:v>2029-11-15</c:v>
                </c:pt>
                <c:pt idx="3972">
                  <c:v>2029-11-16</c:v>
                </c:pt>
                <c:pt idx="3973">
                  <c:v>2029-11-17</c:v>
                </c:pt>
                <c:pt idx="3974">
                  <c:v>2029-11-18</c:v>
                </c:pt>
                <c:pt idx="3975">
                  <c:v>2029-11-19</c:v>
                </c:pt>
                <c:pt idx="3976">
                  <c:v>2029-11-20</c:v>
                </c:pt>
                <c:pt idx="3977">
                  <c:v>2029-11-21</c:v>
                </c:pt>
                <c:pt idx="3978">
                  <c:v>2029-11-22</c:v>
                </c:pt>
                <c:pt idx="3979">
                  <c:v>2029-11-23</c:v>
                </c:pt>
                <c:pt idx="3980">
                  <c:v>2029-11-24</c:v>
                </c:pt>
                <c:pt idx="3981">
                  <c:v>2029-11-25</c:v>
                </c:pt>
                <c:pt idx="3982">
                  <c:v>2029-11-26</c:v>
                </c:pt>
                <c:pt idx="3983">
                  <c:v>2029-11-27</c:v>
                </c:pt>
                <c:pt idx="3984">
                  <c:v>2029-11-28</c:v>
                </c:pt>
                <c:pt idx="3985">
                  <c:v>2029-11-29</c:v>
                </c:pt>
                <c:pt idx="3986">
                  <c:v>2029-11-30</c:v>
                </c:pt>
                <c:pt idx="3987">
                  <c:v>2029-12-01</c:v>
                </c:pt>
                <c:pt idx="3988">
                  <c:v>2029-12-02</c:v>
                </c:pt>
                <c:pt idx="3989">
                  <c:v>2029-12-03</c:v>
                </c:pt>
                <c:pt idx="3990">
                  <c:v>2029-12-04</c:v>
                </c:pt>
                <c:pt idx="3991">
                  <c:v>2029-12-05</c:v>
                </c:pt>
                <c:pt idx="3992">
                  <c:v>2029-12-06</c:v>
                </c:pt>
                <c:pt idx="3993">
                  <c:v>2029-12-07</c:v>
                </c:pt>
                <c:pt idx="3994">
                  <c:v>2029-12-08</c:v>
                </c:pt>
                <c:pt idx="3995">
                  <c:v>2029-12-09</c:v>
                </c:pt>
                <c:pt idx="3996">
                  <c:v>2029-12-10</c:v>
                </c:pt>
                <c:pt idx="3997">
                  <c:v>2029-12-11</c:v>
                </c:pt>
                <c:pt idx="3998">
                  <c:v>2029-12-12</c:v>
                </c:pt>
                <c:pt idx="3999">
                  <c:v>2029-12-13</c:v>
                </c:pt>
                <c:pt idx="4000">
                  <c:v>2029-12-14</c:v>
                </c:pt>
                <c:pt idx="4001">
                  <c:v>2029-12-15</c:v>
                </c:pt>
                <c:pt idx="4002">
                  <c:v>2029-12-16</c:v>
                </c:pt>
                <c:pt idx="4003">
                  <c:v>2029-12-17</c:v>
                </c:pt>
                <c:pt idx="4004">
                  <c:v>2029-12-18</c:v>
                </c:pt>
                <c:pt idx="4005">
                  <c:v>2029-12-19</c:v>
                </c:pt>
                <c:pt idx="4006">
                  <c:v>2029-12-20</c:v>
                </c:pt>
                <c:pt idx="4007">
                  <c:v>2029-12-21</c:v>
                </c:pt>
                <c:pt idx="4008">
                  <c:v>2029-12-22</c:v>
                </c:pt>
                <c:pt idx="4009">
                  <c:v>2029-12-23</c:v>
                </c:pt>
                <c:pt idx="4010">
                  <c:v>2029-12-24</c:v>
                </c:pt>
                <c:pt idx="4011">
                  <c:v>2029-12-25</c:v>
                </c:pt>
                <c:pt idx="4012">
                  <c:v>2029-12-26</c:v>
                </c:pt>
                <c:pt idx="4013">
                  <c:v>2029-12-27</c:v>
                </c:pt>
                <c:pt idx="4014">
                  <c:v>2029-12-28</c:v>
                </c:pt>
                <c:pt idx="4015">
                  <c:v>2029-12-29</c:v>
                </c:pt>
                <c:pt idx="4016">
                  <c:v>2029-12-30</c:v>
                </c:pt>
                <c:pt idx="4017">
                  <c:v>2029-12-31</c:v>
                </c:pt>
                <c:pt idx="4018">
                  <c:v>2030-01-01</c:v>
                </c:pt>
                <c:pt idx="4019">
                  <c:v>2030-01-02</c:v>
                </c:pt>
                <c:pt idx="4020">
                  <c:v>2030-01-03</c:v>
                </c:pt>
                <c:pt idx="4021">
                  <c:v>2030-01-04</c:v>
                </c:pt>
                <c:pt idx="4022">
                  <c:v>2030-01-05</c:v>
                </c:pt>
                <c:pt idx="4023">
                  <c:v>2030-01-06</c:v>
                </c:pt>
                <c:pt idx="4024">
                  <c:v>2030-01-07</c:v>
                </c:pt>
                <c:pt idx="4025">
                  <c:v>2030-01-08</c:v>
                </c:pt>
                <c:pt idx="4026">
                  <c:v>2030-01-09</c:v>
                </c:pt>
                <c:pt idx="4027">
                  <c:v>2030-01-10</c:v>
                </c:pt>
                <c:pt idx="4028">
                  <c:v>2030-01-11</c:v>
                </c:pt>
                <c:pt idx="4029">
                  <c:v>2030-01-12</c:v>
                </c:pt>
                <c:pt idx="4030">
                  <c:v>2030-01-13</c:v>
                </c:pt>
                <c:pt idx="4031">
                  <c:v>2030-01-14</c:v>
                </c:pt>
                <c:pt idx="4032">
                  <c:v>2030-01-15</c:v>
                </c:pt>
                <c:pt idx="4033">
                  <c:v>2030-01-16</c:v>
                </c:pt>
                <c:pt idx="4034">
                  <c:v>2030-01-17</c:v>
                </c:pt>
                <c:pt idx="4035">
                  <c:v>2030-01-18</c:v>
                </c:pt>
                <c:pt idx="4036">
                  <c:v>2030-01-19</c:v>
                </c:pt>
                <c:pt idx="4037">
                  <c:v>2030-01-20</c:v>
                </c:pt>
                <c:pt idx="4038">
                  <c:v>2030-01-21</c:v>
                </c:pt>
                <c:pt idx="4039">
                  <c:v>2030-01-22</c:v>
                </c:pt>
                <c:pt idx="4040">
                  <c:v>2030-01-23</c:v>
                </c:pt>
                <c:pt idx="4041">
                  <c:v>2030-01-24</c:v>
                </c:pt>
                <c:pt idx="4042">
                  <c:v>2030-01-25</c:v>
                </c:pt>
                <c:pt idx="4043">
                  <c:v>2030-01-26</c:v>
                </c:pt>
                <c:pt idx="4044">
                  <c:v>2030-01-27</c:v>
                </c:pt>
                <c:pt idx="4045">
                  <c:v>2030-01-28</c:v>
                </c:pt>
                <c:pt idx="4046">
                  <c:v>2030-01-29</c:v>
                </c:pt>
                <c:pt idx="4047">
                  <c:v>2030-01-30</c:v>
                </c:pt>
                <c:pt idx="4048">
                  <c:v>2030-01-31</c:v>
                </c:pt>
                <c:pt idx="4049">
                  <c:v>2030-02-01</c:v>
                </c:pt>
                <c:pt idx="4050">
                  <c:v>2030-02-02</c:v>
                </c:pt>
                <c:pt idx="4051">
                  <c:v>2030-02-03</c:v>
                </c:pt>
                <c:pt idx="4052">
                  <c:v>2030-02-04</c:v>
                </c:pt>
                <c:pt idx="4053">
                  <c:v>2030-02-05</c:v>
                </c:pt>
                <c:pt idx="4054">
                  <c:v>2030-02-06</c:v>
                </c:pt>
                <c:pt idx="4055">
                  <c:v>2030-02-07</c:v>
                </c:pt>
                <c:pt idx="4056">
                  <c:v>2030-02-08</c:v>
                </c:pt>
                <c:pt idx="4057">
                  <c:v>2030-02-09</c:v>
                </c:pt>
                <c:pt idx="4058">
                  <c:v>2030-02-10</c:v>
                </c:pt>
                <c:pt idx="4059">
                  <c:v>2030-02-11</c:v>
                </c:pt>
                <c:pt idx="4060">
                  <c:v>2030-02-12</c:v>
                </c:pt>
                <c:pt idx="4061">
                  <c:v>2030-02-13</c:v>
                </c:pt>
                <c:pt idx="4062">
                  <c:v>2030-02-14</c:v>
                </c:pt>
                <c:pt idx="4063">
                  <c:v>2030-02-15</c:v>
                </c:pt>
                <c:pt idx="4064">
                  <c:v>2030-02-16</c:v>
                </c:pt>
                <c:pt idx="4065">
                  <c:v>2030-02-17</c:v>
                </c:pt>
                <c:pt idx="4066">
                  <c:v>2030-02-18</c:v>
                </c:pt>
                <c:pt idx="4067">
                  <c:v>2030-02-19</c:v>
                </c:pt>
                <c:pt idx="4068">
                  <c:v>2030-02-20</c:v>
                </c:pt>
                <c:pt idx="4069">
                  <c:v>2030-02-21</c:v>
                </c:pt>
                <c:pt idx="4070">
                  <c:v>2030-02-22</c:v>
                </c:pt>
                <c:pt idx="4071">
                  <c:v>2030-02-23</c:v>
                </c:pt>
                <c:pt idx="4072">
                  <c:v>2030-02-24</c:v>
                </c:pt>
                <c:pt idx="4073">
                  <c:v>2030-02-25</c:v>
                </c:pt>
                <c:pt idx="4074">
                  <c:v>2030-02-26</c:v>
                </c:pt>
                <c:pt idx="4075">
                  <c:v>2030-02-27</c:v>
                </c:pt>
                <c:pt idx="4076">
                  <c:v>2030-02-28</c:v>
                </c:pt>
                <c:pt idx="4077">
                  <c:v>2030-03-01</c:v>
                </c:pt>
                <c:pt idx="4078">
                  <c:v>2030-03-02</c:v>
                </c:pt>
                <c:pt idx="4079">
                  <c:v>2030-03-03</c:v>
                </c:pt>
                <c:pt idx="4080">
                  <c:v>2030-03-04</c:v>
                </c:pt>
                <c:pt idx="4081">
                  <c:v>2030-03-05</c:v>
                </c:pt>
                <c:pt idx="4082">
                  <c:v>2030-03-06</c:v>
                </c:pt>
                <c:pt idx="4083">
                  <c:v>2030-03-07</c:v>
                </c:pt>
                <c:pt idx="4084">
                  <c:v>2030-03-08</c:v>
                </c:pt>
                <c:pt idx="4085">
                  <c:v>2030-03-09</c:v>
                </c:pt>
                <c:pt idx="4086">
                  <c:v>2030-03-10</c:v>
                </c:pt>
                <c:pt idx="4087">
                  <c:v>2030-03-11</c:v>
                </c:pt>
                <c:pt idx="4088">
                  <c:v>2030-03-12</c:v>
                </c:pt>
                <c:pt idx="4089">
                  <c:v>2030-03-13</c:v>
                </c:pt>
                <c:pt idx="4090">
                  <c:v>2030-03-14</c:v>
                </c:pt>
                <c:pt idx="4091">
                  <c:v>2030-03-15</c:v>
                </c:pt>
                <c:pt idx="4092">
                  <c:v>2030-03-16</c:v>
                </c:pt>
                <c:pt idx="4093">
                  <c:v>2030-03-17</c:v>
                </c:pt>
                <c:pt idx="4094">
                  <c:v>2030-03-18</c:v>
                </c:pt>
                <c:pt idx="4095">
                  <c:v>2030-03-19</c:v>
                </c:pt>
                <c:pt idx="4096">
                  <c:v>2030-03-20</c:v>
                </c:pt>
                <c:pt idx="4097">
                  <c:v>2030-03-21</c:v>
                </c:pt>
                <c:pt idx="4098">
                  <c:v>2030-03-22</c:v>
                </c:pt>
                <c:pt idx="4099">
                  <c:v>2030-03-23</c:v>
                </c:pt>
                <c:pt idx="4100">
                  <c:v>2030-03-24</c:v>
                </c:pt>
                <c:pt idx="4101">
                  <c:v>2030-03-25</c:v>
                </c:pt>
                <c:pt idx="4102">
                  <c:v>2030-03-26</c:v>
                </c:pt>
                <c:pt idx="4103">
                  <c:v>2030-03-27</c:v>
                </c:pt>
                <c:pt idx="4104">
                  <c:v>2030-03-28</c:v>
                </c:pt>
                <c:pt idx="4105">
                  <c:v>2030-03-29</c:v>
                </c:pt>
                <c:pt idx="4106">
                  <c:v>2030-03-30</c:v>
                </c:pt>
                <c:pt idx="4107">
                  <c:v>2030-03-31</c:v>
                </c:pt>
                <c:pt idx="4108">
                  <c:v>2030-04-01</c:v>
                </c:pt>
                <c:pt idx="4109">
                  <c:v>2030-04-02</c:v>
                </c:pt>
                <c:pt idx="4110">
                  <c:v>2030-04-03</c:v>
                </c:pt>
                <c:pt idx="4111">
                  <c:v>2030-04-04</c:v>
                </c:pt>
                <c:pt idx="4112">
                  <c:v>2030-04-05</c:v>
                </c:pt>
                <c:pt idx="4113">
                  <c:v>2030-04-06</c:v>
                </c:pt>
                <c:pt idx="4114">
                  <c:v>2030-04-07</c:v>
                </c:pt>
                <c:pt idx="4115">
                  <c:v>2030-04-08</c:v>
                </c:pt>
                <c:pt idx="4116">
                  <c:v>2030-04-09</c:v>
                </c:pt>
                <c:pt idx="4117">
                  <c:v>2030-04-10</c:v>
                </c:pt>
                <c:pt idx="4118">
                  <c:v>2030-04-11</c:v>
                </c:pt>
                <c:pt idx="4119">
                  <c:v>2030-04-12</c:v>
                </c:pt>
                <c:pt idx="4120">
                  <c:v>2030-04-13</c:v>
                </c:pt>
                <c:pt idx="4121">
                  <c:v>2030-04-14</c:v>
                </c:pt>
                <c:pt idx="4122">
                  <c:v>2030-04-15</c:v>
                </c:pt>
                <c:pt idx="4123">
                  <c:v>2030-04-16</c:v>
                </c:pt>
                <c:pt idx="4124">
                  <c:v>2030-04-17</c:v>
                </c:pt>
                <c:pt idx="4125">
                  <c:v>2030-04-18</c:v>
                </c:pt>
                <c:pt idx="4126">
                  <c:v>2030-04-19</c:v>
                </c:pt>
                <c:pt idx="4127">
                  <c:v>2030-04-20</c:v>
                </c:pt>
                <c:pt idx="4128">
                  <c:v>2030-04-21</c:v>
                </c:pt>
                <c:pt idx="4129">
                  <c:v>2030-04-22</c:v>
                </c:pt>
                <c:pt idx="4130">
                  <c:v>2030-04-23</c:v>
                </c:pt>
                <c:pt idx="4131">
                  <c:v>2030-04-24</c:v>
                </c:pt>
                <c:pt idx="4132">
                  <c:v>2030-04-25</c:v>
                </c:pt>
                <c:pt idx="4133">
                  <c:v>2030-04-26</c:v>
                </c:pt>
                <c:pt idx="4134">
                  <c:v>2030-04-27</c:v>
                </c:pt>
                <c:pt idx="4135">
                  <c:v>2030-04-28</c:v>
                </c:pt>
                <c:pt idx="4136">
                  <c:v>2030-04-29</c:v>
                </c:pt>
                <c:pt idx="4137">
                  <c:v>2030-04-30</c:v>
                </c:pt>
                <c:pt idx="4138">
                  <c:v>2030-05-01</c:v>
                </c:pt>
                <c:pt idx="4139">
                  <c:v>2030-05-02</c:v>
                </c:pt>
                <c:pt idx="4140">
                  <c:v>2030-05-03</c:v>
                </c:pt>
                <c:pt idx="4141">
                  <c:v>2030-05-04</c:v>
                </c:pt>
                <c:pt idx="4142">
                  <c:v>2030-05-05</c:v>
                </c:pt>
                <c:pt idx="4143">
                  <c:v>2030-05-06</c:v>
                </c:pt>
                <c:pt idx="4144">
                  <c:v>2030-05-07</c:v>
                </c:pt>
                <c:pt idx="4145">
                  <c:v>2030-05-08</c:v>
                </c:pt>
                <c:pt idx="4146">
                  <c:v>2030-05-09</c:v>
                </c:pt>
                <c:pt idx="4147">
                  <c:v>2030-05-10</c:v>
                </c:pt>
                <c:pt idx="4148">
                  <c:v>2030-05-11</c:v>
                </c:pt>
                <c:pt idx="4149">
                  <c:v>2030-05-12</c:v>
                </c:pt>
                <c:pt idx="4150">
                  <c:v>2030-05-13</c:v>
                </c:pt>
                <c:pt idx="4151">
                  <c:v>2030-05-14</c:v>
                </c:pt>
                <c:pt idx="4152">
                  <c:v>2030-05-15</c:v>
                </c:pt>
                <c:pt idx="4153">
                  <c:v>2030-05-16</c:v>
                </c:pt>
                <c:pt idx="4154">
                  <c:v>2030-05-17</c:v>
                </c:pt>
                <c:pt idx="4155">
                  <c:v>2030-05-18</c:v>
                </c:pt>
                <c:pt idx="4156">
                  <c:v>2030-05-19</c:v>
                </c:pt>
                <c:pt idx="4157">
                  <c:v>2030-05-20</c:v>
                </c:pt>
                <c:pt idx="4158">
                  <c:v>2030-05-21</c:v>
                </c:pt>
                <c:pt idx="4159">
                  <c:v>2030-05-22</c:v>
                </c:pt>
                <c:pt idx="4160">
                  <c:v>2030-05-23</c:v>
                </c:pt>
                <c:pt idx="4161">
                  <c:v>2030-05-24</c:v>
                </c:pt>
                <c:pt idx="4162">
                  <c:v>2030-05-25</c:v>
                </c:pt>
                <c:pt idx="4163">
                  <c:v>2030-05-26</c:v>
                </c:pt>
                <c:pt idx="4164">
                  <c:v>2030-05-27</c:v>
                </c:pt>
                <c:pt idx="4165">
                  <c:v>2030-05-28</c:v>
                </c:pt>
                <c:pt idx="4166">
                  <c:v>2030-05-29</c:v>
                </c:pt>
                <c:pt idx="4167">
                  <c:v>2030-05-30</c:v>
                </c:pt>
                <c:pt idx="4168">
                  <c:v>2030-05-31</c:v>
                </c:pt>
                <c:pt idx="4169">
                  <c:v>2030-06-01</c:v>
                </c:pt>
                <c:pt idx="4170">
                  <c:v>2030-06-02</c:v>
                </c:pt>
                <c:pt idx="4171">
                  <c:v>2030-06-03</c:v>
                </c:pt>
                <c:pt idx="4172">
                  <c:v>2030-06-04</c:v>
                </c:pt>
                <c:pt idx="4173">
                  <c:v>2030-06-05</c:v>
                </c:pt>
                <c:pt idx="4174">
                  <c:v>2030-06-06</c:v>
                </c:pt>
                <c:pt idx="4175">
                  <c:v>2030-06-07</c:v>
                </c:pt>
                <c:pt idx="4176">
                  <c:v>2030-06-08</c:v>
                </c:pt>
                <c:pt idx="4177">
                  <c:v>2030-06-09</c:v>
                </c:pt>
                <c:pt idx="4178">
                  <c:v>2030-06-10</c:v>
                </c:pt>
                <c:pt idx="4179">
                  <c:v>2030-06-11</c:v>
                </c:pt>
                <c:pt idx="4180">
                  <c:v>2030-06-12</c:v>
                </c:pt>
                <c:pt idx="4181">
                  <c:v>2030-06-13</c:v>
                </c:pt>
                <c:pt idx="4182">
                  <c:v>2030-06-14</c:v>
                </c:pt>
                <c:pt idx="4183">
                  <c:v>2030-06-15</c:v>
                </c:pt>
                <c:pt idx="4184">
                  <c:v>2030-06-16</c:v>
                </c:pt>
                <c:pt idx="4185">
                  <c:v>2030-06-17</c:v>
                </c:pt>
                <c:pt idx="4186">
                  <c:v>2030-06-18</c:v>
                </c:pt>
                <c:pt idx="4187">
                  <c:v>2030-06-19</c:v>
                </c:pt>
                <c:pt idx="4188">
                  <c:v>2030-06-20</c:v>
                </c:pt>
                <c:pt idx="4189">
                  <c:v>2030-06-21</c:v>
                </c:pt>
                <c:pt idx="4190">
                  <c:v>2030-06-22</c:v>
                </c:pt>
                <c:pt idx="4191">
                  <c:v>2030-06-23</c:v>
                </c:pt>
                <c:pt idx="4192">
                  <c:v>2030-06-24</c:v>
                </c:pt>
                <c:pt idx="4193">
                  <c:v>2030-06-25</c:v>
                </c:pt>
                <c:pt idx="4194">
                  <c:v>2030-06-26</c:v>
                </c:pt>
                <c:pt idx="4195">
                  <c:v>2030-06-27</c:v>
                </c:pt>
                <c:pt idx="4196">
                  <c:v>2030-06-28</c:v>
                </c:pt>
                <c:pt idx="4197">
                  <c:v>2030-06-29</c:v>
                </c:pt>
                <c:pt idx="4198">
                  <c:v>2030-06-30</c:v>
                </c:pt>
                <c:pt idx="4199">
                  <c:v>2030-07-01</c:v>
                </c:pt>
                <c:pt idx="4200">
                  <c:v>2030-07-02</c:v>
                </c:pt>
                <c:pt idx="4201">
                  <c:v>2030-07-03</c:v>
                </c:pt>
                <c:pt idx="4202">
                  <c:v>2030-07-04</c:v>
                </c:pt>
                <c:pt idx="4203">
                  <c:v>2030-07-05</c:v>
                </c:pt>
                <c:pt idx="4204">
                  <c:v>2030-07-06</c:v>
                </c:pt>
                <c:pt idx="4205">
                  <c:v>2030-07-07</c:v>
                </c:pt>
                <c:pt idx="4206">
                  <c:v>2030-07-08</c:v>
                </c:pt>
                <c:pt idx="4207">
                  <c:v>2030-07-09</c:v>
                </c:pt>
                <c:pt idx="4208">
                  <c:v>2030-07-10</c:v>
                </c:pt>
                <c:pt idx="4209">
                  <c:v>2030-07-11</c:v>
                </c:pt>
                <c:pt idx="4210">
                  <c:v>2030-07-12</c:v>
                </c:pt>
                <c:pt idx="4211">
                  <c:v>2030-07-13</c:v>
                </c:pt>
                <c:pt idx="4212">
                  <c:v>2030-07-14</c:v>
                </c:pt>
                <c:pt idx="4213">
                  <c:v>2030-07-15</c:v>
                </c:pt>
                <c:pt idx="4214">
                  <c:v>2030-07-16</c:v>
                </c:pt>
                <c:pt idx="4215">
                  <c:v>2030-07-17</c:v>
                </c:pt>
                <c:pt idx="4216">
                  <c:v>2030-07-18</c:v>
                </c:pt>
                <c:pt idx="4217">
                  <c:v>2030-07-19</c:v>
                </c:pt>
                <c:pt idx="4218">
                  <c:v>2030-07-20</c:v>
                </c:pt>
                <c:pt idx="4219">
                  <c:v>2030-07-21</c:v>
                </c:pt>
                <c:pt idx="4220">
                  <c:v>2030-07-22</c:v>
                </c:pt>
                <c:pt idx="4221">
                  <c:v>2030-07-23</c:v>
                </c:pt>
                <c:pt idx="4222">
                  <c:v>2030-07-24</c:v>
                </c:pt>
                <c:pt idx="4223">
                  <c:v>2030-07-25</c:v>
                </c:pt>
                <c:pt idx="4224">
                  <c:v>2030-07-26</c:v>
                </c:pt>
                <c:pt idx="4225">
                  <c:v>2030-07-27</c:v>
                </c:pt>
                <c:pt idx="4226">
                  <c:v>2030-07-28</c:v>
                </c:pt>
                <c:pt idx="4227">
                  <c:v>2030-07-29</c:v>
                </c:pt>
                <c:pt idx="4228">
                  <c:v>2030-07-30</c:v>
                </c:pt>
                <c:pt idx="4229">
                  <c:v>2030-07-31</c:v>
                </c:pt>
                <c:pt idx="4230">
                  <c:v>2030-08-01</c:v>
                </c:pt>
                <c:pt idx="4231">
                  <c:v>2030-08-02</c:v>
                </c:pt>
                <c:pt idx="4232">
                  <c:v>2030-08-03</c:v>
                </c:pt>
                <c:pt idx="4233">
                  <c:v>2030-08-04</c:v>
                </c:pt>
                <c:pt idx="4234">
                  <c:v>2030-08-05</c:v>
                </c:pt>
                <c:pt idx="4235">
                  <c:v>2030-08-06</c:v>
                </c:pt>
                <c:pt idx="4236">
                  <c:v>2030-08-07</c:v>
                </c:pt>
                <c:pt idx="4237">
                  <c:v>2030-08-08</c:v>
                </c:pt>
                <c:pt idx="4238">
                  <c:v>2030-08-09</c:v>
                </c:pt>
                <c:pt idx="4239">
                  <c:v>2030-08-10</c:v>
                </c:pt>
                <c:pt idx="4240">
                  <c:v>2030-08-11</c:v>
                </c:pt>
                <c:pt idx="4241">
                  <c:v>2030-08-12</c:v>
                </c:pt>
                <c:pt idx="4242">
                  <c:v>2030-08-13</c:v>
                </c:pt>
                <c:pt idx="4243">
                  <c:v>2030-08-14</c:v>
                </c:pt>
                <c:pt idx="4244">
                  <c:v>2030-08-15</c:v>
                </c:pt>
                <c:pt idx="4245">
                  <c:v>2030-08-16</c:v>
                </c:pt>
                <c:pt idx="4246">
                  <c:v>2030-08-17</c:v>
                </c:pt>
                <c:pt idx="4247">
                  <c:v>2030-08-18</c:v>
                </c:pt>
                <c:pt idx="4248">
                  <c:v>2030-08-19</c:v>
                </c:pt>
                <c:pt idx="4249">
                  <c:v>2030-08-20</c:v>
                </c:pt>
                <c:pt idx="4250">
                  <c:v>2030-08-21</c:v>
                </c:pt>
                <c:pt idx="4251">
                  <c:v>2030-08-22</c:v>
                </c:pt>
                <c:pt idx="4252">
                  <c:v>2030-08-23</c:v>
                </c:pt>
                <c:pt idx="4253">
                  <c:v>2030-08-24</c:v>
                </c:pt>
                <c:pt idx="4254">
                  <c:v>2030-08-25</c:v>
                </c:pt>
                <c:pt idx="4255">
                  <c:v>2030-08-26</c:v>
                </c:pt>
                <c:pt idx="4256">
                  <c:v>2030-08-27</c:v>
                </c:pt>
                <c:pt idx="4257">
                  <c:v>2030-08-28</c:v>
                </c:pt>
                <c:pt idx="4258">
                  <c:v>2030-08-29</c:v>
                </c:pt>
                <c:pt idx="4259">
                  <c:v>2030-08-30</c:v>
                </c:pt>
                <c:pt idx="4260">
                  <c:v>2030-08-31</c:v>
                </c:pt>
                <c:pt idx="4261">
                  <c:v>2030-09-01</c:v>
                </c:pt>
                <c:pt idx="4262">
                  <c:v>2030-09-02</c:v>
                </c:pt>
                <c:pt idx="4263">
                  <c:v>2030-09-03</c:v>
                </c:pt>
                <c:pt idx="4264">
                  <c:v>2030-09-04</c:v>
                </c:pt>
                <c:pt idx="4265">
                  <c:v>2030-09-05</c:v>
                </c:pt>
                <c:pt idx="4266">
                  <c:v>2030-09-06</c:v>
                </c:pt>
                <c:pt idx="4267">
                  <c:v>2030-09-07</c:v>
                </c:pt>
                <c:pt idx="4268">
                  <c:v>2030-09-08</c:v>
                </c:pt>
                <c:pt idx="4269">
                  <c:v>2030-09-09</c:v>
                </c:pt>
                <c:pt idx="4270">
                  <c:v>2030-09-10</c:v>
                </c:pt>
                <c:pt idx="4271">
                  <c:v>2030-09-11</c:v>
                </c:pt>
                <c:pt idx="4272">
                  <c:v>2030-09-12</c:v>
                </c:pt>
                <c:pt idx="4273">
                  <c:v>2030-09-13</c:v>
                </c:pt>
                <c:pt idx="4274">
                  <c:v>2030-09-14</c:v>
                </c:pt>
                <c:pt idx="4275">
                  <c:v>2030-09-15</c:v>
                </c:pt>
                <c:pt idx="4276">
                  <c:v>2030-09-16</c:v>
                </c:pt>
                <c:pt idx="4277">
                  <c:v>2030-09-17</c:v>
                </c:pt>
                <c:pt idx="4278">
                  <c:v>2030-09-18</c:v>
                </c:pt>
                <c:pt idx="4279">
                  <c:v>2030-09-19</c:v>
                </c:pt>
                <c:pt idx="4280">
                  <c:v>2030-09-20</c:v>
                </c:pt>
                <c:pt idx="4281">
                  <c:v>2030-09-21</c:v>
                </c:pt>
                <c:pt idx="4282">
                  <c:v>2030-09-22</c:v>
                </c:pt>
                <c:pt idx="4283">
                  <c:v>2030-09-23</c:v>
                </c:pt>
                <c:pt idx="4284">
                  <c:v>2030-09-24</c:v>
                </c:pt>
                <c:pt idx="4285">
                  <c:v>2030-09-25</c:v>
                </c:pt>
                <c:pt idx="4286">
                  <c:v>2030-09-26</c:v>
                </c:pt>
                <c:pt idx="4287">
                  <c:v>2030-09-27</c:v>
                </c:pt>
                <c:pt idx="4288">
                  <c:v>2030-09-28</c:v>
                </c:pt>
                <c:pt idx="4289">
                  <c:v>2030-09-29</c:v>
                </c:pt>
                <c:pt idx="4290">
                  <c:v>2030-09-30</c:v>
                </c:pt>
                <c:pt idx="4291">
                  <c:v>2030-10-01</c:v>
                </c:pt>
                <c:pt idx="4292">
                  <c:v>2030-10-02</c:v>
                </c:pt>
                <c:pt idx="4293">
                  <c:v>2030-10-03</c:v>
                </c:pt>
                <c:pt idx="4294">
                  <c:v>2030-10-04</c:v>
                </c:pt>
                <c:pt idx="4295">
                  <c:v>2030-10-05</c:v>
                </c:pt>
                <c:pt idx="4296">
                  <c:v>2030-10-06</c:v>
                </c:pt>
                <c:pt idx="4297">
                  <c:v>2030-10-07</c:v>
                </c:pt>
                <c:pt idx="4298">
                  <c:v>2030-10-08</c:v>
                </c:pt>
                <c:pt idx="4299">
                  <c:v>2030-10-09</c:v>
                </c:pt>
                <c:pt idx="4300">
                  <c:v>2030-10-10</c:v>
                </c:pt>
                <c:pt idx="4301">
                  <c:v>2030-10-11</c:v>
                </c:pt>
                <c:pt idx="4302">
                  <c:v>2030-10-12</c:v>
                </c:pt>
                <c:pt idx="4303">
                  <c:v>2030-10-13</c:v>
                </c:pt>
                <c:pt idx="4304">
                  <c:v>2030-10-14</c:v>
                </c:pt>
                <c:pt idx="4305">
                  <c:v>2030-10-15</c:v>
                </c:pt>
                <c:pt idx="4306">
                  <c:v>2030-10-16</c:v>
                </c:pt>
                <c:pt idx="4307">
                  <c:v>2030-10-17</c:v>
                </c:pt>
                <c:pt idx="4308">
                  <c:v>2030-10-18</c:v>
                </c:pt>
                <c:pt idx="4309">
                  <c:v>2030-10-19</c:v>
                </c:pt>
                <c:pt idx="4310">
                  <c:v>2030-10-20</c:v>
                </c:pt>
                <c:pt idx="4311">
                  <c:v>2030-10-21</c:v>
                </c:pt>
                <c:pt idx="4312">
                  <c:v>2030-10-22</c:v>
                </c:pt>
                <c:pt idx="4313">
                  <c:v>2030-10-23</c:v>
                </c:pt>
                <c:pt idx="4314">
                  <c:v>2030-10-24</c:v>
                </c:pt>
                <c:pt idx="4315">
                  <c:v>2030-10-25</c:v>
                </c:pt>
                <c:pt idx="4316">
                  <c:v>2030-10-26</c:v>
                </c:pt>
                <c:pt idx="4317">
                  <c:v>2030-10-27</c:v>
                </c:pt>
                <c:pt idx="4318">
                  <c:v>2030-10-28</c:v>
                </c:pt>
                <c:pt idx="4319">
                  <c:v>2030-10-29</c:v>
                </c:pt>
                <c:pt idx="4320">
                  <c:v>2030-10-30</c:v>
                </c:pt>
                <c:pt idx="4321">
                  <c:v>2030-10-31</c:v>
                </c:pt>
                <c:pt idx="4322">
                  <c:v>2030-11-01</c:v>
                </c:pt>
                <c:pt idx="4323">
                  <c:v>2030-11-02</c:v>
                </c:pt>
                <c:pt idx="4324">
                  <c:v>2030-11-03</c:v>
                </c:pt>
                <c:pt idx="4325">
                  <c:v>2030-11-04</c:v>
                </c:pt>
                <c:pt idx="4326">
                  <c:v>2030-11-05</c:v>
                </c:pt>
                <c:pt idx="4327">
                  <c:v>2030-11-06</c:v>
                </c:pt>
                <c:pt idx="4328">
                  <c:v>2030-11-07</c:v>
                </c:pt>
                <c:pt idx="4329">
                  <c:v>2030-11-08</c:v>
                </c:pt>
                <c:pt idx="4330">
                  <c:v>2030-11-09</c:v>
                </c:pt>
                <c:pt idx="4331">
                  <c:v>2030-11-10</c:v>
                </c:pt>
                <c:pt idx="4332">
                  <c:v>2030-11-11</c:v>
                </c:pt>
                <c:pt idx="4333">
                  <c:v>2030-11-12</c:v>
                </c:pt>
                <c:pt idx="4334">
                  <c:v>2030-11-13</c:v>
                </c:pt>
                <c:pt idx="4335">
                  <c:v>2030-11-14</c:v>
                </c:pt>
                <c:pt idx="4336">
                  <c:v>2030-11-15</c:v>
                </c:pt>
                <c:pt idx="4337">
                  <c:v>2030-11-16</c:v>
                </c:pt>
                <c:pt idx="4338">
                  <c:v>2030-11-17</c:v>
                </c:pt>
                <c:pt idx="4339">
                  <c:v>2030-11-18</c:v>
                </c:pt>
                <c:pt idx="4340">
                  <c:v>2030-11-19</c:v>
                </c:pt>
                <c:pt idx="4341">
                  <c:v>2030-11-20</c:v>
                </c:pt>
                <c:pt idx="4342">
                  <c:v>2030-11-21</c:v>
                </c:pt>
                <c:pt idx="4343">
                  <c:v>2030-11-22</c:v>
                </c:pt>
                <c:pt idx="4344">
                  <c:v>2030-11-23</c:v>
                </c:pt>
                <c:pt idx="4345">
                  <c:v>2030-11-24</c:v>
                </c:pt>
                <c:pt idx="4346">
                  <c:v>2030-11-25</c:v>
                </c:pt>
                <c:pt idx="4347">
                  <c:v>2030-11-26</c:v>
                </c:pt>
                <c:pt idx="4348">
                  <c:v>2030-11-27</c:v>
                </c:pt>
                <c:pt idx="4349">
                  <c:v>2030-11-28</c:v>
                </c:pt>
                <c:pt idx="4350">
                  <c:v>2030-11-29</c:v>
                </c:pt>
                <c:pt idx="4351">
                  <c:v>2030-11-30</c:v>
                </c:pt>
                <c:pt idx="4352">
                  <c:v>2030-12-01</c:v>
                </c:pt>
                <c:pt idx="4353">
                  <c:v>2030-12-02</c:v>
                </c:pt>
                <c:pt idx="4354">
                  <c:v>2030-12-03</c:v>
                </c:pt>
                <c:pt idx="4355">
                  <c:v>2030-12-04</c:v>
                </c:pt>
                <c:pt idx="4356">
                  <c:v>2030-12-05</c:v>
                </c:pt>
                <c:pt idx="4357">
                  <c:v>2030-12-06</c:v>
                </c:pt>
                <c:pt idx="4358">
                  <c:v>2030-12-07</c:v>
                </c:pt>
                <c:pt idx="4359">
                  <c:v>2030-12-08</c:v>
                </c:pt>
                <c:pt idx="4360">
                  <c:v>2030-12-09</c:v>
                </c:pt>
                <c:pt idx="4361">
                  <c:v>2030-12-10</c:v>
                </c:pt>
                <c:pt idx="4362">
                  <c:v>2030-12-11</c:v>
                </c:pt>
                <c:pt idx="4363">
                  <c:v>2030-12-12</c:v>
                </c:pt>
                <c:pt idx="4364">
                  <c:v>2030-12-13</c:v>
                </c:pt>
                <c:pt idx="4365">
                  <c:v>2030-12-14</c:v>
                </c:pt>
                <c:pt idx="4366">
                  <c:v>2030-12-15</c:v>
                </c:pt>
                <c:pt idx="4367">
                  <c:v>2030-12-16</c:v>
                </c:pt>
                <c:pt idx="4368">
                  <c:v>2030-12-17</c:v>
                </c:pt>
                <c:pt idx="4369">
                  <c:v>2030-12-18</c:v>
                </c:pt>
                <c:pt idx="4370">
                  <c:v>2030-12-19</c:v>
                </c:pt>
                <c:pt idx="4371">
                  <c:v>2030-12-20</c:v>
                </c:pt>
                <c:pt idx="4372">
                  <c:v>2030-12-21</c:v>
                </c:pt>
                <c:pt idx="4373">
                  <c:v>2030-12-22</c:v>
                </c:pt>
                <c:pt idx="4374">
                  <c:v>2030-12-23</c:v>
                </c:pt>
                <c:pt idx="4375">
                  <c:v>2030-12-24</c:v>
                </c:pt>
                <c:pt idx="4376">
                  <c:v>2030-12-25</c:v>
                </c:pt>
                <c:pt idx="4377">
                  <c:v>2030-12-26</c:v>
                </c:pt>
                <c:pt idx="4378">
                  <c:v>2030-12-27</c:v>
                </c:pt>
                <c:pt idx="4379">
                  <c:v>2030-12-28</c:v>
                </c:pt>
                <c:pt idx="4380">
                  <c:v>2030-12-29</c:v>
                </c:pt>
                <c:pt idx="4381">
                  <c:v>2030-12-30</c:v>
                </c:pt>
                <c:pt idx="4382">
                  <c:v>2030-12-31</c:v>
                </c:pt>
                <c:pt idx="4383">
                  <c:v>2031-01-01</c:v>
                </c:pt>
                <c:pt idx="4384">
                  <c:v>2031-01-02</c:v>
                </c:pt>
                <c:pt idx="4385">
                  <c:v>2031-01-03</c:v>
                </c:pt>
                <c:pt idx="4386">
                  <c:v>2031-01-04</c:v>
                </c:pt>
                <c:pt idx="4387">
                  <c:v>2031-01-05</c:v>
                </c:pt>
                <c:pt idx="4388">
                  <c:v>2031-01-06</c:v>
                </c:pt>
                <c:pt idx="4389">
                  <c:v>2031-01-07</c:v>
                </c:pt>
                <c:pt idx="4390">
                  <c:v>2031-01-08</c:v>
                </c:pt>
                <c:pt idx="4391">
                  <c:v>2031-01-09</c:v>
                </c:pt>
                <c:pt idx="4392">
                  <c:v>2031-01-10</c:v>
                </c:pt>
                <c:pt idx="4393">
                  <c:v>2031-01-11</c:v>
                </c:pt>
                <c:pt idx="4394">
                  <c:v>2031-01-12</c:v>
                </c:pt>
                <c:pt idx="4395">
                  <c:v>2031-01-13</c:v>
                </c:pt>
                <c:pt idx="4396">
                  <c:v>2031-01-14</c:v>
                </c:pt>
                <c:pt idx="4397">
                  <c:v>2031-01-15</c:v>
                </c:pt>
                <c:pt idx="4398">
                  <c:v>2031-01-16</c:v>
                </c:pt>
                <c:pt idx="4399">
                  <c:v>2031-01-17</c:v>
                </c:pt>
                <c:pt idx="4400">
                  <c:v>2031-01-18</c:v>
                </c:pt>
                <c:pt idx="4401">
                  <c:v>2031-01-19</c:v>
                </c:pt>
                <c:pt idx="4402">
                  <c:v>2031-01-20</c:v>
                </c:pt>
                <c:pt idx="4403">
                  <c:v>2031-01-21</c:v>
                </c:pt>
                <c:pt idx="4404">
                  <c:v>2031-01-22</c:v>
                </c:pt>
                <c:pt idx="4405">
                  <c:v>2031-01-23</c:v>
                </c:pt>
                <c:pt idx="4406">
                  <c:v>2031-01-24</c:v>
                </c:pt>
                <c:pt idx="4407">
                  <c:v>2031-01-25</c:v>
                </c:pt>
                <c:pt idx="4408">
                  <c:v>2031-01-26</c:v>
                </c:pt>
                <c:pt idx="4409">
                  <c:v>2031-01-27</c:v>
                </c:pt>
                <c:pt idx="4410">
                  <c:v>2031-01-28</c:v>
                </c:pt>
                <c:pt idx="4411">
                  <c:v>2031-01-29</c:v>
                </c:pt>
                <c:pt idx="4412">
                  <c:v>2031-01-30</c:v>
                </c:pt>
                <c:pt idx="4413">
                  <c:v>2031-01-31</c:v>
                </c:pt>
                <c:pt idx="4414">
                  <c:v>2031-02-01</c:v>
                </c:pt>
                <c:pt idx="4415">
                  <c:v>2031-02-02</c:v>
                </c:pt>
                <c:pt idx="4416">
                  <c:v>2031-02-03</c:v>
                </c:pt>
                <c:pt idx="4417">
                  <c:v>2031-02-04</c:v>
                </c:pt>
                <c:pt idx="4418">
                  <c:v>2031-02-05</c:v>
                </c:pt>
                <c:pt idx="4419">
                  <c:v>2031-02-06</c:v>
                </c:pt>
                <c:pt idx="4420">
                  <c:v>2031-02-07</c:v>
                </c:pt>
                <c:pt idx="4421">
                  <c:v>2031-02-08</c:v>
                </c:pt>
                <c:pt idx="4422">
                  <c:v>2031-02-09</c:v>
                </c:pt>
                <c:pt idx="4423">
                  <c:v>2031-02-10</c:v>
                </c:pt>
                <c:pt idx="4424">
                  <c:v>2031-02-11</c:v>
                </c:pt>
                <c:pt idx="4425">
                  <c:v>2031-02-12</c:v>
                </c:pt>
                <c:pt idx="4426">
                  <c:v>2031-02-13</c:v>
                </c:pt>
                <c:pt idx="4427">
                  <c:v>2031-02-14</c:v>
                </c:pt>
                <c:pt idx="4428">
                  <c:v>2031-02-15</c:v>
                </c:pt>
                <c:pt idx="4429">
                  <c:v>2031-02-16</c:v>
                </c:pt>
                <c:pt idx="4430">
                  <c:v>2031-02-17</c:v>
                </c:pt>
                <c:pt idx="4431">
                  <c:v>2031-02-18</c:v>
                </c:pt>
                <c:pt idx="4432">
                  <c:v>2031-02-19</c:v>
                </c:pt>
                <c:pt idx="4433">
                  <c:v>2031-02-20</c:v>
                </c:pt>
                <c:pt idx="4434">
                  <c:v>2031-02-21</c:v>
                </c:pt>
                <c:pt idx="4435">
                  <c:v>2031-02-22</c:v>
                </c:pt>
                <c:pt idx="4436">
                  <c:v>2031-02-23</c:v>
                </c:pt>
                <c:pt idx="4437">
                  <c:v>2031-02-24</c:v>
                </c:pt>
                <c:pt idx="4438">
                  <c:v>2031-02-25</c:v>
                </c:pt>
                <c:pt idx="4439">
                  <c:v>2031-02-26</c:v>
                </c:pt>
                <c:pt idx="4440">
                  <c:v>2031-02-27</c:v>
                </c:pt>
                <c:pt idx="4441">
                  <c:v>2031-02-28</c:v>
                </c:pt>
                <c:pt idx="4442">
                  <c:v>2031-03-01</c:v>
                </c:pt>
                <c:pt idx="4443">
                  <c:v>2031-03-02</c:v>
                </c:pt>
                <c:pt idx="4444">
                  <c:v>2031-03-03</c:v>
                </c:pt>
                <c:pt idx="4445">
                  <c:v>2031-03-04</c:v>
                </c:pt>
                <c:pt idx="4446">
                  <c:v>2031-03-05</c:v>
                </c:pt>
                <c:pt idx="4447">
                  <c:v>2031-03-06</c:v>
                </c:pt>
                <c:pt idx="4448">
                  <c:v>2031-03-07</c:v>
                </c:pt>
                <c:pt idx="4449">
                  <c:v>2031-03-08</c:v>
                </c:pt>
                <c:pt idx="4450">
                  <c:v>2031-03-09</c:v>
                </c:pt>
                <c:pt idx="4451">
                  <c:v>2031-03-10</c:v>
                </c:pt>
                <c:pt idx="4452">
                  <c:v>2031-03-11</c:v>
                </c:pt>
                <c:pt idx="4453">
                  <c:v>2031-03-12</c:v>
                </c:pt>
                <c:pt idx="4454">
                  <c:v>2031-03-13</c:v>
                </c:pt>
                <c:pt idx="4455">
                  <c:v>2031-03-14</c:v>
                </c:pt>
                <c:pt idx="4456">
                  <c:v>2031-03-15</c:v>
                </c:pt>
                <c:pt idx="4457">
                  <c:v>2031-03-16</c:v>
                </c:pt>
                <c:pt idx="4458">
                  <c:v>2031-03-17</c:v>
                </c:pt>
                <c:pt idx="4459">
                  <c:v>2031-03-18</c:v>
                </c:pt>
                <c:pt idx="4460">
                  <c:v>2031-03-19</c:v>
                </c:pt>
                <c:pt idx="4461">
                  <c:v>2031-03-20</c:v>
                </c:pt>
                <c:pt idx="4462">
                  <c:v>2031-03-21</c:v>
                </c:pt>
                <c:pt idx="4463">
                  <c:v>2031-03-22</c:v>
                </c:pt>
                <c:pt idx="4464">
                  <c:v>2031-03-23</c:v>
                </c:pt>
                <c:pt idx="4465">
                  <c:v>2031-03-24</c:v>
                </c:pt>
                <c:pt idx="4466">
                  <c:v>2031-03-25</c:v>
                </c:pt>
                <c:pt idx="4467">
                  <c:v>2031-03-26</c:v>
                </c:pt>
                <c:pt idx="4468">
                  <c:v>2031-03-27</c:v>
                </c:pt>
                <c:pt idx="4469">
                  <c:v>2031-03-28</c:v>
                </c:pt>
                <c:pt idx="4470">
                  <c:v>2031-03-29</c:v>
                </c:pt>
                <c:pt idx="4471">
                  <c:v>2031-03-30</c:v>
                </c:pt>
                <c:pt idx="4472">
                  <c:v>2031-03-31</c:v>
                </c:pt>
                <c:pt idx="4473">
                  <c:v>2031-04-01</c:v>
                </c:pt>
                <c:pt idx="4474">
                  <c:v>2031-04-02</c:v>
                </c:pt>
                <c:pt idx="4475">
                  <c:v>2031-04-03</c:v>
                </c:pt>
                <c:pt idx="4476">
                  <c:v>2031-04-04</c:v>
                </c:pt>
                <c:pt idx="4477">
                  <c:v>2031-04-05</c:v>
                </c:pt>
                <c:pt idx="4478">
                  <c:v>2031-04-06</c:v>
                </c:pt>
                <c:pt idx="4479">
                  <c:v>2031-04-07</c:v>
                </c:pt>
                <c:pt idx="4480">
                  <c:v>2031-04-08</c:v>
                </c:pt>
                <c:pt idx="4481">
                  <c:v>2031-04-09</c:v>
                </c:pt>
                <c:pt idx="4482">
                  <c:v>2031-04-10</c:v>
                </c:pt>
                <c:pt idx="4483">
                  <c:v>2031-04-11</c:v>
                </c:pt>
                <c:pt idx="4484">
                  <c:v>2031-04-12</c:v>
                </c:pt>
                <c:pt idx="4485">
                  <c:v>2031-04-13</c:v>
                </c:pt>
                <c:pt idx="4486">
                  <c:v>2031-04-14</c:v>
                </c:pt>
                <c:pt idx="4487">
                  <c:v>2031-04-15</c:v>
                </c:pt>
                <c:pt idx="4488">
                  <c:v>2031-04-16</c:v>
                </c:pt>
                <c:pt idx="4489">
                  <c:v>2031-04-17</c:v>
                </c:pt>
                <c:pt idx="4490">
                  <c:v>2031-04-18</c:v>
                </c:pt>
                <c:pt idx="4491">
                  <c:v>2031-04-19</c:v>
                </c:pt>
                <c:pt idx="4492">
                  <c:v>2031-04-20</c:v>
                </c:pt>
                <c:pt idx="4493">
                  <c:v>2031-04-21</c:v>
                </c:pt>
                <c:pt idx="4494">
                  <c:v>2031-04-22</c:v>
                </c:pt>
                <c:pt idx="4495">
                  <c:v>2031-04-23</c:v>
                </c:pt>
                <c:pt idx="4496">
                  <c:v>2031-04-24</c:v>
                </c:pt>
                <c:pt idx="4497">
                  <c:v>2031-04-25</c:v>
                </c:pt>
                <c:pt idx="4498">
                  <c:v>2031-04-26</c:v>
                </c:pt>
                <c:pt idx="4499">
                  <c:v>2031-04-27</c:v>
                </c:pt>
                <c:pt idx="4500">
                  <c:v>2031-04-28</c:v>
                </c:pt>
                <c:pt idx="4501">
                  <c:v>2031-04-29</c:v>
                </c:pt>
                <c:pt idx="4502">
                  <c:v>2031-04-30</c:v>
                </c:pt>
                <c:pt idx="4503">
                  <c:v>2031-05-01</c:v>
                </c:pt>
                <c:pt idx="4504">
                  <c:v>2031-05-02</c:v>
                </c:pt>
                <c:pt idx="4505">
                  <c:v>2031-05-03</c:v>
                </c:pt>
                <c:pt idx="4506">
                  <c:v>2031-05-04</c:v>
                </c:pt>
                <c:pt idx="4507">
                  <c:v>2031-05-05</c:v>
                </c:pt>
                <c:pt idx="4508">
                  <c:v>2031-05-06</c:v>
                </c:pt>
                <c:pt idx="4509">
                  <c:v>2031-05-07</c:v>
                </c:pt>
                <c:pt idx="4510">
                  <c:v>2031-05-08</c:v>
                </c:pt>
                <c:pt idx="4511">
                  <c:v>2031-05-09</c:v>
                </c:pt>
                <c:pt idx="4512">
                  <c:v>2031-05-10</c:v>
                </c:pt>
                <c:pt idx="4513">
                  <c:v>2031-05-11</c:v>
                </c:pt>
                <c:pt idx="4514">
                  <c:v>2031-05-12</c:v>
                </c:pt>
                <c:pt idx="4515">
                  <c:v>2031-05-13</c:v>
                </c:pt>
                <c:pt idx="4516">
                  <c:v>2031-05-14</c:v>
                </c:pt>
                <c:pt idx="4517">
                  <c:v>2031-05-15</c:v>
                </c:pt>
                <c:pt idx="4518">
                  <c:v>2031-05-16</c:v>
                </c:pt>
                <c:pt idx="4519">
                  <c:v>2031-05-17</c:v>
                </c:pt>
                <c:pt idx="4520">
                  <c:v>2031-05-18</c:v>
                </c:pt>
                <c:pt idx="4521">
                  <c:v>2031-05-19</c:v>
                </c:pt>
                <c:pt idx="4522">
                  <c:v>2031-05-20</c:v>
                </c:pt>
                <c:pt idx="4523">
                  <c:v>2031-05-21</c:v>
                </c:pt>
                <c:pt idx="4524">
                  <c:v>2031-05-22</c:v>
                </c:pt>
                <c:pt idx="4525">
                  <c:v>2031-05-23</c:v>
                </c:pt>
                <c:pt idx="4526">
                  <c:v>2031-05-24</c:v>
                </c:pt>
                <c:pt idx="4527">
                  <c:v>2031-05-25</c:v>
                </c:pt>
                <c:pt idx="4528">
                  <c:v>2031-05-26</c:v>
                </c:pt>
                <c:pt idx="4529">
                  <c:v>2031-05-27</c:v>
                </c:pt>
                <c:pt idx="4530">
                  <c:v>2031-05-28</c:v>
                </c:pt>
                <c:pt idx="4531">
                  <c:v>2031-05-29</c:v>
                </c:pt>
                <c:pt idx="4532">
                  <c:v>2031-05-30</c:v>
                </c:pt>
                <c:pt idx="4533">
                  <c:v>2031-05-31</c:v>
                </c:pt>
                <c:pt idx="4534">
                  <c:v>2031-06-01</c:v>
                </c:pt>
                <c:pt idx="4535">
                  <c:v>2031-06-02</c:v>
                </c:pt>
                <c:pt idx="4536">
                  <c:v>2031-06-03</c:v>
                </c:pt>
                <c:pt idx="4537">
                  <c:v>2031-06-04</c:v>
                </c:pt>
                <c:pt idx="4538">
                  <c:v>2031-06-05</c:v>
                </c:pt>
                <c:pt idx="4539">
                  <c:v>2031-06-06</c:v>
                </c:pt>
                <c:pt idx="4540">
                  <c:v>2031-06-07</c:v>
                </c:pt>
                <c:pt idx="4541">
                  <c:v>2031-06-08</c:v>
                </c:pt>
                <c:pt idx="4542">
                  <c:v>2031-06-09</c:v>
                </c:pt>
                <c:pt idx="4543">
                  <c:v>2031-06-10</c:v>
                </c:pt>
                <c:pt idx="4544">
                  <c:v>2031-06-11</c:v>
                </c:pt>
                <c:pt idx="4545">
                  <c:v>2031-06-12</c:v>
                </c:pt>
                <c:pt idx="4546">
                  <c:v>2031-06-13</c:v>
                </c:pt>
                <c:pt idx="4547">
                  <c:v>2031-06-14</c:v>
                </c:pt>
                <c:pt idx="4548">
                  <c:v>2031-06-15</c:v>
                </c:pt>
                <c:pt idx="4549">
                  <c:v>2031-06-16</c:v>
                </c:pt>
                <c:pt idx="4550">
                  <c:v>2031-06-17</c:v>
                </c:pt>
                <c:pt idx="4551">
                  <c:v>2031-06-18</c:v>
                </c:pt>
                <c:pt idx="4552">
                  <c:v>2031-06-19</c:v>
                </c:pt>
                <c:pt idx="4553">
                  <c:v>2031-06-20</c:v>
                </c:pt>
                <c:pt idx="4554">
                  <c:v>2031-06-21</c:v>
                </c:pt>
                <c:pt idx="4555">
                  <c:v>2031-06-22</c:v>
                </c:pt>
                <c:pt idx="4556">
                  <c:v>2031-06-23</c:v>
                </c:pt>
                <c:pt idx="4557">
                  <c:v>2031-06-24</c:v>
                </c:pt>
                <c:pt idx="4558">
                  <c:v>2031-06-25</c:v>
                </c:pt>
                <c:pt idx="4559">
                  <c:v>2031-06-26</c:v>
                </c:pt>
                <c:pt idx="4560">
                  <c:v>2031-06-27</c:v>
                </c:pt>
                <c:pt idx="4561">
                  <c:v>2031-06-28</c:v>
                </c:pt>
                <c:pt idx="4562">
                  <c:v>2031-06-29</c:v>
                </c:pt>
                <c:pt idx="4563">
                  <c:v>2031-06-30</c:v>
                </c:pt>
                <c:pt idx="4564">
                  <c:v>2031-07-01</c:v>
                </c:pt>
                <c:pt idx="4565">
                  <c:v>2031-07-02</c:v>
                </c:pt>
                <c:pt idx="4566">
                  <c:v>2031-07-03</c:v>
                </c:pt>
                <c:pt idx="4567">
                  <c:v>2031-07-04</c:v>
                </c:pt>
                <c:pt idx="4568">
                  <c:v>2031-07-05</c:v>
                </c:pt>
                <c:pt idx="4569">
                  <c:v>2031-07-06</c:v>
                </c:pt>
                <c:pt idx="4570">
                  <c:v>2031-07-07</c:v>
                </c:pt>
                <c:pt idx="4571">
                  <c:v>2031-07-08</c:v>
                </c:pt>
                <c:pt idx="4572">
                  <c:v>2031-07-09</c:v>
                </c:pt>
                <c:pt idx="4573">
                  <c:v>2031-07-10</c:v>
                </c:pt>
                <c:pt idx="4574">
                  <c:v>2031-07-11</c:v>
                </c:pt>
                <c:pt idx="4575">
                  <c:v>2031-07-12</c:v>
                </c:pt>
                <c:pt idx="4576">
                  <c:v>2031-07-13</c:v>
                </c:pt>
                <c:pt idx="4577">
                  <c:v>2031-07-14</c:v>
                </c:pt>
                <c:pt idx="4578">
                  <c:v>2031-07-15</c:v>
                </c:pt>
                <c:pt idx="4579">
                  <c:v>2031-07-16</c:v>
                </c:pt>
                <c:pt idx="4580">
                  <c:v>2031-07-17</c:v>
                </c:pt>
                <c:pt idx="4581">
                  <c:v>2031-07-18</c:v>
                </c:pt>
                <c:pt idx="4582">
                  <c:v>2031-07-19</c:v>
                </c:pt>
                <c:pt idx="4583">
                  <c:v>2031-07-20</c:v>
                </c:pt>
                <c:pt idx="4584">
                  <c:v>2031-07-21</c:v>
                </c:pt>
                <c:pt idx="4585">
                  <c:v>2031-07-22</c:v>
                </c:pt>
                <c:pt idx="4586">
                  <c:v>2031-07-23</c:v>
                </c:pt>
                <c:pt idx="4587">
                  <c:v>2031-07-24</c:v>
                </c:pt>
                <c:pt idx="4588">
                  <c:v>2031-07-25</c:v>
                </c:pt>
                <c:pt idx="4589">
                  <c:v>2031-07-26</c:v>
                </c:pt>
                <c:pt idx="4590">
                  <c:v>2031-07-27</c:v>
                </c:pt>
                <c:pt idx="4591">
                  <c:v>2031-07-28</c:v>
                </c:pt>
                <c:pt idx="4592">
                  <c:v>2031-07-29</c:v>
                </c:pt>
                <c:pt idx="4593">
                  <c:v>2031-07-30</c:v>
                </c:pt>
                <c:pt idx="4594">
                  <c:v>2031-07-31</c:v>
                </c:pt>
                <c:pt idx="4595">
                  <c:v>2031-08-01</c:v>
                </c:pt>
                <c:pt idx="4596">
                  <c:v>2031-08-02</c:v>
                </c:pt>
                <c:pt idx="4597">
                  <c:v>2031-08-03</c:v>
                </c:pt>
                <c:pt idx="4598">
                  <c:v>2031-08-04</c:v>
                </c:pt>
                <c:pt idx="4599">
                  <c:v>2031-08-05</c:v>
                </c:pt>
                <c:pt idx="4600">
                  <c:v>2031-08-06</c:v>
                </c:pt>
                <c:pt idx="4601">
                  <c:v>2031-08-07</c:v>
                </c:pt>
                <c:pt idx="4602">
                  <c:v>2031-08-08</c:v>
                </c:pt>
                <c:pt idx="4603">
                  <c:v>2031-08-09</c:v>
                </c:pt>
                <c:pt idx="4604">
                  <c:v>2031-08-10</c:v>
                </c:pt>
                <c:pt idx="4605">
                  <c:v>2031-08-11</c:v>
                </c:pt>
                <c:pt idx="4606">
                  <c:v>2031-08-12</c:v>
                </c:pt>
                <c:pt idx="4607">
                  <c:v>2031-08-13</c:v>
                </c:pt>
                <c:pt idx="4608">
                  <c:v>2031-08-14</c:v>
                </c:pt>
                <c:pt idx="4609">
                  <c:v>2031-08-15</c:v>
                </c:pt>
                <c:pt idx="4610">
                  <c:v>2031-08-16</c:v>
                </c:pt>
                <c:pt idx="4611">
                  <c:v>2031-08-17</c:v>
                </c:pt>
                <c:pt idx="4612">
                  <c:v>2031-08-18</c:v>
                </c:pt>
                <c:pt idx="4613">
                  <c:v>2031-08-19</c:v>
                </c:pt>
                <c:pt idx="4614">
                  <c:v>2031-08-20</c:v>
                </c:pt>
                <c:pt idx="4615">
                  <c:v>2031-08-21</c:v>
                </c:pt>
                <c:pt idx="4616">
                  <c:v>2031-08-22</c:v>
                </c:pt>
                <c:pt idx="4617">
                  <c:v>2031-08-23</c:v>
                </c:pt>
                <c:pt idx="4618">
                  <c:v>2031-08-24</c:v>
                </c:pt>
                <c:pt idx="4619">
                  <c:v>2031-08-25</c:v>
                </c:pt>
                <c:pt idx="4620">
                  <c:v>2031-08-26</c:v>
                </c:pt>
                <c:pt idx="4621">
                  <c:v>2031-08-27</c:v>
                </c:pt>
                <c:pt idx="4622">
                  <c:v>2031-08-28</c:v>
                </c:pt>
                <c:pt idx="4623">
                  <c:v>2031-08-29</c:v>
                </c:pt>
                <c:pt idx="4624">
                  <c:v>2031-08-30</c:v>
                </c:pt>
                <c:pt idx="4625">
                  <c:v>2031-08-31</c:v>
                </c:pt>
                <c:pt idx="4626">
                  <c:v>2031-09-01</c:v>
                </c:pt>
                <c:pt idx="4627">
                  <c:v>2031-09-02</c:v>
                </c:pt>
                <c:pt idx="4628">
                  <c:v>2031-09-03</c:v>
                </c:pt>
                <c:pt idx="4629">
                  <c:v>2031-09-04</c:v>
                </c:pt>
                <c:pt idx="4630">
                  <c:v>2031-09-05</c:v>
                </c:pt>
                <c:pt idx="4631">
                  <c:v>2031-09-06</c:v>
                </c:pt>
                <c:pt idx="4632">
                  <c:v>2031-09-07</c:v>
                </c:pt>
                <c:pt idx="4633">
                  <c:v>2031-09-08</c:v>
                </c:pt>
                <c:pt idx="4634">
                  <c:v>2031-09-09</c:v>
                </c:pt>
                <c:pt idx="4635">
                  <c:v>2031-09-10</c:v>
                </c:pt>
                <c:pt idx="4636">
                  <c:v>2031-09-11</c:v>
                </c:pt>
                <c:pt idx="4637">
                  <c:v>2031-09-12</c:v>
                </c:pt>
                <c:pt idx="4638">
                  <c:v>2031-09-13</c:v>
                </c:pt>
                <c:pt idx="4639">
                  <c:v>2031-09-14</c:v>
                </c:pt>
                <c:pt idx="4640">
                  <c:v>2031-09-15</c:v>
                </c:pt>
                <c:pt idx="4641">
                  <c:v>2031-09-16</c:v>
                </c:pt>
                <c:pt idx="4642">
                  <c:v>2031-09-17</c:v>
                </c:pt>
                <c:pt idx="4643">
                  <c:v>2031-09-18</c:v>
                </c:pt>
                <c:pt idx="4644">
                  <c:v>2031-09-19</c:v>
                </c:pt>
                <c:pt idx="4645">
                  <c:v>2031-09-20</c:v>
                </c:pt>
                <c:pt idx="4646">
                  <c:v>2031-09-21</c:v>
                </c:pt>
                <c:pt idx="4647">
                  <c:v>2031-09-22</c:v>
                </c:pt>
                <c:pt idx="4648">
                  <c:v>2031-09-23</c:v>
                </c:pt>
                <c:pt idx="4649">
                  <c:v>2031-09-24</c:v>
                </c:pt>
                <c:pt idx="4650">
                  <c:v>2031-09-25</c:v>
                </c:pt>
                <c:pt idx="4651">
                  <c:v>2031-09-26</c:v>
                </c:pt>
                <c:pt idx="4652">
                  <c:v>2031-09-27</c:v>
                </c:pt>
                <c:pt idx="4653">
                  <c:v>2031-09-28</c:v>
                </c:pt>
                <c:pt idx="4654">
                  <c:v>2031-09-29</c:v>
                </c:pt>
                <c:pt idx="4655">
                  <c:v>2031-09-30</c:v>
                </c:pt>
                <c:pt idx="4656">
                  <c:v>2031-10-01</c:v>
                </c:pt>
                <c:pt idx="4657">
                  <c:v>2031-10-02</c:v>
                </c:pt>
                <c:pt idx="4658">
                  <c:v>2031-10-03</c:v>
                </c:pt>
                <c:pt idx="4659">
                  <c:v>2031-10-04</c:v>
                </c:pt>
                <c:pt idx="4660">
                  <c:v>2031-10-05</c:v>
                </c:pt>
                <c:pt idx="4661">
                  <c:v>2031-10-06</c:v>
                </c:pt>
                <c:pt idx="4662">
                  <c:v>2031-10-07</c:v>
                </c:pt>
                <c:pt idx="4663">
                  <c:v>2031-10-08</c:v>
                </c:pt>
                <c:pt idx="4664">
                  <c:v>2031-10-09</c:v>
                </c:pt>
                <c:pt idx="4665">
                  <c:v>2031-10-10</c:v>
                </c:pt>
                <c:pt idx="4666">
                  <c:v>2031-10-11</c:v>
                </c:pt>
                <c:pt idx="4667">
                  <c:v>2031-10-12</c:v>
                </c:pt>
                <c:pt idx="4668">
                  <c:v>2031-10-13</c:v>
                </c:pt>
                <c:pt idx="4669">
                  <c:v>2031-10-14</c:v>
                </c:pt>
                <c:pt idx="4670">
                  <c:v>2031-10-15</c:v>
                </c:pt>
                <c:pt idx="4671">
                  <c:v>2031-10-16</c:v>
                </c:pt>
                <c:pt idx="4672">
                  <c:v>2031-10-17</c:v>
                </c:pt>
                <c:pt idx="4673">
                  <c:v>2031-10-18</c:v>
                </c:pt>
                <c:pt idx="4674">
                  <c:v>2031-10-19</c:v>
                </c:pt>
                <c:pt idx="4675">
                  <c:v>2031-10-20</c:v>
                </c:pt>
                <c:pt idx="4676">
                  <c:v>2031-10-21</c:v>
                </c:pt>
                <c:pt idx="4677">
                  <c:v>2031-10-22</c:v>
                </c:pt>
                <c:pt idx="4678">
                  <c:v>2031-10-23</c:v>
                </c:pt>
                <c:pt idx="4679">
                  <c:v>2031-10-24</c:v>
                </c:pt>
                <c:pt idx="4680">
                  <c:v>2031-10-25</c:v>
                </c:pt>
                <c:pt idx="4681">
                  <c:v>2031-10-26</c:v>
                </c:pt>
                <c:pt idx="4682">
                  <c:v>2031-10-27</c:v>
                </c:pt>
                <c:pt idx="4683">
                  <c:v>2031-10-28</c:v>
                </c:pt>
                <c:pt idx="4684">
                  <c:v>2031-10-29</c:v>
                </c:pt>
                <c:pt idx="4685">
                  <c:v>2031-10-30</c:v>
                </c:pt>
                <c:pt idx="4686">
                  <c:v>2031-10-31</c:v>
                </c:pt>
                <c:pt idx="4687">
                  <c:v>2031-11-01</c:v>
                </c:pt>
                <c:pt idx="4688">
                  <c:v>2031-11-02</c:v>
                </c:pt>
                <c:pt idx="4689">
                  <c:v>2031-11-03</c:v>
                </c:pt>
                <c:pt idx="4690">
                  <c:v>2031-11-04</c:v>
                </c:pt>
                <c:pt idx="4691">
                  <c:v>2031-11-05</c:v>
                </c:pt>
                <c:pt idx="4692">
                  <c:v>2031-11-06</c:v>
                </c:pt>
                <c:pt idx="4693">
                  <c:v>2031-11-07</c:v>
                </c:pt>
                <c:pt idx="4694">
                  <c:v>2031-11-08</c:v>
                </c:pt>
                <c:pt idx="4695">
                  <c:v>2031-11-09</c:v>
                </c:pt>
                <c:pt idx="4696">
                  <c:v>2031-11-10</c:v>
                </c:pt>
                <c:pt idx="4697">
                  <c:v>2031-11-11</c:v>
                </c:pt>
                <c:pt idx="4698">
                  <c:v>2031-11-12</c:v>
                </c:pt>
                <c:pt idx="4699">
                  <c:v>2031-11-13</c:v>
                </c:pt>
                <c:pt idx="4700">
                  <c:v>2031-11-14</c:v>
                </c:pt>
                <c:pt idx="4701">
                  <c:v>2031-11-15</c:v>
                </c:pt>
                <c:pt idx="4702">
                  <c:v>2031-11-16</c:v>
                </c:pt>
                <c:pt idx="4703">
                  <c:v>2031-11-17</c:v>
                </c:pt>
                <c:pt idx="4704">
                  <c:v>2031-11-18</c:v>
                </c:pt>
                <c:pt idx="4705">
                  <c:v>2031-11-19</c:v>
                </c:pt>
                <c:pt idx="4706">
                  <c:v>2031-11-20</c:v>
                </c:pt>
                <c:pt idx="4707">
                  <c:v>2031-11-21</c:v>
                </c:pt>
                <c:pt idx="4708">
                  <c:v>2031-11-22</c:v>
                </c:pt>
                <c:pt idx="4709">
                  <c:v>2031-11-23</c:v>
                </c:pt>
                <c:pt idx="4710">
                  <c:v>2031-11-24</c:v>
                </c:pt>
                <c:pt idx="4711">
                  <c:v>2031-11-25</c:v>
                </c:pt>
                <c:pt idx="4712">
                  <c:v>2031-11-26</c:v>
                </c:pt>
                <c:pt idx="4713">
                  <c:v>2031-11-27</c:v>
                </c:pt>
                <c:pt idx="4714">
                  <c:v>2031-11-28</c:v>
                </c:pt>
                <c:pt idx="4715">
                  <c:v>2031-11-29</c:v>
                </c:pt>
                <c:pt idx="4716">
                  <c:v>2031-11-30</c:v>
                </c:pt>
                <c:pt idx="4717">
                  <c:v>2031-12-01</c:v>
                </c:pt>
                <c:pt idx="4718">
                  <c:v>2031-12-02</c:v>
                </c:pt>
                <c:pt idx="4719">
                  <c:v>2031-12-03</c:v>
                </c:pt>
                <c:pt idx="4720">
                  <c:v>2031-12-04</c:v>
                </c:pt>
                <c:pt idx="4721">
                  <c:v>2031-12-05</c:v>
                </c:pt>
                <c:pt idx="4722">
                  <c:v>2031-12-06</c:v>
                </c:pt>
                <c:pt idx="4723">
                  <c:v>2031-12-07</c:v>
                </c:pt>
                <c:pt idx="4724">
                  <c:v>2031-12-08</c:v>
                </c:pt>
                <c:pt idx="4725">
                  <c:v>2031-12-09</c:v>
                </c:pt>
                <c:pt idx="4726">
                  <c:v>2031-12-10</c:v>
                </c:pt>
                <c:pt idx="4727">
                  <c:v>2031-12-11</c:v>
                </c:pt>
                <c:pt idx="4728">
                  <c:v>2031-12-12</c:v>
                </c:pt>
                <c:pt idx="4729">
                  <c:v>2031-12-13</c:v>
                </c:pt>
                <c:pt idx="4730">
                  <c:v>2031-12-14</c:v>
                </c:pt>
                <c:pt idx="4731">
                  <c:v>2031-12-15</c:v>
                </c:pt>
                <c:pt idx="4732">
                  <c:v>2031-12-16</c:v>
                </c:pt>
                <c:pt idx="4733">
                  <c:v>2031-12-17</c:v>
                </c:pt>
                <c:pt idx="4734">
                  <c:v>2031-12-18</c:v>
                </c:pt>
                <c:pt idx="4735">
                  <c:v>2031-12-19</c:v>
                </c:pt>
                <c:pt idx="4736">
                  <c:v>2031-12-20</c:v>
                </c:pt>
                <c:pt idx="4737">
                  <c:v>2031-12-21</c:v>
                </c:pt>
                <c:pt idx="4738">
                  <c:v>2031-12-22</c:v>
                </c:pt>
                <c:pt idx="4739">
                  <c:v>2031-12-23</c:v>
                </c:pt>
                <c:pt idx="4740">
                  <c:v>2031-12-24</c:v>
                </c:pt>
                <c:pt idx="4741">
                  <c:v>2031-12-25</c:v>
                </c:pt>
                <c:pt idx="4742">
                  <c:v>2031-12-26</c:v>
                </c:pt>
                <c:pt idx="4743">
                  <c:v>2031-12-27</c:v>
                </c:pt>
                <c:pt idx="4744">
                  <c:v>2031-12-28</c:v>
                </c:pt>
                <c:pt idx="4745">
                  <c:v>2031-12-29</c:v>
                </c:pt>
                <c:pt idx="4746">
                  <c:v>2031-12-30</c:v>
                </c:pt>
                <c:pt idx="4747">
                  <c:v>2031-12-31</c:v>
                </c:pt>
                <c:pt idx="4748">
                  <c:v>2032-01-01</c:v>
                </c:pt>
                <c:pt idx="4749">
                  <c:v>2032-01-02</c:v>
                </c:pt>
                <c:pt idx="4750">
                  <c:v>2032-01-03</c:v>
                </c:pt>
                <c:pt idx="4751">
                  <c:v>2032-01-04</c:v>
                </c:pt>
                <c:pt idx="4752">
                  <c:v>2032-01-05</c:v>
                </c:pt>
                <c:pt idx="4753">
                  <c:v>2032-01-06</c:v>
                </c:pt>
                <c:pt idx="4754">
                  <c:v>2032-01-07</c:v>
                </c:pt>
                <c:pt idx="4755">
                  <c:v>2032-01-08</c:v>
                </c:pt>
                <c:pt idx="4756">
                  <c:v>2032-01-09</c:v>
                </c:pt>
                <c:pt idx="4757">
                  <c:v>2032-01-10</c:v>
                </c:pt>
                <c:pt idx="4758">
                  <c:v>2032-01-11</c:v>
                </c:pt>
                <c:pt idx="4759">
                  <c:v>2032-01-12</c:v>
                </c:pt>
                <c:pt idx="4760">
                  <c:v>2032-01-13</c:v>
                </c:pt>
                <c:pt idx="4761">
                  <c:v>2032-01-14</c:v>
                </c:pt>
                <c:pt idx="4762">
                  <c:v>2032-01-15</c:v>
                </c:pt>
                <c:pt idx="4763">
                  <c:v>2032-01-16</c:v>
                </c:pt>
                <c:pt idx="4764">
                  <c:v>2032-01-17</c:v>
                </c:pt>
                <c:pt idx="4765">
                  <c:v>2032-01-18</c:v>
                </c:pt>
                <c:pt idx="4766">
                  <c:v>2032-01-19</c:v>
                </c:pt>
                <c:pt idx="4767">
                  <c:v>2032-01-20</c:v>
                </c:pt>
                <c:pt idx="4768">
                  <c:v>2032-01-21</c:v>
                </c:pt>
                <c:pt idx="4769">
                  <c:v>2032-01-22</c:v>
                </c:pt>
                <c:pt idx="4770">
                  <c:v>2032-01-23</c:v>
                </c:pt>
                <c:pt idx="4771">
                  <c:v>2032-01-24</c:v>
                </c:pt>
                <c:pt idx="4772">
                  <c:v>2032-01-25</c:v>
                </c:pt>
                <c:pt idx="4773">
                  <c:v>2032-01-26</c:v>
                </c:pt>
                <c:pt idx="4774">
                  <c:v>2032-01-27</c:v>
                </c:pt>
                <c:pt idx="4775">
                  <c:v>2032-01-28</c:v>
                </c:pt>
                <c:pt idx="4776">
                  <c:v>2032-01-29</c:v>
                </c:pt>
                <c:pt idx="4777">
                  <c:v>2032-01-30</c:v>
                </c:pt>
                <c:pt idx="4778">
                  <c:v>2032-01-31</c:v>
                </c:pt>
                <c:pt idx="4779">
                  <c:v>2032-02-01</c:v>
                </c:pt>
                <c:pt idx="4780">
                  <c:v>2032-02-02</c:v>
                </c:pt>
                <c:pt idx="4781">
                  <c:v>2032-02-03</c:v>
                </c:pt>
                <c:pt idx="4782">
                  <c:v>2032-02-04</c:v>
                </c:pt>
                <c:pt idx="4783">
                  <c:v>2032-02-05</c:v>
                </c:pt>
                <c:pt idx="4784">
                  <c:v>2032-02-06</c:v>
                </c:pt>
                <c:pt idx="4785">
                  <c:v>2032-02-07</c:v>
                </c:pt>
                <c:pt idx="4786">
                  <c:v>2032-02-08</c:v>
                </c:pt>
                <c:pt idx="4787">
                  <c:v>2032-02-09</c:v>
                </c:pt>
                <c:pt idx="4788">
                  <c:v>2032-02-10</c:v>
                </c:pt>
                <c:pt idx="4789">
                  <c:v>2032-02-11</c:v>
                </c:pt>
                <c:pt idx="4790">
                  <c:v>2032-02-12</c:v>
                </c:pt>
                <c:pt idx="4791">
                  <c:v>2032-02-13</c:v>
                </c:pt>
                <c:pt idx="4792">
                  <c:v>2032-02-14</c:v>
                </c:pt>
                <c:pt idx="4793">
                  <c:v>2032-02-15</c:v>
                </c:pt>
                <c:pt idx="4794">
                  <c:v>2032-02-16</c:v>
                </c:pt>
                <c:pt idx="4795">
                  <c:v>2032-02-17</c:v>
                </c:pt>
                <c:pt idx="4796">
                  <c:v>2032-02-18</c:v>
                </c:pt>
                <c:pt idx="4797">
                  <c:v>2032-02-19</c:v>
                </c:pt>
                <c:pt idx="4798">
                  <c:v>2032-02-20</c:v>
                </c:pt>
                <c:pt idx="4799">
                  <c:v>2032-02-21</c:v>
                </c:pt>
                <c:pt idx="4800">
                  <c:v>2032-02-22</c:v>
                </c:pt>
                <c:pt idx="4801">
                  <c:v>2032-02-23</c:v>
                </c:pt>
                <c:pt idx="4802">
                  <c:v>2032-02-24</c:v>
                </c:pt>
                <c:pt idx="4803">
                  <c:v>2032-02-25</c:v>
                </c:pt>
                <c:pt idx="4804">
                  <c:v>2032-02-26</c:v>
                </c:pt>
                <c:pt idx="4805">
                  <c:v>2032-02-27</c:v>
                </c:pt>
                <c:pt idx="4806">
                  <c:v>2032-02-28</c:v>
                </c:pt>
                <c:pt idx="4807">
                  <c:v>2032-02-29</c:v>
                </c:pt>
                <c:pt idx="4808">
                  <c:v>2032-03-01</c:v>
                </c:pt>
                <c:pt idx="4809">
                  <c:v>2032-03-02</c:v>
                </c:pt>
                <c:pt idx="4810">
                  <c:v>2032-03-03</c:v>
                </c:pt>
                <c:pt idx="4811">
                  <c:v>2032-03-04</c:v>
                </c:pt>
                <c:pt idx="4812">
                  <c:v>2032-03-05</c:v>
                </c:pt>
                <c:pt idx="4813">
                  <c:v>2032-03-06</c:v>
                </c:pt>
                <c:pt idx="4814">
                  <c:v>2032-03-07</c:v>
                </c:pt>
                <c:pt idx="4815">
                  <c:v>2032-03-08</c:v>
                </c:pt>
                <c:pt idx="4816">
                  <c:v>2032-03-09</c:v>
                </c:pt>
                <c:pt idx="4817">
                  <c:v>2032-03-10</c:v>
                </c:pt>
                <c:pt idx="4818">
                  <c:v>2032-03-11</c:v>
                </c:pt>
                <c:pt idx="4819">
                  <c:v>2032-03-12</c:v>
                </c:pt>
                <c:pt idx="4820">
                  <c:v>2032-03-13</c:v>
                </c:pt>
                <c:pt idx="4821">
                  <c:v>2032-03-14</c:v>
                </c:pt>
                <c:pt idx="4822">
                  <c:v>2032-03-15</c:v>
                </c:pt>
                <c:pt idx="4823">
                  <c:v>2032-03-16</c:v>
                </c:pt>
                <c:pt idx="4824">
                  <c:v>2032-03-17</c:v>
                </c:pt>
                <c:pt idx="4825">
                  <c:v>2032-03-18</c:v>
                </c:pt>
                <c:pt idx="4826">
                  <c:v>2032-03-19</c:v>
                </c:pt>
                <c:pt idx="4827">
                  <c:v>2032-03-20</c:v>
                </c:pt>
                <c:pt idx="4828">
                  <c:v>2032-03-21</c:v>
                </c:pt>
                <c:pt idx="4829">
                  <c:v>2032-03-22</c:v>
                </c:pt>
                <c:pt idx="4830">
                  <c:v>2032-03-23</c:v>
                </c:pt>
                <c:pt idx="4831">
                  <c:v>2032-03-24</c:v>
                </c:pt>
                <c:pt idx="4832">
                  <c:v>2032-03-25</c:v>
                </c:pt>
                <c:pt idx="4833">
                  <c:v>2032-03-26</c:v>
                </c:pt>
                <c:pt idx="4834">
                  <c:v>2032-03-27</c:v>
                </c:pt>
                <c:pt idx="4835">
                  <c:v>2032-03-28</c:v>
                </c:pt>
                <c:pt idx="4836">
                  <c:v>2032-03-29</c:v>
                </c:pt>
                <c:pt idx="4837">
                  <c:v>2032-03-30</c:v>
                </c:pt>
                <c:pt idx="4838">
                  <c:v>2032-03-31</c:v>
                </c:pt>
                <c:pt idx="4839">
                  <c:v>2032-04-01</c:v>
                </c:pt>
                <c:pt idx="4840">
                  <c:v>2032-04-02</c:v>
                </c:pt>
                <c:pt idx="4841">
                  <c:v>2032-04-03</c:v>
                </c:pt>
                <c:pt idx="4842">
                  <c:v>2032-04-04</c:v>
                </c:pt>
                <c:pt idx="4843">
                  <c:v>2032-04-05</c:v>
                </c:pt>
                <c:pt idx="4844">
                  <c:v>2032-04-06</c:v>
                </c:pt>
                <c:pt idx="4845">
                  <c:v>2032-04-07</c:v>
                </c:pt>
                <c:pt idx="4846">
                  <c:v>2032-04-08</c:v>
                </c:pt>
                <c:pt idx="4847">
                  <c:v>2032-04-09</c:v>
                </c:pt>
                <c:pt idx="4848">
                  <c:v>2032-04-10</c:v>
                </c:pt>
                <c:pt idx="4849">
                  <c:v>2032-04-11</c:v>
                </c:pt>
                <c:pt idx="4850">
                  <c:v>2032-04-12</c:v>
                </c:pt>
                <c:pt idx="4851">
                  <c:v>2032-04-13</c:v>
                </c:pt>
                <c:pt idx="4852">
                  <c:v>2032-04-14</c:v>
                </c:pt>
                <c:pt idx="4853">
                  <c:v>2032-04-15</c:v>
                </c:pt>
                <c:pt idx="4854">
                  <c:v>2032-04-16</c:v>
                </c:pt>
                <c:pt idx="4855">
                  <c:v>2032-04-17</c:v>
                </c:pt>
                <c:pt idx="4856">
                  <c:v>2032-04-18</c:v>
                </c:pt>
                <c:pt idx="4857">
                  <c:v>2032-04-19</c:v>
                </c:pt>
                <c:pt idx="4858">
                  <c:v>2032-04-20</c:v>
                </c:pt>
                <c:pt idx="4859">
                  <c:v>2032-04-21</c:v>
                </c:pt>
                <c:pt idx="4860">
                  <c:v>2032-04-22</c:v>
                </c:pt>
                <c:pt idx="4861">
                  <c:v>2032-04-23</c:v>
                </c:pt>
                <c:pt idx="4862">
                  <c:v>2032-04-24</c:v>
                </c:pt>
                <c:pt idx="4863">
                  <c:v>2032-04-25</c:v>
                </c:pt>
                <c:pt idx="4864">
                  <c:v>2032-04-26</c:v>
                </c:pt>
                <c:pt idx="4865">
                  <c:v>2032-04-27</c:v>
                </c:pt>
                <c:pt idx="4866">
                  <c:v>2032-04-28</c:v>
                </c:pt>
                <c:pt idx="4867">
                  <c:v>2032-04-29</c:v>
                </c:pt>
                <c:pt idx="4868">
                  <c:v>2032-04-30</c:v>
                </c:pt>
                <c:pt idx="4869">
                  <c:v>2032-05-01</c:v>
                </c:pt>
                <c:pt idx="4870">
                  <c:v>2032-05-02</c:v>
                </c:pt>
                <c:pt idx="4871">
                  <c:v>2032-05-03</c:v>
                </c:pt>
                <c:pt idx="4872">
                  <c:v>2032-05-04</c:v>
                </c:pt>
                <c:pt idx="4873">
                  <c:v>2032-05-05</c:v>
                </c:pt>
                <c:pt idx="4874">
                  <c:v>2032-05-06</c:v>
                </c:pt>
                <c:pt idx="4875">
                  <c:v>2032-05-07</c:v>
                </c:pt>
                <c:pt idx="4876">
                  <c:v>2032-05-08</c:v>
                </c:pt>
                <c:pt idx="4877">
                  <c:v>2032-05-09</c:v>
                </c:pt>
                <c:pt idx="4878">
                  <c:v>2032-05-10</c:v>
                </c:pt>
                <c:pt idx="4879">
                  <c:v>2032-05-11</c:v>
                </c:pt>
                <c:pt idx="4880">
                  <c:v>2032-05-12</c:v>
                </c:pt>
                <c:pt idx="4881">
                  <c:v>2032-05-13</c:v>
                </c:pt>
                <c:pt idx="4882">
                  <c:v>2032-05-14</c:v>
                </c:pt>
                <c:pt idx="4883">
                  <c:v>2032-05-15</c:v>
                </c:pt>
                <c:pt idx="4884">
                  <c:v>2032-05-16</c:v>
                </c:pt>
                <c:pt idx="4885">
                  <c:v>2032-05-17</c:v>
                </c:pt>
                <c:pt idx="4886">
                  <c:v>2032-05-18</c:v>
                </c:pt>
                <c:pt idx="4887">
                  <c:v>2032-05-19</c:v>
                </c:pt>
                <c:pt idx="4888">
                  <c:v>2032-05-20</c:v>
                </c:pt>
                <c:pt idx="4889">
                  <c:v>2032-05-21</c:v>
                </c:pt>
                <c:pt idx="4890">
                  <c:v>2032-05-22</c:v>
                </c:pt>
                <c:pt idx="4891">
                  <c:v>2032-05-23</c:v>
                </c:pt>
                <c:pt idx="4892">
                  <c:v>2032-05-24</c:v>
                </c:pt>
                <c:pt idx="4893">
                  <c:v>2032-05-25</c:v>
                </c:pt>
                <c:pt idx="4894">
                  <c:v>2032-05-26</c:v>
                </c:pt>
                <c:pt idx="4895">
                  <c:v>2032-05-27</c:v>
                </c:pt>
                <c:pt idx="4896">
                  <c:v>2032-05-28</c:v>
                </c:pt>
                <c:pt idx="4897">
                  <c:v>2032-05-29</c:v>
                </c:pt>
                <c:pt idx="4898">
                  <c:v>2032-05-30</c:v>
                </c:pt>
                <c:pt idx="4899">
                  <c:v>2032-05-31</c:v>
                </c:pt>
                <c:pt idx="4900">
                  <c:v>2032-06-01</c:v>
                </c:pt>
                <c:pt idx="4901">
                  <c:v>2032-06-02</c:v>
                </c:pt>
                <c:pt idx="4902">
                  <c:v>2032-06-03</c:v>
                </c:pt>
                <c:pt idx="4903">
                  <c:v>2032-06-04</c:v>
                </c:pt>
                <c:pt idx="4904">
                  <c:v>2032-06-05</c:v>
                </c:pt>
                <c:pt idx="4905">
                  <c:v>2032-06-06</c:v>
                </c:pt>
                <c:pt idx="4906">
                  <c:v>2032-06-07</c:v>
                </c:pt>
                <c:pt idx="4907">
                  <c:v>2032-06-08</c:v>
                </c:pt>
                <c:pt idx="4908">
                  <c:v>2032-06-09</c:v>
                </c:pt>
                <c:pt idx="4909">
                  <c:v>2032-06-10</c:v>
                </c:pt>
                <c:pt idx="4910">
                  <c:v>2032-06-11</c:v>
                </c:pt>
                <c:pt idx="4911">
                  <c:v>2032-06-12</c:v>
                </c:pt>
                <c:pt idx="4912">
                  <c:v>2032-06-13</c:v>
                </c:pt>
                <c:pt idx="4913">
                  <c:v>2032-06-14</c:v>
                </c:pt>
                <c:pt idx="4914">
                  <c:v>2032-06-15</c:v>
                </c:pt>
                <c:pt idx="4915">
                  <c:v>2032-06-16</c:v>
                </c:pt>
                <c:pt idx="4916">
                  <c:v>2032-06-17</c:v>
                </c:pt>
                <c:pt idx="4917">
                  <c:v>2032-06-18</c:v>
                </c:pt>
                <c:pt idx="4918">
                  <c:v>2032-06-19</c:v>
                </c:pt>
                <c:pt idx="4919">
                  <c:v>2032-06-20</c:v>
                </c:pt>
                <c:pt idx="4920">
                  <c:v>2032-06-21</c:v>
                </c:pt>
                <c:pt idx="4921">
                  <c:v>2032-06-22</c:v>
                </c:pt>
                <c:pt idx="4922">
                  <c:v>2032-06-23</c:v>
                </c:pt>
                <c:pt idx="4923">
                  <c:v>2032-06-24</c:v>
                </c:pt>
                <c:pt idx="4924">
                  <c:v>2032-06-25</c:v>
                </c:pt>
                <c:pt idx="4925">
                  <c:v>2032-06-26</c:v>
                </c:pt>
                <c:pt idx="4926">
                  <c:v>2032-06-27</c:v>
                </c:pt>
                <c:pt idx="4927">
                  <c:v>2032-06-28</c:v>
                </c:pt>
                <c:pt idx="4928">
                  <c:v>2032-06-29</c:v>
                </c:pt>
                <c:pt idx="4929">
                  <c:v>2032-06-30</c:v>
                </c:pt>
                <c:pt idx="4930">
                  <c:v>2032-07-01</c:v>
                </c:pt>
                <c:pt idx="4931">
                  <c:v>2032-07-02</c:v>
                </c:pt>
                <c:pt idx="4932">
                  <c:v>2032-07-03</c:v>
                </c:pt>
                <c:pt idx="4933">
                  <c:v>2032-07-04</c:v>
                </c:pt>
                <c:pt idx="4934">
                  <c:v>2032-07-05</c:v>
                </c:pt>
                <c:pt idx="4935">
                  <c:v>2032-07-06</c:v>
                </c:pt>
                <c:pt idx="4936">
                  <c:v>2032-07-07</c:v>
                </c:pt>
                <c:pt idx="4937">
                  <c:v>2032-07-08</c:v>
                </c:pt>
                <c:pt idx="4938">
                  <c:v>2032-07-09</c:v>
                </c:pt>
                <c:pt idx="4939">
                  <c:v>2032-07-10</c:v>
                </c:pt>
                <c:pt idx="4940">
                  <c:v>2032-07-11</c:v>
                </c:pt>
                <c:pt idx="4941">
                  <c:v>2032-07-12</c:v>
                </c:pt>
                <c:pt idx="4942">
                  <c:v>2032-07-13</c:v>
                </c:pt>
                <c:pt idx="4943">
                  <c:v>2032-07-14</c:v>
                </c:pt>
                <c:pt idx="4944">
                  <c:v>2032-07-15</c:v>
                </c:pt>
                <c:pt idx="4945">
                  <c:v>2032-07-16</c:v>
                </c:pt>
                <c:pt idx="4946">
                  <c:v>2032-07-17</c:v>
                </c:pt>
                <c:pt idx="4947">
                  <c:v>2032-07-18</c:v>
                </c:pt>
                <c:pt idx="4948">
                  <c:v>2032-07-19</c:v>
                </c:pt>
                <c:pt idx="4949">
                  <c:v>2032-07-20</c:v>
                </c:pt>
                <c:pt idx="4950">
                  <c:v>2032-07-21</c:v>
                </c:pt>
                <c:pt idx="4951">
                  <c:v>2032-07-22</c:v>
                </c:pt>
                <c:pt idx="4952">
                  <c:v>2032-07-23</c:v>
                </c:pt>
                <c:pt idx="4953">
                  <c:v>2032-07-24</c:v>
                </c:pt>
                <c:pt idx="4954">
                  <c:v>2032-07-25</c:v>
                </c:pt>
                <c:pt idx="4955">
                  <c:v>2032-07-26</c:v>
                </c:pt>
                <c:pt idx="4956">
                  <c:v>2032-07-27</c:v>
                </c:pt>
                <c:pt idx="4957">
                  <c:v>2032-07-28</c:v>
                </c:pt>
                <c:pt idx="4958">
                  <c:v>2032-07-29</c:v>
                </c:pt>
                <c:pt idx="4959">
                  <c:v>2032-07-30</c:v>
                </c:pt>
                <c:pt idx="4960">
                  <c:v>2032-07-31</c:v>
                </c:pt>
                <c:pt idx="4961">
                  <c:v>2032-08-01</c:v>
                </c:pt>
                <c:pt idx="4962">
                  <c:v>2032-08-02</c:v>
                </c:pt>
                <c:pt idx="4963">
                  <c:v>2032-08-03</c:v>
                </c:pt>
                <c:pt idx="4964">
                  <c:v>2032-08-04</c:v>
                </c:pt>
                <c:pt idx="4965">
                  <c:v>2032-08-05</c:v>
                </c:pt>
                <c:pt idx="4966">
                  <c:v>2032-08-06</c:v>
                </c:pt>
                <c:pt idx="4967">
                  <c:v>2032-08-07</c:v>
                </c:pt>
                <c:pt idx="4968">
                  <c:v>2032-08-08</c:v>
                </c:pt>
                <c:pt idx="4969">
                  <c:v>2032-08-09</c:v>
                </c:pt>
                <c:pt idx="4970">
                  <c:v>2032-08-10</c:v>
                </c:pt>
                <c:pt idx="4971">
                  <c:v>2032-08-11</c:v>
                </c:pt>
                <c:pt idx="4972">
                  <c:v>2032-08-12</c:v>
                </c:pt>
                <c:pt idx="4973">
                  <c:v>2032-08-13</c:v>
                </c:pt>
                <c:pt idx="4974">
                  <c:v>2032-08-14</c:v>
                </c:pt>
                <c:pt idx="4975">
                  <c:v>2032-08-15</c:v>
                </c:pt>
                <c:pt idx="4976">
                  <c:v>2032-08-16</c:v>
                </c:pt>
                <c:pt idx="4977">
                  <c:v>2032-08-17</c:v>
                </c:pt>
                <c:pt idx="4978">
                  <c:v>2032-08-18</c:v>
                </c:pt>
                <c:pt idx="4979">
                  <c:v>2032-08-19</c:v>
                </c:pt>
                <c:pt idx="4980">
                  <c:v>2032-08-20</c:v>
                </c:pt>
                <c:pt idx="4981">
                  <c:v>2032-08-21</c:v>
                </c:pt>
                <c:pt idx="4982">
                  <c:v>2032-08-22</c:v>
                </c:pt>
                <c:pt idx="4983">
                  <c:v>2032-08-23</c:v>
                </c:pt>
                <c:pt idx="4984">
                  <c:v>2032-08-24</c:v>
                </c:pt>
                <c:pt idx="4985">
                  <c:v>2032-08-25</c:v>
                </c:pt>
                <c:pt idx="4986">
                  <c:v>2032-08-26</c:v>
                </c:pt>
                <c:pt idx="4987">
                  <c:v>2032-08-27</c:v>
                </c:pt>
                <c:pt idx="4988">
                  <c:v>2032-08-28</c:v>
                </c:pt>
                <c:pt idx="4989">
                  <c:v>2032-08-29</c:v>
                </c:pt>
                <c:pt idx="4990">
                  <c:v>2032-08-30</c:v>
                </c:pt>
                <c:pt idx="4991">
                  <c:v>2032-08-31</c:v>
                </c:pt>
                <c:pt idx="4992">
                  <c:v>2032-09-01</c:v>
                </c:pt>
                <c:pt idx="4993">
                  <c:v>2032-09-02</c:v>
                </c:pt>
                <c:pt idx="4994">
                  <c:v>2032-09-03</c:v>
                </c:pt>
                <c:pt idx="4995">
                  <c:v>2032-09-04</c:v>
                </c:pt>
                <c:pt idx="4996">
                  <c:v>2032-09-05</c:v>
                </c:pt>
                <c:pt idx="4997">
                  <c:v>2032-09-06</c:v>
                </c:pt>
                <c:pt idx="4998">
                  <c:v>2032-09-07</c:v>
                </c:pt>
                <c:pt idx="4999">
                  <c:v>2032-09-08</c:v>
                </c:pt>
                <c:pt idx="5000">
                  <c:v>2032-09-09</c:v>
                </c:pt>
                <c:pt idx="5001">
                  <c:v>2032-09-10</c:v>
                </c:pt>
                <c:pt idx="5002">
                  <c:v>2032-09-11</c:v>
                </c:pt>
                <c:pt idx="5003">
                  <c:v>2032-09-12</c:v>
                </c:pt>
                <c:pt idx="5004">
                  <c:v>2032-09-13</c:v>
                </c:pt>
                <c:pt idx="5005">
                  <c:v>2032-09-14</c:v>
                </c:pt>
                <c:pt idx="5006">
                  <c:v>2032-09-15</c:v>
                </c:pt>
                <c:pt idx="5007">
                  <c:v>2032-09-16</c:v>
                </c:pt>
                <c:pt idx="5008">
                  <c:v>2032-09-17</c:v>
                </c:pt>
                <c:pt idx="5009">
                  <c:v>2032-09-18</c:v>
                </c:pt>
                <c:pt idx="5010">
                  <c:v>2032-09-19</c:v>
                </c:pt>
                <c:pt idx="5011">
                  <c:v>2032-09-20</c:v>
                </c:pt>
                <c:pt idx="5012">
                  <c:v>2032-09-21</c:v>
                </c:pt>
                <c:pt idx="5013">
                  <c:v>2032-09-22</c:v>
                </c:pt>
                <c:pt idx="5014">
                  <c:v>2032-09-23</c:v>
                </c:pt>
                <c:pt idx="5015">
                  <c:v>2032-09-24</c:v>
                </c:pt>
                <c:pt idx="5016">
                  <c:v>2032-09-25</c:v>
                </c:pt>
                <c:pt idx="5017">
                  <c:v>2032-09-26</c:v>
                </c:pt>
                <c:pt idx="5018">
                  <c:v>2032-09-27</c:v>
                </c:pt>
                <c:pt idx="5019">
                  <c:v>2032-09-28</c:v>
                </c:pt>
                <c:pt idx="5020">
                  <c:v>2032-09-29</c:v>
                </c:pt>
                <c:pt idx="5021">
                  <c:v>2032-09-30</c:v>
                </c:pt>
                <c:pt idx="5022">
                  <c:v>2032-10-01</c:v>
                </c:pt>
                <c:pt idx="5023">
                  <c:v>2032-10-02</c:v>
                </c:pt>
                <c:pt idx="5024">
                  <c:v>2032-10-03</c:v>
                </c:pt>
                <c:pt idx="5025">
                  <c:v>2032-10-04</c:v>
                </c:pt>
                <c:pt idx="5026">
                  <c:v>2032-10-05</c:v>
                </c:pt>
                <c:pt idx="5027">
                  <c:v>2032-10-06</c:v>
                </c:pt>
                <c:pt idx="5028">
                  <c:v>2032-10-07</c:v>
                </c:pt>
                <c:pt idx="5029">
                  <c:v>2032-10-08</c:v>
                </c:pt>
                <c:pt idx="5030">
                  <c:v>2032-10-09</c:v>
                </c:pt>
                <c:pt idx="5031">
                  <c:v>2032-10-10</c:v>
                </c:pt>
                <c:pt idx="5032">
                  <c:v>2032-10-11</c:v>
                </c:pt>
                <c:pt idx="5033">
                  <c:v>2032-10-12</c:v>
                </c:pt>
                <c:pt idx="5034">
                  <c:v>2032-10-13</c:v>
                </c:pt>
                <c:pt idx="5035">
                  <c:v>2032-10-14</c:v>
                </c:pt>
                <c:pt idx="5036">
                  <c:v>2032-10-15</c:v>
                </c:pt>
                <c:pt idx="5037">
                  <c:v>2032-10-16</c:v>
                </c:pt>
                <c:pt idx="5038">
                  <c:v>2032-10-17</c:v>
                </c:pt>
                <c:pt idx="5039">
                  <c:v>2032-10-18</c:v>
                </c:pt>
                <c:pt idx="5040">
                  <c:v>2032-10-19</c:v>
                </c:pt>
                <c:pt idx="5041">
                  <c:v>2032-10-20</c:v>
                </c:pt>
                <c:pt idx="5042">
                  <c:v>2032-10-21</c:v>
                </c:pt>
                <c:pt idx="5043">
                  <c:v>2032-10-22</c:v>
                </c:pt>
                <c:pt idx="5044">
                  <c:v>2032-10-23</c:v>
                </c:pt>
                <c:pt idx="5045">
                  <c:v>2032-10-24</c:v>
                </c:pt>
                <c:pt idx="5046">
                  <c:v>2032-10-25</c:v>
                </c:pt>
                <c:pt idx="5047">
                  <c:v>2032-10-26</c:v>
                </c:pt>
                <c:pt idx="5048">
                  <c:v>2032-10-27</c:v>
                </c:pt>
                <c:pt idx="5049">
                  <c:v>2032-10-28</c:v>
                </c:pt>
                <c:pt idx="5050">
                  <c:v>2032-10-29</c:v>
                </c:pt>
                <c:pt idx="5051">
                  <c:v>2032-10-30</c:v>
                </c:pt>
                <c:pt idx="5052">
                  <c:v>2032-10-31</c:v>
                </c:pt>
                <c:pt idx="5053">
                  <c:v>2032-11-01</c:v>
                </c:pt>
                <c:pt idx="5054">
                  <c:v>2032-11-02</c:v>
                </c:pt>
                <c:pt idx="5055">
                  <c:v>2032-11-03</c:v>
                </c:pt>
                <c:pt idx="5056">
                  <c:v>2032-11-04</c:v>
                </c:pt>
                <c:pt idx="5057">
                  <c:v>2032-11-05</c:v>
                </c:pt>
                <c:pt idx="5058">
                  <c:v>2032-11-06</c:v>
                </c:pt>
                <c:pt idx="5059">
                  <c:v>2032-11-07</c:v>
                </c:pt>
                <c:pt idx="5060">
                  <c:v>2032-11-08</c:v>
                </c:pt>
                <c:pt idx="5061">
                  <c:v>2032-11-09</c:v>
                </c:pt>
                <c:pt idx="5062">
                  <c:v>2032-11-10</c:v>
                </c:pt>
                <c:pt idx="5063">
                  <c:v>2032-11-11</c:v>
                </c:pt>
                <c:pt idx="5064">
                  <c:v>2032-11-12</c:v>
                </c:pt>
                <c:pt idx="5065">
                  <c:v>2032-11-13</c:v>
                </c:pt>
                <c:pt idx="5066">
                  <c:v>2032-11-14</c:v>
                </c:pt>
                <c:pt idx="5067">
                  <c:v>2032-11-15</c:v>
                </c:pt>
                <c:pt idx="5068">
                  <c:v>2032-11-16</c:v>
                </c:pt>
                <c:pt idx="5069">
                  <c:v>2032-11-17</c:v>
                </c:pt>
                <c:pt idx="5070">
                  <c:v>2032-11-18</c:v>
                </c:pt>
                <c:pt idx="5071">
                  <c:v>2032-11-19</c:v>
                </c:pt>
                <c:pt idx="5072">
                  <c:v>2032-11-20</c:v>
                </c:pt>
                <c:pt idx="5073">
                  <c:v>2032-11-21</c:v>
                </c:pt>
                <c:pt idx="5074">
                  <c:v>2032-11-22</c:v>
                </c:pt>
                <c:pt idx="5075">
                  <c:v>2032-11-23</c:v>
                </c:pt>
                <c:pt idx="5076">
                  <c:v>2032-11-24</c:v>
                </c:pt>
                <c:pt idx="5077">
                  <c:v>2032-11-25</c:v>
                </c:pt>
                <c:pt idx="5078">
                  <c:v>2032-11-26</c:v>
                </c:pt>
                <c:pt idx="5079">
                  <c:v>2032-11-27</c:v>
                </c:pt>
                <c:pt idx="5080">
                  <c:v>2032-11-28</c:v>
                </c:pt>
                <c:pt idx="5081">
                  <c:v>2032-11-29</c:v>
                </c:pt>
                <c:pt idx="5082">
                  <c:v>2032-11-30</c:v>
                </c:pt>
                <c:pt idx="5083">
                  <c:v>2032-12-01</c:v>
                </c:pt>
                <c:pt idx="5084">
                  <c:v>2032-12-02</c:v>
                </c:pt>
                <c:pt idx="5085">
                  <c:v>2032-12-03</c:v>
                </c:pt>
                <c:pt idx="5086">
                  <c:v>2032-12-04</c:v>
                </c:pt>
                <c:pt idx="5087">
                  <c:v>2032-12-05</c:v>
                </c:pt>
                <c:pt idx="5088">
                  <c:v>2032-12-06</c:v>
                </c:pt>
                <c:pt idx="5089">
                  <c:v>2032-12-07</c:v>
                </c:pt>
                <c:pt idx="5090">
                  <c:v>2032-12-08</c:v>
                </c:pt>
                <c:pt idx="5091">
                  <c:v>2032-12-09</c:v>
                </c:pt>
                <c:pt idx="5092">
                  <c:v>2032-12-10</c:v>
                </c:pt>
                <c:pt idx="5093">
                  <c:v>2032-12-11</c:v>
                </c:pt>
                <c:pt idx="5094">
                  <c:v>2032-12-12</c:v>
                </c:pt>
                <c:pt idx="5095">
                  <c:v>2032-12-13</c:v>
                </c:pt>
                <c:pt idx="5096">
                  <c:v>2032-12-14</c:v>
                </c:pt>
                <c:pt idx="5097">
                  <c:v>2032-12-15</c:v>
                </c:pt>
                <c:pt idx="5098">
                  <c:v>2032-12-16</c:v>
                </c:pt>
                <c:pt idx="5099">
                  <c:v>2032-12-17</c:v>
                </c:pt>
                <c:pt idx="5100">
                  <c:v>2032-12-18</c:v>
                </c:pt>
                <c:pt idx="5101">
                  <c:v>2032-12-19</c:v>
                </c:pt>
                <c:pt idx="5102">
                  <c:v>2032-12-20</c:v>
                </c:pt>
                <c:pt idx="5103">
                  <c:v>2032-12-21</c:v>
                </c:pt>
                <c:pt idx="5104">
                  <c:v>2032-12-22</c:v>
                </c:pt>
                <c:pt idx="5105">
                  <c:v>2032-12-23</c:v>
                </c:pt>
                <c:pt idx="5106">
                  <c:v>2032-12-24</c:v>
                </c:pt>
                <c:pt idx="5107">
                  <c:v>2032-12-25</c:v>
                </c:pt>
                <c:pt idx="5108">
                  <c:v>2032-12-26</c:v>
                </c:pt>
                <c:pt idx="5109">
                  <c:v>2032-12-27</c:v>
                </c:pt>
                <c:pt idx="5110">
                  <c:v>2032-12-28</c:v>
                </c:pt>
                <c:pt idx="5111">
                  <c:v>2032-12-29</c:v>
                </c:pt>
                <c:pt idx="5112">
                  <c:v>2032-12-30</c:v>
                </c:pt>
                <c:pt idx="5113">
                  <c:v>2032-12-31</c:v>
                </c:pt>
                <c:pt idx="5114">
                  <c:v>2033-01-01</c:v>
                </c:pt>
                <c:pt idx="5115">
                  <c:v>2033-01-02</c:v>
                </c:pt>
                <c:pt idx="5116">
                  <c:v>2033-01-03</c:v>
                </c:pt>
                <c:pt idx="5117">
                  <c:v>2033-01-04</c:v>
                </c:pt>
                <c:pt idx="5118">
                  <c:v>2033-01-05</c:v>
                </c:pt>
                <c:pt idx="5119">
                  <c:v>2033-01-06</c:v>
                </c:pt>
                <c:pt idx="5120">
                  <c:v>2033-01-07</c:v>
                </c:pt>
                <c:pt idx="5121">
                  <c:v>2033-01-08</c:v>
                </c:pt>
                <c:pt idx="5122">
                  <c:v>2033-01-09</c:v>
                </c:pt>
                <c:pt idx="5123">
                  <c:v>2033-01-10</c:v>
                </c:pt>
                <c:pt idx="5124">
                  <c:v>2033-01-11</c:v>
                </c:pt>
                <c:pt idx="5125">
                  <c:v>2033-01-12</c:v>
                </c:pt>
                <c:pt idx="5126">
                  <c:v>2033-01-13</c:v>
                </c:pt>
                <c:pt idx="5127">
                  <c:v>2033-01-14</c:v>
                </c:pt>
                <c:pt idx="5128">
                  <c:v>2033-01-15</c:v>
                </c:pt>
                <c:pt idx="5129">
                  <c:v>2033-01-16</c:v>
                </c:pt>
                <c:pt idx="5130">
                  <c:v>2033-01-17</c:v>
                </c:pt>
                <c:pt idx="5131">
                  <c:v>2033-01-18</c:v>
                </c:pt>
                <c:pt idx="5132">
                  <c:v>2033-01-19</c:v>
                </c:pt>
                <c:pt idx="5133">
                  <c:v>2033-01-20</c:v>
                </c:pt>
                <c:pt idx="5134">
                  <c:v>2033-01-21</c:v>
                </c:pt>
                <c:pt idx="5135">
                  <c:v>2033-01-22</c:v>
                </c:pt>
                <c:pt idx="5136">
                  <c:v>2033-01-23</c:v>
                </c:pt>
                <c:pt idx="5137">
                  <c:v>2033-01-24</c:v>
                </c:pt>
                <c:pt idx="5138">
                  <c:v>2033-01-25</c:v>
                </c:pt>
                <c:pt idx="5139">
                  <c:v>2033-01-26</c:v>
                </c:pt>
                <c:pt idx="5140">
                  <c:v>2033-01-27</c:v>
                </c:pt>
                <c:pt idx="5141">
                  <c:v>2033-01-28</c:v>
                </c:pt>
                <c:pt idx="5142">
                  <c:v>2033-01-29</c:v>
                </c:pt>
                <c:pt idx="5143">
                  <c:v>2033-01-30</c:v>
                </c:pt>
                <c:pt idx="5144">
                  <c:v>2033-01-31</c:v>
                </c:pt>
                <c:pt idx="5145">
                  <c:v>2033-02-01</c:v>
                </c:pt>
                <c:pt idx="5146">
                  <c:v>2033-02-02</c:v>
                </c:pt>
                <c:pt idx="5147">
                  <c:v>2033-02-03</c:v>
                </c:pt>
                <c:pt idx="5148">
                  <c:v>2033-02-04</c:v>
                </c:pt>
                <c:pt idx="5149">
                  <c:v>2033-02-05</c:v>
                </c:pt>
                <c:pt idx="5150">
                  <c:v>2033-02-06</c:v>
                </c:pt>
                <c:pt idx="5151">
                  <c:v>2033-02-07</c:v>
                </c:pt>
                <c:pt idx="5152">
                  <c:v>2033-02-08</c:v>
                </c:pt>
                <c:pt idx="5153">
                  <c:v>2033-02-09</c:v>
                </c:pt>
                <c:pt idx="5154">
                  <c:v>2033-02-10</c:v>
                </c:pt>
                <c:pt idx="5155">
                  <c:v>2033-02-11</c:v>
                </c:pt>
                <c:pt idx="5156">
                  <c:v>2033-02-12</c:v>
                </c:pt>
                <c:pt idx="5157">
                  <c:v>2033-02-13</c:v>
                </c:pt>
                <c:pt idx="5158">
                  <c:v>2033-02-14</c:v>
                </c:pt>
                <c:pt idx="5159">
                  <c:v>2033-02-15</c:v>
                </c:pt>
                <c:pt idx="5160">
                  <c:v>2033-02-16</c:v>
                </c:pt>
                <c:pt idx="5161">
                  <c:v>2033-02-17</c:v>
                </c:pt>
                <c:pt idx="5162">
                  <c:v>2033-02-18</c:v>
                </c:pt>
                <c:pt idx="5163">
                  <c:v>2033-02-19</c:v>
                </c:pt>
                <c:pt idx="5164">
                  <c:v>2033-02-20</c:v>
                </c:pt>
                <c:pt idx="5165">
                  <c:v>2033-02-21</c:v>
                </c:pt>
                <c:pt idx="5166">
                  <c:v>2033-02-22</c:v>
                </c:pt>
                <c:pt idx="5167">
                  <c:v>2033-02-23</c:v>
                </c:pt>
                <c:pt idx="5168">
                  <c:v>2033-02-24</c:v>
                </c:pt>
                <c:pt idx="5169">
                  <c:v>2033-02-25</c:v>
                </c:pt>
                <c:pt idx="5170">
                  <c:v>2033-02-26</c:v>
                </c:pt>
                <c:pt idx="5171">
                  <c:v>2033-02-27</c:v>
                </c:pt>
                <c:pt idx="5172">
                  <c:v>2033-02-28</c:v>
                </c:pt>
                <c:pt idx="5173">
                  <c:v>2033-03-01</c:v>
                </c:pt>
                <c:pt idx="5174">
                  <c:v>2033-03-02</c:v>
                </c:pt>
                <c:pt idx="5175">
                  <c:v>2033-03-03</c:v>
                </c:pt>
                <c:pt idx="5176">
                  <c:v>2033-03-04</c:v>
                </c:pt>
                <c:pt idx="5177">
                  <c:v>2033-03-05</c:v>
                </c:pt>
                <c:pt idx="5178">
                  <c:v>2033-03-06</c:v>
                </c:pt>
                <c:pt idx="5179">
                  <c:v>2033-03-07</c:v>
                </c:pt>
                <c:pt idx="5180">
                  <c:v>2033-03-08</c:v>
                </c:pt>
                <c:pt idx="5181">
                  <c:v>2033-03-09</c:v>
                </c:pt>
                <c:pt idx="5182">
                  <c:v>2033-03-10</c:v>
                </c:pt>
                <c:pt idx="5183">
                  <c:v>2033-03-11</c:v>
                </c:pt>
                <c:pt idx="5184">
                  <c:v>2033-03-12</c:v>
                </c:pt>
                <c:pt idx="5185">
                  <c:v>2033-03-13</c:v>
                </c:pt>
                <c:pt idx="5186">
                  <c:v>2033-03-14</c:v>
                </c:pt>
                <c:pt idx="5187">
                  <c:v>2033-03-15</c:v>
                </c:pt>
                <c:pt idx="5188">
                  <c:v>2033-03-16</c:v>
                </c:pt>
                <c:pt idx="5189">
                  <c:v>2033-03-17</c:v>
                </c:pt>
                <c:pt idx="5190">
                  <c:v>2033-03-18</c:v>
                </c:pt>
                <c:pt idx="5191">
                  <c:v>2033-03-19</c:v>
                </c:pt>
                <c:pt idx="5192">
                  <c:v>2033-03-20</c:v>
                </c:pt>
                <c:pt idx="5193">
                  <c:v>2033-03-21</c:v>
                </c:pt>
                <c:pt idx="5194">
                  <c:v>2033-03-22</c:v>
                </c:pt>
                <c:pt idx="5195">
                  <c:v>2033-03-23</c:v>
                </c:pt>
                <c:pt idx="5196">
                  <c:v>2033-03-24</c:v>
                </c:pt>
                <c:pt idx="5197">
                  <c:v>2033-03-25</c:v>
                </c:pt>
                <c:pt idx="5198">
                  <c:v>2033-03-26</c:v>
                </c:pt>
                <c:pt idx="5199">
                  <c:v>2033-03-27</c:v>
                </c:pt>
                <c:pt idx="5200">
                  <c:v>2033-03-28</c:v>
                </c:pt>
                <c:pt idx="5201">
                  <c:v>2033-03-29</c:v>
                </c:pt>
                <c:pt idx="5202">
                  <c:v>2033-03-30</c:v>
                </c:pt>
                <c:pt idx="5203">
                  <c:v>2033-03-31</c:v>
                </c:pt>
                <c:pt idx="5204">
                  <c:v>2033-04-01</c:v>
                </c:pt>
                <c:pt idx="5205">
                  <c:v>2033-04-02</c:v>
                </c:pt>
                <c:pt idx="5206">
                  <c:v>2033-04-03</c:v>
                </c:pt>
                <c:pt idx="5207">
                  <c:v>2033-04-04</c:v>
                </c:pt>
                <c:pt idx="5208">
                  <c:v>2033-04-05</c:v>
                </c:pt>
                <c:pt idx="5209">
                  <c:v>2033-04-06</c:v>
                </c:pt>
                <c:pt idx="5210">
                  <c:v>2033-04-07</c:v>
                </c:pt>
                <c:pt idx="5211">
                  <c:v>2033-04-08</c:v>
                </c:pt>
                <c:pt idx="5212">
                  <c:v>2033-04-09</c:v>
                </c:pt>
                <c:pt idx="5213">
                  <c:v>2033-04-10</c:v>
                </c:pt>
                <c:pt idx="5214">
                  <c:v>2033-04-11</c:v>
                </c:pt>
                <c:pt idx="5215">
                  <c:v>2033-04-12</c:v>
                </c:pt>
                <c:pt idx="5216">
                  <c:v>2033-04-13</c:v>
                </c:pt>
                <c:pt idx="5217">
                  <c:v>2033-04-14</c:v>
                </c:pt>
                <c:pt idx="5218">
                  <c:v>2033-04-15</c:v>
                </c:pt>
                <c:pt idx="5219">
                  <c:v>2033-04-16</c:v>
                </c:pt>
                <c:pt idx="5220">
                  <c:v>2033-04-17</c:v>
                </c:pt>
                <c:pt idx="5221">
                  <c:v>2033-04-18</c:v>
                </c:pt>
                <c:pt idx="5222">
                  <c:v>2033-04-19</c:v>
                </c:pt>
                <c:pt idx="5223">
                  <c:v>2033-04-20</c:v>
                </c:pt>
                <c:pt idx="5224">
                  <c:v>2033-04-21</c:v>
                </c:pt>
                <c:pt idx="5225">
                  <c:v>2033-04-22</c:v>
                </c:pt>
                <c:pt idx="5226">
                  <c:v>2033-04-23</c:v>
                </c:pt>
                <c:pt idx="5227">
                  <c:v>2033-04-24</c:v>
                </c:pt>
                <c:pt idx="5228">
                  <c:v>2033-04-25</c:v>
                </c:pt>
                <c:pt idx="5229">
                  <c:v>2033-04-26</c:v>
                </c:pt>
                <c:pt idx="5230">
                  <c:v>2033-04-27</c:v>
                </c:pt>
                <c:pt idx="5231">
                  <c:v>2033-04-28</c:v>
                </c:pt>
                <c:pt idx="5232">
                  <c:v>2033-04-29</c:v>
                </c:pt>
                <c:pt idx="5233">
                  <c:v>2033-04-30</c:v>
                </c:pt>
                <c:pt idx="5234">
                  <c:v>2033-05-01</c:v>
                </c:pt>
                <c:pt idx="5235">
                  <c:v>2033-05-02</c:v>
                </c:pt>
                <c:pt idx="5236">
                  <c:v>2033-05-03</c:v>
                </c:pt>
                <c:pt idx="5237">
                  <c:v>2033-05-04</c:v>
                </c:pt>
                <c:pt idx="5238">
                  <c:v>2033-05-05</c:v>
                </c:pt>
                <c:pt idx="5239">
                  <c:v>2033-05-06</c:v>
                </c:pt>
                <c:pt idx="5240">
                  <c:v>2033-05-07</c:v>
                </c:pt>
                <c:pt idx="5241">
                  <c:v>2033-05-08</c:v>
                </c:pt>
                <c:pt idx="5242">
                  <c:v>2033-05-09</c:v>
                </c:pt>
                <c:pt idx="5243">
                  <c:v>2033-05-10</c:v>
                </c:pt>
                <c:pt idx="5244">
                  <c:v>2033-05-11</c:v>
                </c:pt>
                <c:pt idx="5245">
                  <c:v>2033-05-12</c:v>
                </c:pt>
                <c:pt idx="5246">
                  <c:v>2033-05-13</c:v>
                </c:pt>
                <c:pt idx="5247">
                  <c:v>2033-05-14</c:v>
                </c:pt>
                <c:pt idx="5248">
                  <c:v>2033-05-15</c:v>
                </c:pt>
                <c:pt idx="5249">
                  <c:v>2033-05-16</c:v>
                </c:pt>
                <c:pt idx="5250">
                  <c:v>2033-05-17</c:v>
                </c:pt>
                <c:pt idx="5251">
                  <c:v>2033-05-18</c:v>
                </c:pt>
                <c:pt idx="5252">
                  <c:v>2033-05-19</c:v>
                </c:pt>
                <c:pt idx="5253">
                  <c:v>2033-05-20</c:v>
                </c:pt>
                <c:pt idx="5254">
                  <c:v>2033-05-21</c:v>
                </c:pt>
                <c:pt idx="5255">
                  <c:v>2033-05-22</c:v>
                </c:pt>
                <c:pt idx="5256">
                  <c:v>2033-05-23</c:v>
                </c:pt>
                <c:pt idx="5257">
                  <c:v>2033-05-24</c:v>
                </c:pt>
                <c:pt idx="5258">
                  <c:v>2033-05-25</c:v>
                </c:pt>
                <c:pt idx="5259">
                  <c:v>2033-05-26</c:v>
                </c:pt>
                <c:pt idx="5260">
                  <c:v>2033-05-27</c:v>
                </c:pt>
                <c:pt idx="5261">
                  <c:v>2033-05-28</c:v>
                </c:pt>
                <c:pt idx="5262">
                  <c:v>2033-05-29</c:v>
                </c:pt>
                <c:pt idx="5263">
                  <c:v>2033-05-30</c:v>
                </c:pt>
                <c:pt idx="5264">
                  <c:v>2033-05-31</c:v>
                </c:pt>
                <c:pt idx="5265">
                  <c:v>2033-06-01</c:v>
                </c:pt>
                <c:pt idx="5266">
                  <c:v>2033-06-02</c:v>
                </c:pt>
                <c:pt idx="5267">
                  <c:v>2033-06-03</c:v>
                </c:pt>
                <c:pt idx="5268">
                  <c:v>2033-06-04</c:v>
                </c:pt>
                <c:pt idx="5269">
                  <c:v>2033-06-05</c:v>
                </c:pt>
                <c:pt idx="5270">
                  <c:v>2033-06-06</c:v>
                </c:pt>
                <c:pt idx="5271">
                  <c:v>2033-06-07</c:v>
                </c:pt>
                <c:pt idx="5272">
                  <c:v>2033-06-08</c:v>
                </c:pt>
                <c:pt idx="5273">
                  <c:v>2033-06-09</c:v>
                </c:pt>
                <c:pt idx="5274">
                  <c:v>2033-06-10</c:v>
                </c:pt>
                <c:pt idx="5275">
                  <c:v>2033-06-11</c:v>
                </c:pt>
                <c:pt idx="5276">
                  <c:v>2033-06-12</c:v>
                </c:pt>
                <c:pt idx="5277">
                  <c:v>2033-06-13</c:v>
                </c:pt>
                <c:pt idx="5278">
                  <c:v>2033-06-14</c:v>
                </c:pt>
                <c:pt idx="5279">
                  <c:v>2033-06-15</c:v>
                </c:pt>
                <c:pt idx="5280">
                  <c:v>2033-06-16</c:v>
                </c:pt>
                <c:pt idx="5281">
                  <c:v>2033-06-17</c:v>
                </c:pt>
                <c:pt idx="5282">
                  <c:v>2033-06-18</c:v>
                </c:pt>
                <c:pt idx="5283">
                  <c:v>2033-06-19</c:v>
                </c:pt>
                <c:pt idx="5284">
                  <c:v>2033-06-20</c:v>
                </c:pt>
                <c:pt idx="5285">
                  <c:v>2033-06-21</c:v>
                </c:pt>
                <c:pt idx="5286">
                  <c:v>2033-06-22</c:v>
                </c:pt>
                <c:pt idx="5287">
                  <c:v>2033-06-23</c:v>
                </c:pt>
                <c:pt idx="5288">
                  <c:v>2033-06-24</c:v>
                </c:pt>
                <c:pt idx="5289">
                  <c:v>2033-06-25</c:v>
                </c:pt>
                <c:pt idx="5290">
                  <c:v>2033-06-26</c:v>
                </c:pt>
                <c:pt idx="5291">
                  <c:v>2033-06-27</c:v>
                </c:pt>
                <c:pt idx="5292">
                  <c:v>2033-06-28</c:v>
                </c:pt>
                <c:pt idx="5293">
                  <c:v>2033-06-29</c:v>
                </c:pt>
                <c:pt idx="5294">
                  <c:v>2033-06-30</c:v>
                </c:pt>
                <c:pt idx="5295">
                  <c:v>2033-07-01</c:v>
                </c:pt>
                <c:pt idx="5296">
                  <c:v>2033-07-02</c:v>
                </c:pt>
                <c:pt idx="5297">
                  <c:v>2033-07-03</c:v>
                </c:pt>
                <c:pt idx="5298">
                  <c:v>2033-07-04</c:v>
                </c:pt>
                <c:pt idx="5299">
                  <c:v>2033-07-05</c:v>
                </c:pt>
                <c:pt idx="5300">
                  <c:v>2033-07-06</c:v>
                </c:pt>
                <c:pt idx="5301">
                  <c:v>2033-07-07</c:v>
                </c:pt>
                <c:pt idx="5302">
                  <c:v>2033-07-08</c:v>
                </c:pt>
                <c:pt idx="5303">
                  <c:v>2033-07-09</c:v>
                </c:pt>
                <c:pt idx="5304">
                  <c:v>2033-07-10</c:v>
                </c:pt>
                <c:pt idx="5305">
                  <c:v>2033-07-11</c:v>
                </c:pt>
                <c:pt idx="5306">
                  <c:v>2033-07-12</c:v>
                </c:pt>
                <c:pt idx="5307">
                  <c:v>2033-07-13</c:v>
                </c:pt>
                <c:pt idx="5308">
                  <c:v>2033-07-14</c:v>
                </c:pt>
                <c:pt idx="5309">
                  <c:v>2033-07-15</c:v>
                </c:pt>
                <c:pt idx="5310">
                  <c:v>2033-07-16</c:v>
                </c:pt>
                <c:pt idx="5311">
                  <c:v>2033-07-17</c:v>
                </c:pt>
                <c:pt idx="5312">
                  <c:v>2033-07-18</c:v>
                </c:pt>
                <c:pt idx="5313">
                  <c:v>2033-07-19</c:v>
                </c:pt>
                <c:pt idx="5314">
                  <c:v>2033-07-20</c:v>
                </c:pt>
                <c:pt idx="5315">
                  <c:v>2033-07-21</c:v>
                </c:pt>
                <c:pt idx="5316">
                  <c:v>2033-07-22</c:v>
                </c:pt>
                <c:pt idx="5317">
                  <c:v>2033-07-23</c:v>
                </c:pt>
                <c:pt idx="5318">
                  <c:v>2033-07-24</c:v>
                </c:pt>
                <c:pt idx="5319">
                  <c:v>2033-07-25</c:v>
                </c:pt>
                <c:pt idx="5320">
                  <c:v>2033-07-26</c:v>
                </c:pt>
                <c:pt idx="5321">
                  <c:v>2033-07-27</c:v>
                </c:pt>
                <c:pt idx="5322">
                  <c:v>2033-07-28</c:v>
                </c:pt>
                <c:pt idx="5323">
                  <c:v>2033-07-29</c:v>
                </c:pt>
                <c:pt idx="5324">
                  <c:v>2033-07-30</c:v>
                </c:pt>
                <c:pt idx="5325">
                  <c:v>2033-07-31</c:v>
                </c:pt>
                <c:pt idx="5326">
                  <c:v>2033-08-01</c:v>
                </c:pt>
                <c:pt idx="5327">
                  <c:v>2033-08-02</c:v>
                </c:pt>
                <c:pt idx="5328">
                  <c:v>2033-08-03</c:v>
                </c:pt>
                <c:pt idx="5329">
                  <c:v>2033-08-04</c:v>
                </c:pt>
                <c:pt idx="5330">
                  <c:v>2033-08-05</c:v>
                </c:pt>
                <c:pt idx="5331">
                  <c:v>2033-08-06</c:v>
                </c:pt>
                <c:pt idx="5332">
                  <c:v>2033-08-07</c:v>
                </c:pt>
                <c:pt idx="5333">
                  <c:v>2033-08-08</c:v>
                </c:pt>
                <c:pt idx="5334">
                  <c:v>2033-08-09</c:v>
                </c:pt>
                <c:pt idx="5335">
                  <c:v>2033-08-10</c:v>
                </c:pt>
                <c:pt idx="5336">
                  <c:v>2033-08-11</c:v>
                </c:pt>
                <c:pt idx="5337">
                  <c:v>2033-08-12</c:v>
                </c:pt>
                <c:pt idx="5338">
                  <c:v>2033-08-13</c:v>
                </c:pt>
                <c:pt idx="5339">
                  <c:v>2033-08-14</c:v>
                </c:pt>
                <c:pt idx="5340">
                  <c:v>2033-08-15</c:v>
                </c:pt>
                <c:pt idx="5341">
                  <c:v>2033-08-16</c:v>
                </c:pt>
                <c:pt idx="5342">
                  <c:v>2033-08-17</c:v>
                </c:pt>
                <c:pt idx="5343">
                  <c:v>2033-08-18</c:v>
                </c:pt>
                <c:pt idx="5344">
                  <c:v>2033-08-19</c:v>
                </c:pt>
                <c:pt idx="5345">
                  <c:v>2033-08-20</c:v>
                </c:pt>
                <c:pt idx="5346">
                  <c:v>2033-08-21</c:v>
                </c:pt>
                <c:pt idx="5347">
                  <c:v>2033-08-22</c:v>
                </c:pt>
                <c:pt idx="5348">
                  <c:v>2033-08-23</c:v>
                </c:pt>
                <c:pt idx="5349">
                  <c:v>2033-08-24</c:v>
                </c:pt>
                <c:pt idx="5350">
                  <c:v>2033-08-25</c:v>
                </c:pt>
                <c:pt idx="5351">
                  <c:v>2033-08-26</c:v>
                </c:pt>
                <c:pt idx="5352">
                  <c:v>2033-08-27</c:v>
                </c:pt>
                <c:pt idx="5353">
                  <c:v>2033-08-28</c:v>
                </c:pt>
                <c:pt idx="5354">
                  <c:v>2033-08-29</c:v>
                </c:pt>
                <c:pt idx="5355">
                  <c:v>2033-08-30</c:v>
                </c:pt>
                <c:pt idx="5356">
                  <c:v>2033-08-31</c:v>
                </c:pt>
                <c:pt idx="5357">
                  <c:v>2033-09-01</c:v>
                </c:pt>
                <c:pt idx="5358">
                  <c:v>2033-09-02</c:v>
                </c:pt>
                <c:pt idx="5359">
                  <c:v>2033-09-03</c:v>
                </c:pt>
                <c:pt idx="5360">
                  <c:v>2033-09-04</c:v>
                </c:pt>
                <c:pt idx="5361">
                  <c:v>2033-09-05</c:v>
                </c:pt>
                <c:pt idx="5362">
                  <c:v>2033-09-06</c:v>
                </c:pt>
                <c:pt idx="5363">
                  <c:v>2033-09-07</c:v>
                </c:pt>
                <c:pt idx="5364">
                  <c:v>2033-09-08</c:v>
                </c:pt>
                <c:pt idx="5365">
                  <c:v>2033-09-09</c:v>
                </c:pt>
                <c:pt idx="5366">
                  <c:v>2033-09-10</c:v>
                </c:pt>
                <c:pt idx="5367">
                  <c:v>2033-09-11</c:v>
                </c:pt>
                <c:pt idx="5368">
                  <c:v>2033-09-12</c:v>
                </c:pt>
                <c:pt idx="5369">
                  <c:v>2033-09-13</c:v>
                </c:pt>
                <c:pt idx="5370">
                  <c:v>2033-09-14</c:v>
                </c:pt>
                <c:pt idx="5371">
                  <c:v>2033-09-15</c:v>
                </c:pt>
                <c:pt idx="5372">
                  <c:v>2033-09-16</c:v>
                </c:pt>
                <c:pt idx="5373">
                  <c:v>2033-09-17</c:v>
                </c:pt>
                <c:pt idx="5374">
                  <c:v>2033-09-18</c:v>
                </c:pt>
                <c:pt idx="5375">
                  <c:v>2033-09-19</c:v>
                </c:pt>
                <c:pt idx="5376">
                  <c:v>2033-09-20</c:v>
                </c:pt>
                <c:pt idx="5377">
                  <c:v>2033-09-21</c:v>
                </c:pt>
                <c:pt idx="5378">
                  <c:v>2033-09-22</c:v>
                </c:pt>
                <c:pt idx="5379">
                  <c:v>2033-09-23</c:v>
                </c:pt>
                <c:pt idx="5380">
                  <c:v>2033-09-24</c:v>
                </c:pt>
                <c:pt idx="5381">
                  <c:v>2033-09-25</c:v>
                </c:pt>
                <c:pt idx="5382">
                  <c:v>2033-09-26</c:v>
                </c:pt>
                <c:pt idx="5383">
                  <c:v>2033-09-27</c:v>
                </c:pt>
                <c:pt idx="5384">
                  <c:v>2033-09-28</c:v>
                </c:pt>
                <c:pt idx="5385">
                  <c:v>2033-09-29</c:v>
                </c:pt>
                <c:pt idx="5386">
                  <c:v>2033-09-30</c:v>
                </c:pt>
                <c:pt idx="5387">
                  <c:v>2033-10-01</c:v>
                </c:pt>
                <c:pt idx="5388">
                  <c:v>2033-10-02</c:v>
                </c:pt>
                <c:pt idx="5389">
                  <c:v>2033-10-03</c:v>
                </c:pt>
                <c:pt idx="5390">
                  <c:v>2033-10-04</c:v>
                </c:pt>
                <c:pt idx="5391">
                  <c:v>2033-10-05</c:v>
                </c:pt>
                <c:pt idx="5392">
                  <c:v>2033-10-06</c:v>
                </c:pt>
                <c:pt idx="5393">
                  <c:v>2033-10-07</c:v>
                </c:pt>
                <c:pt idx="5394">
                  <c:v>2033-10-08</c:v>
                </c:pt>
                <c:pt idx="5395">
                  <c:v>2033-10-09</c:v>
                </c:pt>
                <c:pt idx="5396">
                  <c:v>2033-10-10</c:v>
                </c:pt>
                <c:pt idx="5397">
                  <c:v>2033-10-11</c:v>
                </c:pt>
                <c:pt idx="5398">
                  <c:v>2033-10-12</c:v>
                </c:pt>
                <c:pt idx="5399">
                  <c:v>2033-10-13</c:v>
                </c:pt>
                <c:pt idx="5400">
                  <c:v>2033-10-14</c:v>
                </c:pt>
                <c:pt idx="5401">
                  <c:v>2033-10-15</c:v>
                </c:pt>
                <c:pt idx="5402">
                  <c:v>2033-10-16</c:v>
                </c:pt>
                <c:pt idx="5403">
                  <c:v>2033-10-17</c:v>
                </c:pt>
                <c:pt idx="5404">
                  <c:v>2033-10-18</c:v>
                </c:pt>
                <c:pt idx="5405">
                  <c:v>2033-10-19</c:v>
                </c:pt>
                <c:pt idx="5406">
                  <c:v>2033-10-20</c:v>
                </c:pt>
                <c:pt idx="5407">
                  <c:v>2033-10-21</c:v>
                </c:pt>
                <c:pt idx="5408">
                  <c:v>2033-10-22</c:v>
                </c:pt>
                <c:pt idx="5409">
                  <c:v>2033-10-23</c:v>
                </c:pt>
                <c:pt idx="5410">
                  <c:v>2033-10-24</c:v>
                </c:pt>
                <c:pt idx="5411">
                  <c:v>2033-10-25</c:v>
                </c:pt>
                <c:pt idx="5412">
                  <c:v>2033-10-26</c:v>
                </c:pt>
                <c:pt idx="5413">
                  <c:v>2033-10-27</c:v>
                </c:pt>
                <c:pt idx="5414">
                  <c:v>2033-10-28</c:v>
                </c:pt>
                <c:pt idx="5415">
                  <c:v>2033-10-29</c:v>
                </c:pt>
                <c:pt idx="5416">
                  <c:v>2033-10-30</c:v>
                </c:pt>
                <c:pt idx="5417">
                  <c:v>2033-10-31</c:v>
                </c:pt>
                <c:pt idx="5418">
                  <c:v>2033-11-01</c:v>
                </c:pt>
                <c:pt idx="5419">
                  <c:v>2033-11-02</c:v>
                </c:pt>
                <c:pt idx="5420">
                  <c:v>2033-11-03</c:v>
                </c:pt>
                <c:pt idx="5421">
                  <c:v>2033-11-04</c:v>
                </c:pt>
                <c:pt idx="5422">
                  <c:v>2033-11-05</c:v>
                </c:pt>
                <c:pt idx="5423">
                  <c:v>2033-11-06</c:v>
                </c:pt>
                <c:pt idx="5424">
                  <c:v>2033-11-07</c:v>
                </c:pt>
                <c:pt idx="5425">
                  <c:v>2033-11-08</c:v>
                </c:pt>
                <c:pt idx="5426">
                  <c:v>2033-11-09</c:v>
                </c:pt>
                <c:pt idx="5427">
                  <c:v>2033-11-10</c:v>
                </c:pt>
                <c:pt idx="5428">
                  <c:v>2033-11-11</c:v>
                </c:pt>
                <c:pt idx="5429">
                  <c:v>2033-11-12</c:v>
                </c:pt>
                <c:pt idx="5430">
                  <c:v>2033-11-13</c:v>
                </c:pt>
                <c:pt idx="5431">
                  <c:v>2033-11-14</c:v>
                </c:pt>
                <c:pt idx="5432">
                  <c:v>2033-11-15</c:v>
                </c:pt>
                <c:pt idx="5433">
                  <c:v>2033-11-16</c:v>
                </c:pt>
                <c:pt idx="5434">
                  <c:v>2033-11-17</c:v>
                </c:pt>
                <c:pt idx="5435">
                  <c:v>2033-11-18</c:v>
                </c:pt>
                <c:pt idx="5436">
                  <c:v>2033-11-19</c:v>
                </c:pt>
                <c:pt idx="5437">
                  <c:v>2033-11-20</c:v>
                </c:pt>
                <c:pt idx="5438">
                  <c:v>2033-11-21</c:v>
                </c:pt>
                <c:pt idx="5439">
                  <c:v>2033-11-22</c:v>
                </c:pt>
                <c:pt idx="5440">
                  <c:v>2033-11-23</c:v>
                </c:pt>
                <c:pt idx="5441">
                  <c:v>2033-11-24</c:v>
                </c:pt>
                <c:pt idx="5442">
                  <c:v>2033-11-25</c:v>
                </c:pt>
                <c:pt idx="5443">
                  <c:v>2033-11-26</c:v>
                </c:pt>
                <c:pt idx="5444">
                  <c:v>2033-11-27</c:v>
                </c:pt>
                <c:pt idx="5445">
                  <c:v>2033-11-28</c:v>
                </c:pt>
                <c:pt idx="5446">
                  <c:v>2033-11-29</c:v>
                </c:pt>
                <c:pt idx="5447">
                  <c:v>2033-11-30</c:v>
                </c:pt>
                <c:pt idx="5448">
                  <c:v>2033-12-01</c:v>
                </c:pt>
                <c:pt idx="5449">
                  <c:v>2033-12-02</c:v>
                </c:pt>
                <c:pt idx="5450">
                  <c:v>2033-12-03</c:v>
                </c:pt>
                <c:pt idx="5451">
                  <c:v>2033-12-04</c:v>
                </c:pt>
                <c:pt idx="5452">
                  <c:v>2033-12-05</c:v>
                </c:pt>
                <c:pt idx="5453">
                  <c:v>2033-12-06</c:v>
                </c:pt>
                <c:pt idx="5454">
                  <c:v>2033-12-07</c:v>
                </c:pt>
                <c:pt idx="5455">
                  <c:v>2033-12-08</c:v>
                </c:pt>
                <c:pt idx="5456">
                  <c:v>2033-12-09</c:v>
                </c:pt>
                <c:pt idx="5457">
                  <c:v>2033-12-10</c:v>
                </c:pt>
                <c:pt idx="5458">
                  <c:v>2033-12-11</c:v>
                </c:pt>
                <c:pt idx="5459">
                  <c:v>2033-12-12</c:v>
                </c:pt>
                <c:pt idx="5460">
                  <c:v>2033-12-13</c:v>
                </c:pt>
                <c:pt idx="5461">
                  <c:v>2033-12-14</c:v>
                </c:pt>
                <c:pt idx="5462">
                  <c:v>2033-12-15</c:v>
                </c:pt>
                <c:pt idx="5463">
                  <c:v>2033-12-16</c:v>
                </c:pt>
                <c:pt idx="5464">
                  <c:v>2033-12-17</c:v>
                </c:pt>
                <c:pt idx="5465">
                  <c:v>2033-12-18</c:v>
                </c:pt>
                <c:pt idx="5466">
                  <c:v>2033-12-19</c:v>
                </c:pt>
                <c:pt idx="5467">
                  <c:v>2033-12-20</c:v>
                </c:pt>
                <c:pt idx="5468">
                  <c:v>2033-12-21</c:v>
                </c:pt>
                <c:pt idx="5469">
                  <c:v>2033-12-22</c:v>
                </c:pt>
                <c:pt idx="5470">
                  <c:v>2033-12-23</c:v>
                </c:pt>
                <c:pt idx="5471">
                  <c:v>2033-12-24</c:v>
                </c:pt>
                <c:pt idx="5472">
                  <c:v>2033-12-25</c:v>
                </c:pt>
                <c:pt idx="5473">
                  <c:v>2033-12-26</c:v>
                </c:pt>
                <c:pt idx="5474">
                  <c:v>2033-12-27</c:v>
                </c:pt>
                <c:pt idx="5475">
                  <c:v>2033-12-28</c:v>
                </c:pt>
                <c:pt idx="5476">
                  <c:v>2033-12-29</c:v>
                </c:pt>
                <c:pt idx="5477">
                  <c:v>2033-12-30</c:v>
                </c:pt>
                <c:pt idx="5478">
                  <c:v>2033-12-31</c:v>
                </c:pt>
                <c:pt idx="5479">
                  <c:v>2034-01-01</c:v>
                </c:pt>
                <c:pt idx="5480">
                  <c:v>2034-01-02</c:v>
                </c:pt>
                <c:pt idx="5481">
                  <c:v>2034-01-03</c:v>
                </c:pt>
                <c:pt idx="5482">
                  <c:v>2034-01-04</c:v>
                </c:pt>
                <c:pt idx="5483">
                  <c:v>2034-01-05</c:v>
                </c:pt>
                <c:pt idx="5484">
                  <c:v>2034-01-06</c:v>
                </c:pt>
                <c:pt idx="5485">
                  <c:v>2034-01-07</c:v>
                </c:pt>
                <c:pt idx="5486">
                  <c:v>2034-01-08</c:v>
                </c:pt>
                <c:pt idx="5487">
                  <c:v>2034-01-09</c:v>
                </c:pt>
                <c:pt idx="5488">
                  <c:v>2034-01-10</c:v>
                </c:pt>
                <c:pt idx="5489">
                  <c:v>2034-01-11</c:v>
                </c:pt>
                <c:pt idx="5490">
                  <c:v>2034-01-12</c:v>
                </c:pt>
                <c:pt idx="5491">
                  <c:v>2034-01-13</c:v>
                </c:pt>
                <c:pt idx="5492">
                  <c:v>2034-01-14</c:v>
                </c:pt>
                <c:pt idx="5493">
                  <c:v>2034-01-15</c:v>
                </c:pt>
                <c:pt idx="5494">
                  <c:v>2034-01-16</c:v>
                </c:pt>
                <c:pt idx="5495">
                  <c:v>2034-01-17</c:v>
                </c:pt>
                <c:pt idx="5496">
                  <c:v>2034-01-18</c:v>
                </c:pt>
                <c:pt idx="5497">
                  <c:v>2034-01-19</c:v>
                </c:pt>
                <c:pt idx="5498">
                  <c:v>2034-01-20</c:v>
                </c:pt>
                <c:pt idx="5499">
                  <c:v>2034-01-21</c:v>
                </c:pt>
                <c:pt idx="5500">
                  <c:v>2034-01-22</c:v>
                </c:pt>
                <c:pt idx="5501">
                  <c:v>2034-01-23</c:v>
                </c:pt>
                <c:pt idx="5502">
                  <c:v>2034-01-24</c:v>
                </c:pt>
                <c:pt idx="5503">
                  <c:v>2034-01-25</c:v>
                </c:pt>
                <c:pt idx="5504">
                  <c:v>2034-01-26</c:v>
                </c:pt>
                <c:pt idx="5505">
                  <c:v>2034-01-27</c:v>
                </c:pt>
                <c:pt idx="5506">
                  <c:v>2034-01-28</c:v>
                </c:pt>
                <c:pt idx="5507">
                  <c:v>2034-01-29</c:v>
                </c:pt>
                <c:pt idx="5508">
                  <c:v>2034-01-30</c:v>
                </c:pt>
                <c:pt idx="5509">
                  <c:v>2034-01-31</c:v>
                </c:pt>
                <c:pt idx="5510">
                  <c:v>2034-02-01</c:v>
                </c:pt>
                <c:pt idx="5511">
                  <c:v>2034-02-02</c:v>
                </c:pt>
                <c:pt idx="5512">
                  <c:v>2034-02-03</c:v>
                </c:pt>
                <c:pt idx="5513">
                  <c:v>2034-02-04</c:v>
                </c:pt>
                <c:pt idx="5514">
                  <c:v>2034-02-05</c:v>
                </c:pt>
                <c:pt idx="5515">
                  <c:v>2034-02-06</c:v>
                </c:pt>
                <c:pt idx="5516">
                  <c:v>2034-02-07</c:v>
                </c:pt>
                <c:pt idx="5517">
                  <c:v>2034-02-08</c:v>
                </c:pt>
                <c:pt idx="5518">
                  <c:v>2034-02-09</c:v>
                </c:pt>
                <c:pt idx="5519">
                  <c:v>2034-02-10</c:v>
                </c:pt>
                <c:pt idx="5520">
                  <c:v>2034-02-11</c:v>
                </c:pt>
                <c:pt idx="5521">
                  <c:v>2034-02-12</c:v>
                </c:pt>
                <c:pt idx="5522">
                  <c:v>2034-02-13</c:v>
                </c:pt>
                <c:pt idx="5523">
                  <c:v>2034-02-14</c:v>
                </c:pt>
                <c:pt idx="5524">
                  <c:v>2034-02-15</c:v>
                </c:pt>
                <c:pt idx="5525">
                  <c:v>2034-02-16</c:v>
                </c:pt>
                <c:pt idx="5526">
                  <c:v>2034-02-17</c:v>
                </c:pt>
                <c:pt idx="5527">
                  <c:v>2034-02-18</c:v>
                </c:pt>
                <c:pt idx="5528">
                  <c:v>2034-02-19</c:v>
                </c:pt>
                <c:pt idx="5529">
                  <c:v>2034-02-20</c:v>
                </c:pt>
                <c:pt idx="5530">
                  <c:v>2034-02-21</c:v>
                </c:pt>
                <c:pt idx="5531">
                  <c:v>2034-02-22</c:v>
                </c:pt>
                <c:pt idx="5532">
                  <c:v>2034-02-23</c:v>
                </c:pt>
                <c:pt idx="5533">
                  <c:v>2034-02-24</c:v>
                </c:pt>
                <c:pt idx="5534">
                  <c:v>2034-02-25</c:v>
                </c:pt>
                <c:pt idx="5535">
                  <c:v>2034-02-26</c:v>
                </c:pt>
                <c:pt idx="5536">
                  <c:v>2034-02-27</c:v>
                </c:pt>
                <c:pt idx="5537">
                  <c:v>2034-02-28</c:v>
                </c:pt>
                <c:pt idx="5538">
                  <c:v>2034-03-01</c:v>
                </c:pt>
                <c:pt idx="5539">
                  <c:v>2034-03-02</c:v>
                </c:pt>
                <c:pt idx="5540">
                  <c:v>2034-03-03</c:v>
                </c:pt>
                <c:pt idx="5541">
                  <c:v>2034-03-04</c:v>
                </c:pt>
                <c:pt idx="5542">
                  <c:v>2034-03-05</c:v>
                </c:pt>
                <c:pt idx="5543">
                  <c:v>2034-03-06</c:v>
                </c:pt>
                <c:pt idx="5544">
                  <c:v>2034-03-07</c:v>
                </c:pt>
                <c:pt idx="5545">
                  <c:v>2034-03-08</c:v>
                </c:pt>
                <c:pt idx="5546">
                  <c:v>2034-03-09</c:v>
                </c:pt>
                <c:pt idx="5547">
                  <c:v>2034-03-10</c:v>
                </c:pt>
                <c:pt idx="5548">
                  <c:v>2034-03-11</c:v>
                </c:pt>
                <c:pt idx="5549">
                  <c:v>2034-03-12</c:v>
                </c:pt>
                <c:pt idx="5550">
                  <c:v>2034-03-13</c:v>
                </c:pt>
                <c:pt idx="5551">
                  <c:v>2034-03-14</c:v>
                </c:pt>
                <c:pt idx="5552">
                  <c:v>2034-03-15</c:v>
                </c:pt>
                <c:pt idx="5553">
                  <c:v>2034-03-16</c:v>
                </c:pt>
                <c:pt idx="5554">
                  <c:v>2034-03-17</c:v>
                </c:pt>
                <c:pt idx="5555">
                  <c:v>2034-03-18</c:v>
                </c:pt>
                <c:pt idx="5556">
                  <c:v>2034-03-19</c:v>
                </c:pt>
                <c:pt idx="5557">
                  <c:v>2034-03-20</c:v>
                </c:pt>
                <c:pt idx="5558">
                  <c:v>2034-03-21</c:v>
                </c:pt>
                <c:pt idx="5559">
                  <c:v>2034-03-22</c:v>
                </c:pt>
                <c:pt idx="5560">
                  <c:v>2034-03-23</c:v>
                </c:pt>
                <c:pt idx="5561">
                  <c:v>2034-03-24</c:v>
                </c:pt>
                <c:pt idx="5562">
                  <c:v>2034-03-25</c:v>
                </c:pt>
                <c:pt idx="5563">
                  <c:v>2034-03-26</c:v>
                </c:pt>
                <c:pt idx="5564">
                  <c:v>2034-03-27</c:v>
                </c:pt>
                <c:pt idx="5565">
                  <c:v>2034-03-28</c:v>
                </c:pt>
                <c:pt idx="5566">
                  <c:v>2034-03-29</c:v>
                </c:pt>
                <c:pt idx="5567">
                  <c:v>2034-03-30</c:v>
                </c:pt>
                <c:pt idx="5568">
                  <c:v>2034-03-31</c:v>
                </c:pt>
                <c:pt idx="5569">
                  <c:v>2034-04-01</c:v>
                </c:pt>
                <c:pt idx="5570">
                  <c:v>2034-04-02</c:v>
                </c:pt>
                <c:pt idx="5571">
                  <c:v>2034-04-03</c:v>
                </c:pt>
                <c:pt idx="5572">
                  <c:v>2034-04-04</c:v>
                </c:pt>
                <c:pt idx="5573">
                  <c:v>2034-04-05</c:v>
                </c:pt>
                <c:pt idx="5574">
                  <c:v>2034-04-06</c:v>
                </c:pt>
                <c:pt idx="5575">
                  <c:v>2034-04-07</c:v>
                </c:pt>
                <c:pt idx="5576">
                  <c:v>2034-04-08</c:v>
                </c:pt>
                <c:pt idx="5577">
                  <c:v>2034-04-09</c:v>
                </c:pt>
                <c:pt idx="5578">
                  <c:v>2034-04-10</c:v>
                </c:pt>
                <c:pt idx="5579">
                  <c:v>2034-04-11</c:v>
                </c:pt>
                <c:pt idx="5580">
                  <c:v>2034-04-12</c:v>
                </c:pt>
                <c:pt idx="5581">
                  <c:v>2034-04-13</c:v>
                </c:pt>
                <c:pt idx="5582">
                  <c:v>2034-04-14</c:v>
                </c:pt>
                <c:pt idx="5583">
                  <c:v>2034-04-15</c:v>
                </c:pt>
                <c:pt idx="5584">
                  <c:v>2034-04-16</c:v>
                </c:pt>
                <c:pt idx="5585">
                  <c:v>2034-04-17</c:v>
                </c:pt>
                <c:pt idx="5586">
                  <c:v>2034-04-18</c:v>
                </c:pt>
                <c:pt idx="5587">
                  <c:v>2034-04-19</c:v>
                </c:pt>
                <c:pt idx="5588">
                  <c:v>2034-04-20</c:v>
                </c:pt>
                <c:pt idx="5589">
                  <c:v>2034-04-21</c:v>
                </c:pt>
                <c:pt idx="5590">
                  <c:v>2034-04-22</c:v>
                </c:pt>
                <c:pt idx="5591">
                  <c:v>2034-04-23</c:v>
                </c:pt>
                <c:pt idx="5592">
                  <c:v>2034-04-24</c:v>
                </c:pt>
                <c:pt idx="5593">
                  <c:v>2034-04-25</c:v>
                </c:pt>
                <c:pt idx="5594">
                  <c:v>2034-04-26</c:v>
                </c:pt>
                <c:pt idx="5595">
                  <c:v>2034-04-27</c:v>
                </c:pt>
                <c:pt idx="5596">
                  <c:v>2034-04-28</c:v>
                </c:pt>
                <c:pt idx="5597">
                  <c:v>2034-04-29</c:v>
                </c:pt>
                <c:pt idx="5598">
                  <c:v>2034-04-30</c:v>
                </c:pt>
                <c:pt idx="5599">
                  <c:v>2034-05-01</c:v>
                </c:pt>
                <c:pt idx="5600">
                  <c:v>2034-05-02</c:v>
                </c:pt>
                <c:pt idx="5601">
                  <c:v>2034-05-03</c:v>
                </c:pt>
                <c:pt idx="5602">
                  <c:v>2034-05-04</c:v>
                </c:pt>
                <c:pt idx="5603">
                  <c:v>2034-05-05</c:v>
                </c:pt>
                <c:pt idx="5604">
                  <c:v>2034-05-06</c:v>
                </c:pt>
                <c:pt idx="5605">
                  <c:v>2034-05-07</c:v>
                </c:pt>
                <c:pt idx="5606">
                  <c:v>2034-05-08</c:v>
                </c:pt>
                <c:pt idx="5607">
                  <c:v>2034-05-09</c:v>
                </c:pt>
                <c:pt idx="5608">
                  <c:v>2034-05-10</c:v>
                </c:pt>
                <c:pt idx="5609">
                  <c:v>2034-05-11</c:v>
                </c:pt>
                <c:pt idx="5610">
                  <c:v>2034-05-12</c:v>
                </c:pt>
                <c:pt idx="5611">
                  <c:v>2034-05-13</c:v>
                </c:pt>
                <c:pt idx="5612">
                  <c:v>2034-05-14</c:v>
                </c:pt>
                <c:pt idx="5613">
                  <c:v>2034-05-15</c:v>
                </c:pt>
                <c:pt idx="5614">
                  <c:v>2034-05-16</c:v>
                </c:pt>
                <c:pt idx="5615">
                  <c:v>2034-05-17</c:v>
                </c:pt>
                <c:pt idx="5616">
                  <c:v>2034-05-18</c:v>
                </c:pt>
                <c:pt idx="5617">
                  <c:v>2034-05-19</c:v>
                </c:pt>
                <c:pt idx="5618">
                  <c:v>2034-05-20</c:v>
                </c:pt>
                <c:pt idx="5619">
                  <c:v>2034-05-21</c:v>
                </c:pt>
                <c:pt idx="5620">
                  <c:v>2034-05-22</c:v>
                </c:pt>
                <c:pt idx="5621">
                  <c:v>2034-05-23</c:v>
                </c:pt>
                <c:pt idx="5622">
                  <c:v>2034-05-24</c:v>
                </c:pt>
                <c:pt idx="5623">
                  <c:v>2034-05-25</c:v>
                </c:pt>
                <c:pt idx="5624">
                  <c:v>2034-05-26</c:v>
                </c:pt>
                <c:pt idx="5625">
                  <c:v>2034-05-27</c:v>
                </c:pt>
                <c:pt idx="5626">
                  <c:v>2034-05-28</c:v>
                </c:pt>
                <c:pt idx="5627">
                  <c:v>2034-05-29</c:v>
                </c:pt>
                <c:pt idx="5628">
                  <c:v>2034-05-30</c:v>
                </c:pt>
                <c:pt idx="5629">
                  <c:v>2034-05-31</c:v>
                </c:pt>
                <c:pt idx="5630">
                  <c:v>2034-06-01</c:v>
                </c:pt>
                <c:pt idx="5631">
                  <c:v>2034-06-02</c:v>
                </c:pt>
                <c:pt idx="5632">
                  <c:v>2034-06-03</c:v>
                </c:pt>
                <c:pt idx="5633">
                  <c:v>2034-06-04</c:v>
                </c:pt>
                <c:pt idx="5634">
                  <c:v>2034-06-05</c:v>
                </c:pt>
                <c:pt idx="5635">
                  <c:v>2034-06-06</c:v>
                </c:pt>
                <c:pt idx="5636">
                  <c:v>2034-06-07</c:v>
                </c:pt>
                <c:pt idx="5637">
                  <c:v>2034-06-08</c:v>
                </c:pt>
                <c:pt idx="5638">
                  <c:v>2034-06-09</c:v>
                </c:pt>
                <c:pt idx="5639">
                  <c:v>2034-06-10</c:v>
                </c:pt>
                <c:pt idx="5640">
                  <c:v>2034-06-11</c:v>
                </c:pt>
                <c:pt idx="5641">
                  <c:v>2034-06-12</c:v>
                </c:pt>
                <c:pt idx="5642">
                  <c:v>2034-06-13</c:v>
                </c:pt>
                <c:pt idx="5643">
                  <c:v>2034-06-14</c:v>
                </c:pt>
                <c:pt idx="5644">
                  <c:v>2034-06-15</c:v>
                </c:pt>
                <c:pt idx="5645">
                  <c:v>2034-06-16</c:v>
                </c:pt>
                <c:pt idx="5646">
                  <c:v>2034-06-17</c:v>
                </c:pt>
                <c:pt idx="5647">
                  <c:v>2034-06-18</c:v>
                </c:pt>
                <c:pt idx="5648">
                  <c:v>2034-06-19</c:v>
                </c:pt>
                <c:pt idx="5649">
                  <c:v>2034-06-20</c:v>
                </c:pt>
                <c:pt idx="5650">
                  <c:v>2034-06-21</c:v>
                </c:pt>
                <c:pt idx="5651">
                  <c:v>2034-06-22</c:v>
                </c:pt>
                <c:pt idx="5652">
                  <c:v>2034-06-23</c:v>
                </c:pt>
                <c:pt idx="5653">
                  <c:v>2034-06-24</c:v>
                </c:pt>
                <c:pt idx="5654">
                  <c:v>2034-06-25</c:v>
                </c:pt>
                <c:pt idx="5655">
                  <c:v>2034-06-26</c:v>
                </c:pt>
                <c:pt idx="5656">
                  <c:v>2034-06-27</c:v>
                </c:pt>
                <c:pt idx="5657">
                  <c:v>2034-06-28</c:v>
                </c:pt>
                <c:pt idx="5658">
                  <c:v>2034-06-29</c:v>
                </c:pt>
                <c:pt idx="5659">
                  <c:v>2034-06-30</c:v>
                </c:pt>
                <c:pt idx="5660">
                  <c:v>2034-07-01</c:v>
                </c:pt>
                <c:pt idx="5661">
                  <c:v>2034-07-02</c:v>
                </c:pt>
                <c:pt idx="5662">
                  <c:v>2034-07-03</c:v>
                </c:pt>
                <c:pt idx="5663">
                  <c:v>2034-07-04</c:v>
                </c:pt>
                <c:pt idx="5664">
                  <c:v>2034-07-05</c:v>
                </c:pt>
                <c:pt idx="5665">
                  <c:v>2034-07-06</c:v>
                </c:pt>
                <c:pt idx="5666">
                  <c:v>2034-07-07</c:v>
                </c:pt>
                <c:pt idx="5667">
                  <c:v>2034-07-08</c:v>
                </c:pt>
                <c:pt idx="5668">
                  <c:v>2034-07-09</c:v>
                </c:pt>
                <c:pt idx="5669">
                  <c:v>2034-07-10</c:v>
                </c:pt>
                <c:pt idx="5670">
                  <c:v>2034-07-11</c:v>
                </c:pt>
                <c:pt idx="5671">
                  <c:v>2034-07-12</c:v>
                </c:pt>
                <c:pt idx="5672">
                  <c:v>2034-07-13</c:v>
                </c:pt>
                <c:pt idx="5673">
                  <c:v>2034-07-14</c:v>
                </c:pt>
                <c:pt idx="5674">
                  <c:v>2034-07-15</c:v>
                </c:pt>
                <c:pt idx="5675">
                  <c:v>2034-07-16</c:v>
                </c:pt>
                <c:pt idx="5676">
                  <c:v>2034-07-17</c:v>
                </c:pt>
                <c:pt idx="5677">
                  <c:v>2034-07-18</c:v>
                </c:pt>
                <c:pt idx="5678">
                  <c:v>2034-07-19</c:v>
                </c:pt>
                <c:pt idx="5679">
                  <c:v>2034-07-20</c:v>
                </c:pt>
                <c:pt idx="5680">
                  <c:v>2034-07-21</c:v>
                </c:pt>
                <c:pt idx="5681">
                  <c:v>2034-07-22</c:v>
                </c:pt>
                <c:pt idx="5682">
                  <c:v>2034-07-23</c:v>
                </c:pt>
                <c:pt idx="5683">
                  <c:v>2034-07-24</c:v>
                </c:pt>
                <c:pt idx="5684">
                  <c:v>2034-07-25</c:v>
                </c:pt>
                <c:pt idx="5685">
                  <c:v>2034-07-26</c:v>
                </c:pt>
                <c:pt idx="5686">
                  <c:v>2034-07-27</c:v>
                </c:pt>
                <c:pt idx="5687">
                  <c:v>2034-07-28</c:v>
                </c:pt>
                <c:pt idx="5688">
                  <c:v>2034-07-29</c:v>
                </c:pt>
                <c:pt idx="5689">
                  <c:v>2034-07-30</c:v>
                </c:pt>
                <c:pt idx="5690">
                  <c:v>2034-07-31</c:v>
                </c:pt>
                <c:pt idx="5691">
                  <c:v>2034-08-01</c:v>
                </c:pt>
                <c:pt idx="5692">
                  <c:v>2034-08-02</c:v>
                </c:pt>
                <c:pt idx="5693">
                  <c:v>2034-08-03</c:v>
                </c:pt>
                <c:pt idx="5694">
                  <c:v>2034-08-04</c:v>
                </c:pt>
                <c:pt idx="5695">
                  <c:v>2034-08-05</c:v>
                </c:pt>
                <c:pt idx="5696">
                  <c:v>2034-08-06</c:v>
                </c:pt>
                <c:pt idx="5697">
                  <c:v>2034-08-07</c:v>
                </c:pt>
                <c:pt idx="5698">
                  <c:v>2034-08-08</c:v>
                </c:pt>
                <c:pt idx="5699">
                  <c:v>2034-08-09</c:v>
                </c:pt>
                <c:pt idx="5700">
                  <c:v>2034-08-10</c:v>
                </c:pt>
                <c:pt idx="5701">
                  <c:v>2034-08-11</c:v>
                </c:pt>
                <c:pt idx="5702">
                  <c:v>2034-08-12</c:v>
                </c:pt>
                <c:pt idx="5703">
                  <c:v>2034-08-13</c:v>
                </c:pt>
                <c:pt idx="5704">
                  <c:v>2034-08-14</c:v>
                </c:pt>
                <c:pt idx="5705">
                  <c:v>2034-08-15</c:v>
                </c:pt>
                <c:pt idx="5706">
                  <c:v>2034-08-16</c:v>
                </c:pt>
                <c:pt idx="5707">
                  <c:v>2034-08-17</c:v>
                </c:pt>
                <c:pt idx="5708">
                  <c:v>2034-08-18</c:v>
                </c:pt>
                <c:pt idx="5709">
                  <c:v>2034-08-19</c:v>
                </c:pt>
                <c:pt idx="5710">
                  <c:v>2034-08-20</c:v>
                </c:pt>
                <c:pt idx="5711">
                  <c:v>2034-08-21</c:v>
                </c:pt>
                <c:pt idx="5712">
                  <c:v>2034-08-22</c:v>
                </c:pt>
                <c:pt idx="5713">
                  <c:v>2034-08-23</c:v>
                </c:pt>
                <c:pt idx="5714">
                  <c:v>2034-08-24</c:v>
                </c:pt>
                <c:pt idx="5715">
                  <c:v>2034-08-25</c:v>
                </c:pt>
                <c:pt idx="5716">
                  <c:v>2034-08-26</c:v>
                </c:pt>
                <c:pt idx="5717">
                  <c:v>2034-08-27</c:v>
                </c:pt>
                <c:pt idx="5718">
                  <c:v>2034-08-28</c:v>
                </c:pt>
                <c:pt idx="5719">
                  <c:v>2034-08-29</c:v>
                </c:pt>
                <c:pt idx="5720">
                  <c:v>2034-08-30</c:v>
                </c:pt>
                <c:pt idx="5721">
                  <c:v>2034-08-31</c:v>
                </c:pt>
                <c:pt idx="5722">
                  <c:v>2034-09-01</c:v>
                </c:pt>
                <c:pt idx="5723">
                  <c:v>2034-09-02</c:v>
                </c:pt>
                <c:pt idx="5724">
                  <c:v>2034-09-03</c:v>
                </c:pt>
                <c:pt idx="5725">
                  <c:v>2034-09-04</c:v>
                </c:pt>
                <c:pt idx="5726">
                  <c:v>2034-09-05</c:v>
                </c:pt>
                <c:pt idx="5727">
                  <c:v>2034-09-06</c:v>
                </c:pt>
                <c:pt idx="5728">
                  <c:v>2034-09-07</c:v>
                </c:pt>
                <c:pt idx="5729">
                  <c:v>2034-09-08</c:v>
                </c:pt>
                <c:pt idx="5730">
                  <c:v>2034-09-09</c:v>
                </c:pt>
                <c:pt idx="5731">
                  <c:v>2034-09-10</c:v>
                </c:pt>
                <c:pt idx="5732">
                  <c:v>2034-09-11</c:v>
                </c:pt>
                <c:pt idx="5733">
                  <c:v>2034-09-12</c:v>
                </c:pt>
                <c:pt idx="5734">
                  <c:v>2034-09-13</c:v>
                </c:pt>
                <c:pt idx="5735">
                  <c:v>2034-09-14</c:v>
                </c:pt>
                <c:pt idx="5736">
                  <c:v>2034-09-15</c:v>
                </c:pt>
                <c:pt idx="5737">
                  <c:v>2034-09-16</c:v>
                </c:pt>
                <c:pt idx="5738">
                  <c:v>2034-09-17</c:v>
                </c:pt>
                <c:pt idx="5739">
                  <c:v>2034-09-18</c:v>
                </c:pt>
                <c:pt idx="5740">
                  <c:v>2034-09-19</c:v>
                </c:pt>
                <c:pt idx="5741">
                  <c:v>2034-09-20</c:v>
                </c:pt>
                <c:pt idx="5742">
                  <c:v>2034-09-21</c:v>
                </c:pt>
                <c:pt idx="5743">
                  <c:v>2034-09-22</c:v>
                </c:pt>
                <c:pt idx="5744">
                  <c:v>2034-09-23</c:v>
                </c:pt>
                <c:pt idx="5745">
                  <c:v>2034-09-24</c:v>
                </c:pt>
                <c:pt idx="5746">
                  <c:v>2034-09-25</c:v>
                </c:pt>
                <c:pt idx="5747">
                  <c:v>2034-09-26</c:v>
                </c:pt>
                <c:pt idx="5748">
                  <c:v>2034-09-27</c:v>
                </c:pt>
                <c:pt idx="5749">
                  <c:v>2034-09-28</c:v>
                </c:pt>
                <c:pt idx="5750">
                  <c:v>2034-09-29</c:v>
                </c:pt>
                <c:pt idx="5751">
                  <c:v>2034-09-30</c:v>
                </c:pt>
                <c:pt idx="5752">
                  <c:v>2034-10-01</c:v>
                </c:pt>
                <c:pt idx="5753">
                  <c:v>2034-10-02</c:v>
                </c:pt>
                <c:pt idx="5754">
                  <c:v>2034-10-03</c:v>
                </c:pt>
                <c:pt idx="5755">
                  <c:v>2034-10-04</c:v>
                </c:pt>
                <c:pt idx="5756">
                  <c:v>2034-10-05</c:v>
                </c:pt>
                <c:pt idx="5757">
                  <c:v>2034-10-06</c:v>
                </c:pt>
                <c:pt idx="5758">
                  <c:v>2034-10-07</c:v>
                </c:pt>
                <c:pt idx="5759">
                  <c:v>2034-10-08</c:v>
                </c:pt>
                <c:pt idx="5760">
                  <c:v>2034-10-09</c:v>
                </c:pt>
                <c:pt idx="5761">
                  <c:v>2034-10-10</c:v>
                </c:pt>
                <c:pt idx="5762">
                  <c:v>2034-10-11</c:v>
                </c:pt>
                <c:pt idx="5763">
                  <c:v>2034-10-12</c:v>
                </c:pt>
                <c:pt idx="5764">
                  <c:v>2034-10-13</c:v>
                </c:pt>
                <c:pt idx="5765">
                  <c:v>2034-10-14</c:v>
                </c:pt>
                <c:pt idx="5766">
                  <c:v>2034-10-15</c:v>
                </c:pt>
                <c:pt idx="5767">
                  <c:v>2034-10-16</c:v>
                </c:pt>
                <c:pt idx="5768">
                  <c:v>2034-10-17</c:v>
                </c:pt>
                <c:pt idx="5769">
                  <c:v>2034-10-18</c:v>
                </c:pt>
                <c:pt idx="5770">
                  <c:v>2034-10-19</c:v>
                </c:pt>
                <c:pt idx="5771">
                  <c:v>2034-10-20</c:v>
                </c:pt>
                <c:pt idx="5772">
                  <c:v>2034-10-21</c:v>
                </c:pt>
                <c:pt idx="5773">
                  <c:v>2034-10-22</c:v>
                </c:pt>
                <c:pt idx="5774">
                  <c:v>2034-10-23</c:v>
                </c:pt>
                <c:pt idx="5775">
                  <c:v>2034-10-24</c:v>
                </c:pt>
                <c:pt idx="5776">
                  <c:v>2034-10-25</c:v>
                </c:pt>
                <c:pt idx="5777">
                  <c:v>2034-10-26</c:v>
                </c:pt>
                <c:pt idx="5778">
                  <c:v>2034-10-27</c:v>
                </c:pt>
                <c:pt idx="5779">
                  <c:v>2034-10-28</c:v>
                </c:pt>
                <c:pt idx="5780">
                  <c:v>2034-10-29</c:v>
                </c:pt>
                <c:pt idx="5781">
                  <c:v>2034-10-30</c:v>
                </c:pt>
                <c:pt idx="5782">
                  <c:v>2034-10-31</c:v>
                </c:pt>
                <c:pt idx="5783">
                  <c:v>2034-11-01</c:v>
                </c:pt>
                <c:pt idx="5784">
                  <c:v>2034-11-02</c:v>
                </c:pt>
                <c:pt idx="5785">
                  <c:v>2034-11-03</c:v>
                </c:pt>
                <c:pt idx="5786">
                  <c:v>2034-11-04</c:v>
                </c:pt>
                <c:pt idx="5787">
                  <c:v>2034-11-05</c:v>
                </c:pt>
                <c:pt idx="5788">
                  <c:v>2034-11-06</c:v>
                </c:pt>
                <c:pt idx="5789">
                  <c:v>2034-11-07</c:v>
                </c:pt>
                <c:pt idx="5790">
                  <c:v>2034-11-08</c:v>
                </c:pt>
                <c:pt idx="5791">
                  <c:v>2034-11-09</c:v>
                </c:pt>
                <c:pt idx="5792">
                  <c:v>2034-11-10</c:v>
                </c:pt>
                <c:pt idx="5793">
                  <c:v>2034-11-11</c:v>
                </c:pt>
                <c:pt idx="5794">
                  <c:v>2034-11-12</c:v>
                </c:pt>
                <c:pt idx="5795">
                  <c:v>2034-11-13</c:v>
                </c:pt>
                <c:pt idx="5796">
                  <c:v>2034-11-14</c:v>
                </c:pt>
                <c:pt idx="5797">
                  <c:v>2034-11-15</c:v>
                </c:pt>
                <c:pt idx="5798">
                  <c:v>2034-11-16</c:v>
                </c:pt>
                <c:pt idx="5799">
                  <c:v>2034-11-17</c:v>
                </c:pt>
                <c:pt idx="5800">
                  <c:v>2034-11-18</c:v>
                </c:pt>
                <c:pt idx="5801">
                  <c:v>2034-11-19</c:v>
                </c:pt>
                <c:pt idx="5802">
                  <c:v>2034-11-20</c:v>
                </c:pt>
                <c:pt idx="5803">
                  <c:v>2034-11-21</c:v>
                </c:pt>
                <c:pt idx="5804">
                  <c:v>2034-11-22</c:v>
                </c:pt>
                <c:pt idx="5805">
                  <c:v>2034-11-23</c:v>
                </c:pt>
                <c:pt idx="5806">
                  <c:v>2034-11-24</c:v>
                </c:pt>
                <c:pt idx="5807">
                  <c:v>2034-11-25</c:v>
                </c:pt>
                <c:pt idx="5808">
                  <c:v>2034-11-26</c:v>
                </c:pt>
                <c:pt idx="5809">
                  <c:v>2034-11-27</c:v>
                </c:pt>
                <c:pt idx="5810">
                  <c:v>2034-11-28</c:v>
                </c:pt>
                <c:pt idx="5811">
                  <c:v>2034-11-29</c:v>
                </c:pt>
                <c:pt idx="5812">
                  <c:v>2034-11-30</c:v>
                </c:pt>
                <c:pt idx="5813">
                  <c:v>2034-12-01</c:v>
                </c:pt>
                <c:pt idx="5814">
                  <c:v>2034-12-02</c:v>
                </c:pt>
                <c:pt idx="5815">
                  <c:v>2034-12-03</c:v>
                </c:pt>
                <c:pt idx="5816">
                  <c:v>2034-12-04</c:v>
                </c:pt>
                <c:pt idx="5817">
                  <c:v>2034-12-05</c:v>
                </c:pt>
                <c:pt idx="5818">
                  <c:v>2034-12-06</c:v>
                </c:pt>
                <c:pt idx="5819">
                  <c:v>2034-12-07</c:v>
                </c:pt>
                <c:pt idx="5820">
                  <c:v>2034-12-08</c:v>
                </c:pt>
                <c:pt idx="5821">
                  <c:v>2034-12-09</c:v>
                </c:pt>
                <c:pt idx="5822">
                  <c:v>2034-12-10</c:v>
                </c:pt>
                <c:pt idx="5823">
                  <c:v>2034-12-11</c:v>
                </c:pt>
                <c:pt idx="5824">
                  <c:v>2034-12-12</c:v>
                </c:pt>
                <c:pt idx="5825">
                  <c:v>2034-12-13</c:v>
                </c:pt>
                <c:pt idx="5826">
                  <c:v>2034-12-14</c:v>
                </c:pt>
                <c:pt idx="5827">
                  <c:v>2034-12-15</c:v>
                </c:pt>
                <c:pt idx="5828">
                  <c:v>2034-12-16</c:v>
                </c:pt>
                <c:pt idx="5829">
                  <c:v>2034-12-17</c:v>
                </c:pt>
                <c:pt idx="5830">
                  <c:v>2034-12-18</c:v>
                </c:pt>
                <c:pt idx="5831">
                  <c:v>2034-12-19</c:v>
                </c:pt>
                <c:pt idx="5832">
                  <c:v>2034-12-20</c:v>
                </c:pt>
                <c:pt idx="5833">
                  <c:v>2034-12-21</c:v>
                </c:pt>
                <c:pt idx="5834">
                  <c:v>2034-12-22</c:v>
                </c:pt>
                <c:pt idx="5835">
                  <c:v>2034-12-23</c:v>
                </c:pt>
                <c:pt idx="5836">
                  <c:v>2034-12-24</c:v>
                </c:pt>
                <c:pt idx="5837">
                  <c:v>2034-12-25</c:v>
                </c:pt>
                <c:pt idx="5838">
                  <c:v>2034-12-26</c:v>
                </c:pt>
                <c:pt idx="5839">
                  <c:v>2034-12-27</c:v>
                </c:pt>
                <c:pt idx="5840">
                  <c:v>2034-12-28</c:v>
                </c:pt>
                <c:pt idx="5841">
                  <c:v>2034-12-29</c:v>
                </c:pt>
                <c:pt idx="5842">
                  <c:v>2034-12-30</c:v>
                </c:pt>
                <c:pt idx="5843">
                  <c:v>2034-12-31</c:v>
                </c:pt>
                <c:pt idx="5844">
                  <c:v>2035-01-01</c:v>
                </c:pt>
                <c:pt idx="5845">
                  <c:v>2035-01-02</c:v>
                </c:pt>
                <c:pt idx="5846">
                  <c:v>2035-01-03</c:v>
                </c:pt>
                <c:pt idx="5847">
                  <c:v>2035-01-04</c:v>
                </c:pt>
                <c:pt idx="5848">
                  <c:v>2035-01-05</c:v>
                </c:pt>
                <c:pt idx="5849">
                  <c:v>2035-01-06</c:v>
                </c:pt>
                <c:pt idx="5850">
                  <c:v>2035-01-07</c:v>
                </c:pt>
                <c:pt idx="5851">
                  <c:v>2035-01-08</c:v>
                </c:pt>
                <c:pt idx="5852">
                  <c:v>2035-01-09</c:v>
                </c:pt>
                <c:pt idx="5853">
                  <c:v>2035-01-10</c:v>
                </c:pt>
                <c:pt idx="5854">
                  <c:v>2035-01-11</c:v>
                </c:pt>
                <c:pt idx="5855">
                  <c:v>2035-01-12</c:v>
                </c:pt>
                <c:pt idx="5856">
                  <c:v>2035-01-13</c:v>
                </c:pt>
                <c:pt idx="5857">
                  <c:v>2035-01-14</c:v>
                </c:pt>
                <c:pt idx="5858">
                  <c:v>2035-01-15</c:v>
                </c:pt>
                <c:pt idx="5859">
                  <c:v>2035-01-16</c:v>
                </c:pt>
                <c:pt idx="5860">
                  <c:v>2035-01-17</c:v>
                </c:pt>
                <c:pt idx="5861">
                  <c:v>2035-01-18</c:v>
                </c:pt>
                <c:pt idx="5862">
                  <c:v>2035-01-19</c:v>
                </c:pt>
                <c:pt idx="5863">
                  <c:v>2035-01-20</c:v>
                </c:pt>
                <c:pt idx="5864">
                  <c:v>2035-01-21</c:v>
                </c:pt>
                <c:pt idx="5865">
                  <c:v>2035-01-22</c:v>
                </c:pt>
                <c:pt idx="5866">
                  <c:v>2035-01-23</c:v>
                </c:pt>
                <c:pt idx="5867">
                  <c:v>2035-01-24</c:v>
                </c:pt>
                <c:pt idx="5868">
                  <c:v>2035-01-25</c:v>
                </c:pt>
                <c:pt idx="5869">
                  <c:v>2035-01-26</c:v>
                </c:pt>
                <c:pt idx="5870">
                  <c:v>2035-01-27</c:v>
                </c:pt>
                <c:pt idx="5871">
                  <c:v>2035-01-28</c:v>
                </c:pt>
                <c:pt idx="5872">
                  <c:v>2035-01-29</c:v>
                </c:pt>
                <c:pt idx="5873">
                  <c:v>2035-01-30</c:v>
                </c:pt>
                <c:pt idx="5874">
                  <c:v>2035-01-31</c:v>
                </c:pt>
                <c:pt idx="5875">
                  <c:v>2035-02-01</c:v>
                </c:pt>
                <c:pt idx="5876">
                  <c:v>2035-02-02</c:v>
                </c:pt>
                <c:pt idx="5877">
                  <c:v>2035-02-03</c:v>
                </c:pt>
                <c:pt idx="5878">
                  <c:v>2035-02-04</c:v>
                </c:pt>
                <c:pt idx="5879">
                  <c:v>2035-02-05</c:v>
                </c:pt>
                <c:pt idx="5880">
                  <c:v>2035-02-06</c:v>
                </c:pt>
                <c:pt idx="5881">
                  <c:v>2035-02-07</c:v>
                </c:pt>
                <c:pt idx="5882">
                  <c:v>2035-02-08</c:v>
                </c:pt>
                <c:pt idx="5883">
                  <c:v>2035-02-09</c:v>
                </c:pt>
                <c:pt idx="5884">
                  <c:v>2035-02-10</c:v>
                </c:pt>
                <c:pt idx="5885">
                  <c:v>2035-02-11</c:v>
                </c:pt>
                <c:pt idx="5886">
                  <c:v>2035-02-12</c:v>
                </c:pt>
                <c:pt idx="5887">
                  <c:v>2035-02-13</c:v>
                </c:pt>
                <c:pt idx="5888">
                  <c:v>2035-02-14</c:v>
                </c:pt>
                <c:pt idx="5889">
                  <c:v>2035-02-15</c:v>
                </c:pt>
                <c:pt idx="5890">
                  <c:v>2035-02-16</c:v>
                </c:pt>
                <c:pt idx="5891">
                  <c:v>2035-02-17</c:v>
                </c:pt>
                <c:pt idx="5892">
                  <c:v>2035-02-18</c:v>
                </c:pt>
                <c:pt idx="5893">
                  <c:v>2035-02-19</c:v>
                </c:pt>
                <c:pt idx="5894">
                  <c:v>2035-02-20</c:v>
                </c:pt>
                <c:pt idx="5895">
                  <c:v>2035-02-21</c:v>
                </c:pt>
                <c:pt idx="5896">
                  <c:v>2035-02-22</c:v>
                </c:pt>
                <c:pt idx="5897">
                  <c:v>2035-02-23</c:v>
                </c:pt>
                <c:pt idx="5898">
                  <c:v>2035-02-24</c:v>
                </c:pt>
                <c:pt idx="5899">
                  <c:v>2035-02-25</c:v>
                </c:pt>
                <c:pt idx="5900">
                  <c:v>2035-02-26</c:v>
                </c:pt>
                <c:pt idx="5901">
                  <c:v>2035-02-27</c:v>
                </c:pt>
                <c:pt idx="5902">
                  <c:v>2035-02-28</c:v>
                </c:pt>
                <c:pt idx="5903">
                  <c:v>2035-03-01</c:v>
                </c:pt>
                <c:pt idx="5904">
                  <c:v>2035-03-02</c:v>
                </c:pt>
                <c:pt idx="5905">
                  <c:v>2035-03-03</c:v>
                </c:pt>
                <c:pt idx="5906">
                  <c:v>2035-03-04</c:v>
                </c:pt>
                <c:pt idx="5907">
                  <c:v>2035-03-05</c:v>
                </c:pt>
                <c:pt idx="5908">
                  <c:v>2035-03-06</c:v>
                </c:pt>
                <c:pt idx="5909">
                  <c:v>2035-03-07</c:v>
                </c:pt>
                <c:pt idx="5910">
                  <c:v>2035-03-08</c:v>
                </c:pt>
                <c:pt idx="5911">
                  <c:v>2035-03-09</c:v>
                </c:pt>
                <c:pt idx="5912">
                  <c:v>2035-03-10</c:v>
                </c:pt>
                <c:pt idx="5913">
                  <c:v>2035-03-11</c:v>
                </c:pt>
                <c:pt idx="5914">
                  <c:v>2035-03-12</c:v>
                </c:pt>
                <c:pt idx="5915">
                  <c:v>2035-03-13</c:v>
                </c:pt>
                <c:pt idx="5916">
                  <c:v>2035-03-14</c:v>
                </c:pt>
                <c:pt idx="5917">
                  <c:v>2035-03-15</c:v>
                </c:pt>
                <c:pt idx="5918">
                  <c:v>2035-03-16</c:v>
                </c:pt>
                <c:pt idx="5919">
                  <c:v>2035-03-17</c:v>
                </c:pt>
                <c:pt idx="5920">
                  <c:v>2035-03-18</c:v>
                </c:pt>
                <c:pt idx="5921">
                  <c:v>2035-03-19</c:v>
                </c:pt>
                <c:pt idx="5922">
                  <c:v>2035-03-20</c:v>
                </c:pt>
                <c:pt idx="5923">
                  <c:v>2035-03-21</c:v>
                </c:pt>
                <c:pt idx="5924">
                  <c:v>2035-03-22</c:v>
                </c:pt>
                <c:pt idx="5925">
                  <c:v>2035-03-23</c:v>
                </c:pt>
                <c:pt idx="5926">
                  <c:v>2035-03-24</c:v>
                </c:pt>
                <c:pt idx="5927">
                  <c:v>2035-03-25</c:v>
                </c:pt>
                <c:pt idx="5928">
                  <c:v>2035-03-26</c:v>
                </c:pt>
                <c:pt idx="5929">
                  <c:v>2035-03-27</c:v>
                </c:pt>
                <c:pt idx="5930">
                  <c:v>2035-03-28</c:v>
                </c:pt>
                <c:pt idx="5931">
                  <c:v>2035-03-29</c:v>
                </c:pt>
                <c:pt idx="5932">
                  <c:v>2035-03-30</c:v>
                </c:pt>
                <c:pt idx="5933">
                  <c:v>2035-03-31</c:v>
                </c:pt>
                <c:pt idx="5934">
                  <c:v>2035-04-01</c:v>
                </c:pt>
                <c:pt idx="5935">
                  <c:v>2035-04-02</c:v>
                </c:pt>
                <c:pt idx="5936">
                  <c:v>2035-04-03</c:v>
                </c:pt>
                <c:pt idx="5937">
                  <c:v>2035-04-04</c:v>
                </c:pt>
                <c:pt idx="5938">
                  <c:v>2035-04-05</c:v>
                </c:pt>
                <c:pt idx="5939">
                  <c:v>2035-04-06</c:v>
                </c:pt>
                <c:pt idx="5940">
                  <c:v>2035-04-07</c:v>
                </c:pt>
                <c:pt idx="5941">
                  <c:v>2035-04-08</c:v>
                </c:pt>
                <c:pt idx="5942">
                  <c:v>2035-04-09</c:v>
                </c:pt>
                <c:pt idx="5943">
                  <c:v>2035-04-10</c:v>
                </c:pt>
                <c:pt idx="5944">
                  <c:v>2035-04-11</c:v>
                </c:pt>
                <c:pt idx="5945">
                  <c:v>2035-04-12</c:v>
                </c:pt>
                <c:pt idx="5946">
                  <c:v>2035-04-13</c:v>
                </c:pt>
                <c:pt idx="5947">
                  <c:v>2035-04-14</c:v>
                </c:pt>
                <c:pt idx="5948">
                  <c:v>2035-04-15</c:v>
                </c:pt>
                <c:pt idx="5949">
                  <c:v>2035-04-16</c:v>
                </c:pt>
                <c:pt idx="5950">
                  <c:v>2035-04-17</c:v>
                </c:pt>
                <c:pt idx="5951">
                  <c:v>2035-04-18</c:v>
                </c:pt>
                <c:pt idx="5952">
                  <c:v>2035-04-19</c:v>
                </c:pt>
                <c:pt idx="5953">
                  <c:v>2035-04-20</c:v>
                </c:pt>
                <c:pt idx="5954">
                  <c:v>2035-04-21</c:v>
                </c:pt>
                <c:pt idx="5955">
                  <c:v>2035-04-22</c:v>
                </c:pt>
                <c:pt idx="5956">
                  <c:v>2035-04-23</c:v>
                </c:pt>
                <c:pt idx="5957">
                  <c:v>2035-04-24</c:v>
                </c:pt>
                <c:pt idx="5958">
                  <c:v>2035-04-25</c:v>
                </c:pt>
                <c:pt idx="5959">
                  <c:v>2035-04-26</c:v>
                </c:pt>
                <c:pt idx="5960">
                  <c:v>2035-04-27</c:v>
                </c:pt>
                <c:pt idx="5961">
                  <c:v>2035-04-28</c:v>
                </c:pt>
                <c:pt idx="5962">
                  <c:v>2035-04-29</c:v>
                </c:pt>
                <c:pt idx="5963">
                  <c:v>2035-04-30</c:v>
                </c:pt>
                <c:pt idx="5964">
                  <c:v>2035-05-01</c:v>
                </c:pt>
                <c:pt idx="5965">
                  <c:v>2035-05-02</c:v>
                </c:pt>
                <c:pt idx="5966">
                  <c:v>2035-05-03</c:v>
                </c:pt>
                <c:pt idx="5967">
                  <c:v>2035-05-04</c:v>
                </c:pt>
                <c:pt idx="5968">
                  <c:v>2035-05-05</c:v>
                </c:pt>
                <c:pt idx="5969">
                  <c:v>2035-05-06</c:v>
                </c:pt>
                <c:pt idx="5970">
                  <c:v>2035-05-07</c:v>
                </c:pt>
                <c:pt idx="5971">
                  <c:v>2035-05-08</c:v>
                </c:pt>
                <c:pt idx="5972">
                  <c:v>2035-05-09</c:v>
                </c:pt>
                <c:pt idx="5973">
                  <c:v>2035-05-10</c:v>
                </c:pt>
                <c:pt idx="5974">
                  <c:v>2035-05-11</c:v>
                </c:pt>
                <c:pt idx="5975">
                  <c:v>2035-05-12</c:v>
                </c:pt>
                <c:pt idx="5976">
                  <c:v>2035-05-13</c:v>
                </c:pt>
                <c:pt idx="5977">
                  <c:v>2035-05-14</c:v>
                </c:pt>
                <c:pt idx="5978">
                  <c:v>2035-05-15</c:v>
                </c:pt>
                <c:pt idx="5979">
                  <c:v>2035-05-16</c:v>
                </c:pt>
                <c:pt idx="5980">
                  <c:v>2035-05-17</c:v>
                </c:pt>
                <c:pt idx="5981">
                  <c:v>2035-05-18</c:v>
                </c:pt>
                <c:pt idx="5982">
                  <c:v>2035-05-19</c:v>
                </c:pt>
                <c:pt idx="5983">
                  <c:v>2035-05-20</c:v>
                </c:pt>
                <c:pt idx="5984">
                  <c:v>2035-05-21</c:v>
                </c:pt>
                <c:pt idx="5985">
                  <c:v>2035-05-22</c:v>
                </c:pt>
                <c:pt idx="5986">
                  <c:v>2035-05-23</c:v>
                </c:pt>
                <c:pt idx="5987">
                  <c:v>2035-05-24</c:v>
                </c:pt>
                <c:pt idx="5988">
                  <c:v>2035-05-25</c:v>
                </c:pt>
                <c:pt idx="5989">
                  <c:v>2035-05-26</c:v>
                </c:pt>
                <c:pt idx="5990">
                  <c:v>2035-05-27</c:v>
                </c:pt>
                <c:pt idx="5991">
                  <c:v>2035-05-28</c:v>
                </c:pt>
                <c:pt idx="5992">
                  <c:v>2035-05-29</c:v>
                </c:pt>
                <c:pt idx="5993">
                  <c:v>2035-05-30</c:v>
                </c:pt>
                <c:pt idx="5994">
                  <c:v>2035-05-31</c:v>
                </c:pt>
                <c:pt idx="5995">
                  <c:v>2035-06-01</c:v>
                </c:pt>
                <c:pt idx="5996">
                  <c:v>2035-06-02</c:v>
                </c:pt>
                <c:pt idx="5997">
                  <c:v>2035-06-03</c:v>
                </c:pt>
                <c:pt idx="5998">
                  <c:v>2035-06-04</c:v>
                </c:pt>
                <c:pt idx="5999">
                  <c:v>2035-06-05</c:v>
                </c:pt>
                <c:pt idx="6000">
                  <c:v>2035-06-06</c:v>
                </c:pt>
                <c:pt idx="6001">
                  <c:v>2035-06-07</c:v>
                </c:pt>
                <c:pt idx="6002">
                  <c:v>2035-06-08</c:v>
                </c:pt>
                <c:pt idx="6003">
                  <c:v>2035-06-09</c:v>
                </c:pt>
                <c:pt idx="6004">
                  <c:v>2035-06-10</c:v>
                </c:pt>
                <c:pt idx="6005">
                  <c:v>2035-06-11</c:v>
                </c:pt>
                <c:pt idx="6006">
                  <c:v>2035-06-12</c:v>
                </c:pt>
                <c:pt idx="6007">
                  <c:v>2035-06-13</c:v>
                </c:pt>
                <c:pt idx="6008">
                  <c:v>2035-06-14</c:v>
                </c:pt>
                <c:pt idx="6009">
                  <c:v>2035-06-15</c:v>
                </c:pt>
                <c:pt idx="6010">
                  <c:v>2035-06-16</c:v>
                </c:pt>
                <c:pt idx="6011">
                  <c:v>2035-06-17</c:v>
                </c:pt>
                <c:pt idx="6012">
                  <c:v>2035-06-18</c:v>
                </c:pt>
                <c:pt idx="6013">
                  <c:v>2035-06-19</c:v>
                </c:pt>
                <c:pt idx="6014">
                  <c:v>2035-06-20</c:v>
                </c:pt>
                <c:pt idx="6015">
                  <c:v>2035-06-21</c:v>
                </c:pt>
                <c:pt idx="6016">
                  <c:v>2035-06-22</c:v>
                </c:pt>
                <c:pt idx="6017">
                  <c:v>2035-06-23</c:v>
                </c:pt>
                <c:pt idx="6018">
                  <c:v>2035-06-24</c:v>
                </c:pt>
                <c:pt idx="6019">
                  <c:v>2035-06-25</c:v>
                </c:pt>
                <c:pt idx="6020">
                  <c:v>2035-06-26</c:v>
                </c:pt>
                <c:pt idx="6021">
                  <c:v>2035-06-27</c:v>
                </c:pt>
                <c:pt idx="6022">
                  <c:v>2035-06-28</c:v>
                </c:pt>
                <c:pt idx="6023">
                  <c:v>2035-06-29</c:v>
                </c:pt>
                <c:pt idx="6024">
                  <c:v>2035-06-30</c:v>
                </c:pt>
                <c:pt idx="6025">
                  <c:v>2035-07-01</c:v>
                </c:pt>
                <c:pt idx="6026">
                  <c:v>2035-07-02</c:v>
                </c:pt>
                <c:pt idx="6027">
                  <c:v>2035-07-03</c:v>
                </c:pt>
                <c:pt idx="6028">
                  <c:v>2035-07-04</c:v>
                </c:pt>
                <c:pt idx="6029">
                  <c:v>2035-07-05</c:v>
                </c:pt>
                <c:pt idx="6030">
                  <c:v>2035-07-06</c:v>
                </c:pt>
                <c:pt idx="6031">
                  <c:v>2035-07-07</c:v>
                </c:pt>
                <c:pt idx="6032">
                  <c:v>2035-07-08</c:v>
                </c:pt>
                <c:pt idx="6033">
                  <c:v>2035-07-09</c:v>
                </c:pt>
                <c:pt idx="6034">
                  <c:v>2035-07-10</c:v>
                </c:pt>
                <c:pt idx="6035">
                  <c:v>2035-07-11</c:v>
                </c:pt>
                <c:pt idx="6036">
                  <c:v>2035-07-12</c:v>
                </c:pt>
                <c:pt idx="6037">
                  <c:v>2035-07-13</c:v>
                </c:pt>
                <c:pt idx="6038">
                  <c:v>2035-07-14</c:v>
                </c:pt>
                <c:pt idx="6039">
                  <c:v>2035-07-15</c:v>
                </c:pt>
                <c:pt idx="6040">
                  <c:v>2035-07-16</c:v>
                </c:pt>
                <c:pt idx="6041">
                  <c:v>2035-07-17</c:v>
                </c:pt>
                <c:pt idx="6042">
                  <c:v>2035-07-18</c:v>
                </c:pt>
                <c:pt idx="6043">
                  <c:v>2035-07-19</c:v>
                </c:pt>
                <c:pt idx="6044">
                  <c:v>2035-07-20</c:v>
                </c:pt>
                <c:pt idx="6045">
                  <c:v>2035-07-21</c:v>
                </c:pt>
                <c:pt idx="6046">
                  <c:v>2035-07-22</c:v>
                </c:pt>
                <c:pt idx="6047">
                  <c:v>2035-07-23</c:v>
                </c:pt>
                <c:pt idx="6048">
                  <c:v>2035-07-24</c:v>
                </c:pt>
                <c:pt idx="6049">
                  <c:v>2035-07-25</c:v>
                </c:pt>
                <c:pt idx="6050">
                  <c:v>2035-07-26</c:v>
                </c:pt>
                <c:pt idx="6051">
                  <c:v>2035-07-27</c:v>
                </c:pt>
                <c:pt idx="6052">
                  <c:v>2035-07-28</c:v>
                </c:pt>
                <c:pt idx="6053">
                  <c:v>2035-07-29</c:v>
                </c:pt>
                <c:pt idx="6054">
                  <c:v>2035-07-30</c:v>
                </c:pt>
                <c:pt idx="6055">
                  <c:v>2035-07-31</c:v>
                </c:pt>
                <c:pt idx="6056">
                  <c:v>2035-08-01</c:v>
                </c:pt>
                <c:pt idx="6057">
                  <c:v>2035-08-02</c:v>
                </c:pt>
                <c:pt idx="6058">
                  <c:v>2035-08-03</c:v>
                </c:pt>
                <c:pt idx="6059">
                  <c:v>2035-08-04</c:v>
                </c:pt>
                <c:pt idx="6060">
                  <c:v>2035-08-05</c:v>
                </c:pt>
                <c:pt idx="6061">
                  <c:v>2035-08-06</c:v>
                </c:pt>
                <c:pt idx="6062">
                  <c:v>2035-08-07</c:v>
                </c:pt>
                <c:pt idx="6063">
                  <c:v>2035-08-08</c:v>
                </c:pt>
                <c:pt idx="6064">
                  <c:v>2035-08-09</c:v>
                </c:pt>
                <c:pt idx="6065">
                  <c:v>2035-08-10</c:v>
                </c:pt>
                <c:pt idx="6066">
                  <c:v>2035-08-11</c:v>
                </c:pt>
                <c:pt idx="6067">
                  <c:v>2035-08-12</c:v>
                </c:pt>
                <c:pt idx="6068">
                  <c:v>2035-08-13</c:v>
                </c:pt>
                <c:pt idx="6069">
                  <c:v>2035-08-14</c:v>
                </c:pt>
                <c:pt idx="6070">
                  <c:v>2035-08-15</c:v>
                </c:pt>
                <c:pt idx="6071">
                  <c:v>2035-08-16</c:v>
                </c:pt>
                <c:pt idx="6072">
                  <c:v>2035-08-17</c:v>
                </c:pt>
                <c:pt idx="6073">
                  <c:v>2035-08-18</c:v>
                </c:pt>
                <c:pt idx="6074">
                  <c:v>2035-08-19</c:v>
                </c:pt>
                <c:pt idx="6075">
                  <c:v>2035-08-20</c:v>
                </c:pt>
                <c:pt idx="6076">
                  <c:v>2035-08-21</c:v>
                </c:pt>
                <c:pt idx="6077">
                  <c:v>2035-08-22</c:v>
                </c:pt>
                <c:pt idx="6078">
                  <c:v>2035-08-23</c:v>
                </c:pt>
                <c:pt idx="6079">
                  <c:v>2035-08-24</c:v>
                </c:pt>
                <c:pt idx="6080">
                  <c:v>2035-08-25</c:v>
                </c:pt>
                <c:pt idx="6081">
                  <c:v>2035-08-26</c:v>
                </c:pt>
                <c:pt idx="6082">
                  <c:v>2035-08-27</c:v>
                </c:pt>
                <c:pt idx="6083">
                  <c:v>2035-08-28</c:v>
                </c:pt>
                <c:pt idx="6084">
                  <c:v>2035-08-29</c:v>
                </c:pt>
                <c:pt idx="6085">
                  <c:v>2035-08-30</c:v>
                </c:pt>
                <c:pt idx="6086">
                  <c:v>2035-08-31</c:v>
                </c:pt>
                <c:pt idx="6087">
                  <c:v>2035-09-01</c:v>
                </c:pt>
                <c:pt idx="6088">
                  <c:v>2035-09-02</c:v>
                </c:pt>
                <c:pt idx="6089">
                  <c:v>2035-09-03</c:v>
                </c:pt>
                <c:pt idx="6090">
                  <c:v>2035-09-04</c:v>
                </c:pt>
                <c:pt idx="6091">
                  <c:v>2035-09-05</c:v>
                </c:pt>
                <c:pt idx="6092">
                  <c:v>2035-09-06</c:v>
                </c:pt>
                <c:pt idx="6093">
                  <c:v>2035-09-07</c:v>
                </c:pt>
                <c:pt idx="6094">
                  <c:v>2035-09-08</c:v>
                </c:pt>
                <c:pt idx="6095">
                  <c:v>2035-09-09</c:v>
                </c:pt>
                <c:pt idx="6096">
                  <c:v>2035-09-10</c:v>
                </c:pt>
                <c:pt idx="6097">
                  <c:v>2035-09-11</c:v>
                </c:pt>
                <c:pt idx="6098">
                  <c:v>2035-09-12</c:v>
                </c:pt>
                <c:pt idx="6099">
                  <c:v>2035-09-13</c:v>
                </c:pt>
                <c:pt idx="6100">
                  <c:v>2035-09-14</c:v>
                </c:pt>
                <c:pt idx="6101">
                  <c:v>2035-09-15</c:v>
                </c:pt>
                <c:pt idx="6102">
                  <c:v>2035-09-16</c:v>
                </c:pt>
                <c:pt idx="6103">
                  <c:v>2035-09-17</c:v>
                </c:pt>
                <c:pt idx="6104">
                  <c:v>2035-09-18</c:v>
                </c:pt>
                <c:pt idx="6105">
                  <c:v>2035-09-19</c:v>
                </c:pt>
                <c:pt idx="6106">
                  <c:v>2035-09-20</c:v>
                </c:pt>
                <c:pt idx="6107">
                  <c:v>2035-09-21</c:v>
                </c:pt>
                <c:pt idx="6108">
                  <c:v>2035-09-22</c:v>
                </c:pt>
                <c:pt idx="6109">
                  <c:v>2035-09-23</c:v>
                </c:pt>
                <c:pt idx="6110">
                  <c:v>2035-09-24</c:v>
                </c:pt>
                <c:pt idx="6111">
                  <c:v>2035-09-25</c:v>
                </c:pt>
                <c:pt idx="6112">
                  <c:v>2035-09-26</c:v>
                </c:pt>
                <c:pt idx="6113">
                  <c:v>2035-09-27</c:v>
                </c:pt>
                <c:pt idx="6114">
                  <c:v>2035-09-28</c:v>
                </c:pt>
                <c:pt idx="6115">
                  <c:v>2035-09-29</c:v>
                </c:pt>
                <c:pt idx="6116">
                  <c:v>2035-09-30</c:v>
                </c:pt>
                <c:pt idx="6117">
                  <c:v>2035-10-01</c:v>
                </c:pt>
                <c:pt idx="6118">
                  <c:v>2035-10-02</c:v>
                </c:pt>
                <c:pt idx="6119">
                  <c:v>2035-10-03</c:v>
                </c:pt>
                <c:pt idx="6120">
                  <c:v>2035-10-04</c:v>
                </c:pt>
                <c:pt idx="6121">
                  <c:v>2035-10-05</c:v>
                </c:pt>
                <c:pt idx="6122">
                  <c:v>2035-10-06</c:v>
                </c:pt>
                <c:pt idx="6123">
                  <c:v>2035-10-07</c:v>
                </c:pt>
                <c:pt idx="6124">
                  <c:v>2035-10-08</c:v>
                </c:pt>
                <c:pt idx="6125">
                  <c:v>2035-10-09</c:v>
                </c:pt>
                <c:pt idx="6126">
                  <c:v>2035-10-10</c:v>
                </c:pt>
                <c:pt idx="6127">
                  <c:v>2035-10-11</c:v>
                </c:pt>
                <c:pt idx="6128">
                  <c:v>2035-10-12</c:v>
                </c:pt>
                <c:pt idx="6129">
                  <c:v>2035-10-13</c:v>
                </c:pt>
                <c:pt idx="6130">
                  <c:v>2035-10-14</c:v>
                </c:pt>
                <c:pt idx="6131">
                  <c:v>2035-10-15</c:v>
                </c:pt>
                <c:pt idx="6132">
                  <c:v>2035-10-16</c:v>
                </c:pt>
                <c:pt idx="6133">
                  <c:v>2035-10-17</c:v>
                </c:pt>
                <c:pt idx="6134">
                  <c:v>2035-10-18</c:v>
                </c:pt>
                <c:pt idx="6135">
                  <c:v>2035-10-19</c:v>
                </c:pt>
                <c:pt idx="6136">
                  <c:v>2035-10-20</c:v>
                </c:pt>
                <c:pt idx="6137">
                  <c:v>2035-10-21</c:v>
                </c:pt>
                <c:pt idx="6138">
                  <c:v>2035-10-22</c:v>
                </c:pt>
                <c:pt idx="6139">
                  <c:v>2035-10-23</c:v>
                </c:pt>
                <c:pt idx="6140">
                  <c:v>2035-10-24</c:v>
                </c:pt>
                <c:pt idx="6141">
                  <c:v>2035-10-25</c:v>
                </c:pt>
                <c:pt idx="6142">
                  <c:v>2035-10-26</c:v>
                </c:pt>
                <c:pt idx="6143">
                  <c:v>2035-10-27</c:v>
                </c:pt>
                <c:pt idx="6144">
                  <c:v>2035-10-28</c:v>
                </c:pt>
                <c:pt idx="6145">
                  <c:v>2035-10-29</c:v>
                </c:pt>
                <c:pt idx="6146">
                  <c:v>2035-10-30</c:v>
                </c:pt>
                <c:pt idx="6147">
                  <c:v>2035-10-31</c:v>
                </c:pt>
                <c:pt idx="6148">
                  <c:v>2035-11-01</c:v>
                </c:pt>
                <c:pt idx="6149">
                  <c:v>2035-11-02</c:v>
                </c:pt>
                <c:pt idx="6150">
                  <c:v>2035-11-03</c:v>
                </c:pt>
                <c:pt idx="6151">
                  <c:v>2035-11-04</c:v>
                </c:pt>
                <c:pt idx="6152">
                  <c:v>2035-11-05</c:v>
                </c:pt>
                <c:pt idx="6153">
                  <c:v>2035-11-06</c:v>
                </c:pt>
                <c:pt idx="6154">
                  <c:v>2035-11-07</c:v>
                </c:pt>
                <c:pt idx="6155">
                  <c:v>2035-11-08</c:v>
                </c:pt>
                <c:pt idx="6156">
                  <c:v>2035-11-09</c:v>
                </c:pt>
                <c:pt idx="6157">
                  <c:v>2035-11-10</c:v>
                </c:pt>
                <c:pt idx="6158">
                  <c:v>2035-11-11</c:v>
                </c:pt>
                <c:pt idx="6159">
                  <c:v>2035-11-12</c:v>
                </c:pt>
                <c:pt idx="6160">
                  <c:v>2035-11-13</c:v>
                </c:pt>
                <c:pt idx="6161">
                  <c:v>2035-11-14</c:v>
                </c:pt>
                <c:pt idx="6162">
                  <c:v>2035-11-15</c:v>
                </c:pt>
                <c:pt idx="6163">
                  <c:v>2035-11-16</c:v>
                </c:pt>
                <c:pt idx="6164">
                  <c:v>2035-11-17</c:v>
                </c:pt>
                <c:pt idx="6165">
                  <c:v>2035-11-18</c:v>
                </c:pt>
                <c:pt idx="6166">
                  <c:v>2035-11-19</c:v>
                </c:pt>
                <c:pt idx="6167">
                  <c:v>2035-11-20</c:v>
                </c:pt>
                <c:pt idx="6168">
                  <c:v>2035-11-21</c:v>
                </c:pt>
                <c:pt idx="6169">
                  <c:v>2035-11-22</c:v>
                </c:pt>
                <c:pt idx="6170">
                  <c:v>2035-11-23</c:v>
                </c:pt>
                <c:pt idx="6171">
                  <c:v>2035-11-24</c:v>
                </c:pt>
                <c:pt idx="6172">
                  <c:v>2035-11-25</c:v>
                </c:pt>
                <c:pt idx="6173">
                  <c:v>2035-11-26</c:v>
                </c:pt>
                <c:pt idx="6174">
                  <c:v>2035-11-27</c:v>
                </c:pt>
                <c:pt idx="6175">
                  <c:v>2035-11-28</c:v>
                </c:pt>
                <c:pt idx="6176">
                  <c:v>2035-11-29</c:v>
                </c:pt>
                <c:pt idx="6177">
                  <c:v>2035-11-30</c:v>
                </c:pt>
                <c:pt idx="6178">
                  <c:v>2035-12-01</c:v>
                </c:pt>
                <c:pt idx="6179">
                  <c:v>2035-12-02</c:v>
                </c:pt>
                <c:pt idx="6180">
                  <c:v>2035-12-03</c:v>
                </c:pt>
                <c:pt idx="6181">
                  <c:v>2035-12-04</c:v>
                </c:pt>
                <c:pt idx="6182">
                  <c:v>2035-12-05</c:v>
                </c:pt>
                <c:pt idx="6183">
                  <c:v>2035-12-06</c:v>
                </c:pt>
                <c:pt idx="6184">
                  <c:v>2035-12-07</c:v>
                </c:pt>
                <c:pt idx="6185">
                  <c:v>2035-12-08</c:v>
                </c:pt>
                <c:pt idx="6186">
                  <c:v>2035-12-09</c:v>
                </c:pt>
                <c:pt idx="6187">
                  <c:v>2035-12-10</c:v>
                </c:pt>
                <c:pt idx="6188">
                  <c:v>2035-12-11</c:v>
                </c:pt>
                <c:pt idx="6189">
                  <c:v>2035-12-12</c:v>
                </c:pt>
                <c:pt idx="6190">
                  <c:v>2035-12-13</c:v>
                </c:pt>
                <c:pt idx="6191">
                  <c:v>2035-12-14</c:v>
                </c:pt>
                <c:pt idx="6192">
                  <c:v>2035-12-15</c:v>
                </c:pt>
                <c:pt idx="6193">
                  <c:v>2035-12-16</c:v>
                </c:pt>
                <c:pt idx="6194">
                  <c:v>2035-12-17</c:v>
                </c:pt>
                <c:pt idx="6195">
                  <c:v>2035-12-18</c:v>
                </c:pt>
                <c:pt idx="6196">
                  <c:v>2035-12-19</c:v>
                </c:pt>
                <c:pt idx="6197">
                  <c:v>2035-12-20</c:v>
                </c:pt>
                <c:pt idx="6198">
                  <c:v>2035-12-21</c:v>
                </c:pt>
                <c:pt idx="6199">
                  <c:v>2035-12-22</c:v>
                </c:pt>
                <c:pt idx="6200">
                  <c:v>2035-12-23</c:v>
                </c:pt>
                <c:pt idx="6201">
                  <c:v>2035-12-24</c:v>
                </c:pt>
                <c:pt idx="6202">
                  <c:v>2035-12-25</c:v>
                </c:pt>
                <c:pt idx="6203">
                  <c:v>2035-12-26</c:v>
                </c:pt>
                <c:pt idx="6204">
                  <c:v>2035-12-27</c:v>
                </c:pt>
                <c:pt idx="6205">
                  <c:v>2035-12-28</c:v>
                </c:pt>
                <c:pt idx="6206">
                  <c:v>2035-12-29</c:v>
                </c:pt>
                <c:pt idx="6207">
                  <c:v>2035-12-30</c:v>
                </c:pt>
                <c:pt idx="6208">
                  <c:v>2035-12-31</c:v>
                </c:pt>
              </c:strCache>
            </c:strRef>
          </c:cat>
          <c:val>
            <c:numRef>
              <c:f>G1_SolarPeak!$C$2:$C$6210</c:f>
              <c:numCache>
                <c:formatCode>General</c:formatCode>
                <c:ptCount val="6209"/>
                <c:pt idx="0">
                  <c:v>14.4</c:v>
                </c:pt>
                <c:pt idx="1">
                  <c:v>14.4</c:v>
                </c:pt>
                <c:pt idx="2">
                  <c:v>14.4</c:v>
                </c:pt>
                <c:pt idx="3">
                  <c:v>14.4</c:v>
                </c:pt>
                <c:pt idx="4">
                  <c:v>14.4</c:v>
                </c:pt>
                <c:pt idx="5">
                  <c:v>14.4</c:v>
                </c:pt>
                <c:pt idx="6">
                  <c:v>14.4</c:v>
                </c:pt>
                <c:pt idx="7">
                  <c:v>14.4</c:v>
                </c:pt>
                <c:pt idx="8">
                  <c:v>14.4</c:v>
                </c:pt>
                <c:pt idx="9">
                  <c:v>14.4</c:v>
                </c:pt>
                <c:pt idx="10">
                  <c:v>14.4</c:v>
                </c:pt>
                <c:pt idx="11">
                  <c:v>14.4</c:v>
                </c:pt>
                <c:pt idx="12">
                  <c:v>14.4</c:v>
                </c:pt>
                <c:pt idx="13">
                  <c:v>14.4</c:v>
                </c:pt>
                <c:pt idx="14">
                  <c:v>14.4</c:v>
                </c:pt>
                <c:pt idx="15">
                  <c:v>14.4</c:v>
                </c:pt>
                <c:pt idx="16">
                  <c:v>14.4</c:v>
                </c:pt>
                <c:pt idx="17">
                  <c:v>14.4</c:v>
                </c:pt>
                <c:pt idx="18">
                  <c:v>14.4</c:v>
                </c:pt>
                <c:pt idx="19">
                  <c:v>14.4</c:v>
                </c:pt>
                <c:pt idx="20">
                  <c:v>14.4</c:v>
                </c:pt>
                <c:pt idx="21">
                  <c:v>14.4</c:v>
                </c:pt>
                <c:pt idx="22">
                  <c:v>14.4</c:v>
                </c:pt>
                <c:pt idx="23">
                  <c:v>14.4</c:v>
                </c:pt>
                <c:pt idx="24">
                  <c:v>14.4</c:v>
                </c:pt>
                <c:pt idx="25">
                  <c:v>14.4</c:v>
                </c:pt>
                <c:pt idx="26">
                  <c:v>14.4</c:v>
                </c:pt>
                <c:pt idx="27">
                  <c:v>14.4</c:v>
                </c:pt>
                <c:pt idx="28">
                  <c:v>14.4</c:v>
                </c:pt>
                <c:pt idx="29">
                  <c:v>14.4</c:v>
                </c:pt>
                <c:pt idx="30">
                  <c:v>14.4</c:v>
                </c:pt>
                <c:pt idx="31">
                  <c:v>14.4</c:v>
                </c:pt>
                <c:pt idx="32">
                  <c:v>14.4</c:v>
                </c:pt>
                <c:pt idx="33">
                  <c:v>14.4</c:v>
                </c:pt>
                <c:pt idx="34">
                  <c:v>14.4</c:v>
                </c:pt>
                <c:pt idx="35">
                  <c:v>14.4</c:v>
                </c:pt>
                <c:pt idx="36">
                  <c:v>14.4</c:v>
                </c:pt>
                <c:pt idx="37">
                  <c:v>14.4</c:v>
                </c:pt>
                <c:pt idx="38">
                  <c:v>14.4</c:v>
                </c:pt>
                <c:pt idx="39">
                  <c:v>14.4</c:v>
                </c:pt>
                <c:pt idx="40">
                  <c:v>14.4</c:v>
                </c:pt>
                <c:pt idx="41">
                  <c:v>14.4</c:v>
                </c:pt>
                <c:pt idx="42">
                  <c:v>14.4</c:v>
                </c:pt>
                <c:pt idx="43">
                  <c:v>14.4</c:v>
                </c:pt>
                <c:pt idx="44">
                  <c:v>14.4</c:v>
                </c:pt>
                <c:pt idx="45">
                  <c:v>14.4</c:v>
                </c:pt>
                <c:pt idx="46">
                  <c:v>14.4</c:v>
                </c:pt>
                <c:pt idx="47">
                  <c:v>14.4</c:v>
                </c:pt>
                <c:pt idx="48">
                  <c:v>14.4</c:v>
                </c:pt>
                <c:pt idx="49">
                  <c:v>14.4</c:v>
                </c:pt>
                <c:pt idx="50">
                  <c:v>14.4</c:v>
                </c:pt>
                <c:pt idx="51">
                  <c:v>14.4</c:v>
                </c:pt>
                <c:pt idx="52">
                  <c:v>14.4</c:v>
                </c:pt>
                <c:pt idx="53">
                  <c:v>14.4</c:v>
                </c:pt>
                <c:pt idx="54">
                  <c:v>14.4</c:v>
                </c:pt>
                <c:pt idx="55">
                  <c:v>14.4</c:v>
                </c:pt>
                <c:pt idx="56">
                  <c:v>14.4</c:v>
                </c:pt>
                <c:pt idx="57">
                  <c:v>14.4</c:v>
                </c:pt>
                <c:pt idx="58">
                  <c:v>14.4</c:v>
                </c:pt>
                <c:pt idx="59">
                  <c:v>14.4</c:v>
                </c:pt>
                <c:pt idx="60">
                  <c:v>14.4</c:v>
                </c:pt>
                <c:pt idx="61">
                  <c:v>14.4</c:v>
                </c:pt>
                <c:pt idx="62">
                  <c:v>14.4</c:v>
                </c:pt>
                <c:pt idx="63">
                  <c:v>14.4</c:v>
                </c:pt>
                <c:pt idx="64">
                  <c:v>14.4</c:v>
                </c:pt>
                <c:pt idx="65">
                  <c:v>14.4</c:v>
                </c:pt>
                <c:pt idx="66">
                  <c:v>14.4</c:v>
                </c:pt>
                <c:pt idx="67">
                  <c:v>14.4</c:v>
                </c:pt>
                <c:pt idx="68">
                  <c:v>14.4</c:v>
                </c:pt>
                <c:pt idx="69">
                  <c:v>14.4</c:v>
                </c:pt>
                <c:pt idx="70">
                  <c:v>14.4</c:v>
                </c:pt>
                <c:pt idx="71">
                  <c:v>14.4</c:v>
                </c:pt>
                <c:pt idx="72">
                  <c:v>14.4</c:v>
                </c:pt>
                <c:pt idx="73">
                  <c:v>14.4</c:v>
                </c:pt>
                <c:pt idx="74">
                  <c:v>14.4</c:v>
                </c:pt>
                <c:pt idx="75">
                  <c:v>14.4</c:v>
                </c:pt>
                <c:pt idx="76">
                  <c:v>14.4</c:v>
                </c:pt>
                <c:pt idx="77">
                  <c:v>14.4</c:v>
                </c:pt>
                <c:pt idx="78">
                  <c:v>14.4</c:v>
                </c:pt>
                <c:pt idx="79">
                  <c:v>14.4</c:v>
                </c:pt>
                <c:pt idx="80">
                  <c:v>14.4</c:v>
                </c:pt>
                <c:pt idx="81">
                  <c:v>14.4</c:v>
                </c:pt>
                <c:pt idx="82">
                  <c:v>14.4</c:v>
                </c:pt>
                <c:pt idx="83">
                  <c:v>14.4</c:v>
                </c:pt>
                <c:pt idx="84">
                  <c:v>14.4</c:v>
                </c:pt>
                <c:pt idx="85">
                  <c:v>14.4</c:v>
                </c:pt>
                <c:pt idx="86">
                  <c:v>14.4</c:v>
                </c:pt>
                <c:pt idx="87">
                  <c:v>14.4</c:v>
                </c:pt>
                <c:pt idx="88">
                  <c:v>14.4</c:v>
                </c:pt>
                <c:pt idx="89">
                  <c:v>14.4</c:v>
                </c:pt>
                <c:pt idx="90">
                  <c:v>32.9</c:v>
                </c:pt>
                <c:pt idx="91">
                  <c:v>32.9</c:v>
                </c:pt>
                <c:pt idx="92">
                  <c:v>32.9</c:v>
                </c:pt>
                <c:pt idx="93">
                  <c:v>32.9</c:v>
                </c:pt>
                <c:pt idx="94">
                  <c:v>32.9</c:v>
                </c:pt>
                <c:pt idx="95">
                  <c:v>32.9</c:v>
                </c:pt>
                <c:pt idx="96">
                  <c:v>32.9</c:v>
                </c:pt>
                <c:pt idx="97">
                  <c:v>32.9</c:v>
                </c:pt>
                <c:pt idx="98">
                  <c:v>32.9</c:v>
                </c:pt>
                <c:pt idx="99">
                  <c:v>32.9</c:v>
                </c:pt>
                <c:pt idx="100">
                  <c:v>32.9</c:v>
                </c:pt>
                <c:pt idx="101">
                  <c:v>32.9</c:v>
                </c:pt>
                <c:pt idx="102">
                  <c:v>32.9</c:v>
                </c:pt>
                <c:pt idx="103">
                  <c:v>32.9</c:v>
                </c:pt>
                <c:pt idx="104">
                  <c:v>32.9</c:v>
                </c:pt>
                <c:pt idx="105">
                  <c:v>32.9</c:v>
                </c:pt>
                <c:pt idx="106">
                  <c:v>32.9</c:v>
                </c:pt>
                <c:pt idx="107">
                  <c:v>32.9</c:v>
                </c:pt>
                <c:pt idx="108">
                  <c:v>32.9</c:v>
                </c:pt>
                <c:pt idx="109">
                  <c:v>32.9</c:v>
                </c:pt>
                <c:pt idx="110">
                  <c:v>32.9</c:v>
                </c:pt>
                <c:pt idx="111">
                  <c:v>32.9</c:v>
                </c:pt>
                <c:pt idx="112">
                  <c:v>32.9</c:v>
                </c:pt>
                <c:pt idx="113">
                  <c:v>32.9</c:v>
                </c:pt>
                <c:pt idx="114">
                  <c:v>32.9</c:v>
                </c:pt>
                <c:pt idx="115">
                  <c:v>32.9</c:v>
                </c:pt>
                <c:pt idx="116">
                  <c:v>32.9</c:v>
                </c:pt>
                <c:pt idx="117">
                  <c:v>32.9</c:v>
                </c:pt>
                <c:pt idx="118">
                  <c:v>32.9</c:v>
                </c:pt>
                <c:pt idx="119">
                  <c:v>32.9</c:v>
                </c:pt>
                <c:pt idx="120">
                  <c:v>32.9</c:v>
                </c:pt>
                <c:pt idx="121">
                  <c:v>32.9</c:v>
                </c:pt>
                <c:pt idx="122">
                  <c:v>32.9</c:v>
                </c:pt>
                <c:pt idx="123">
                  <c:v>32.9</c:v>
                </c:pt>
                <c:pt idx="124">
                  <c:v>32.9</c:v>
                </c:pt>
                <c:pt idx="125">
                  <c:v>32.9</c:v>
                </c:pt>
                <c:pt idx="126">
                  <c:v>32.9</c:v>
                </c:pt>
                <c:pt idx="127">
                  <c:v>32.9</c:v>
                </c:pt>
                <c:pt idx="128">
                  <c:v>32.9</c:v>
                </c:pt>
                <c:pt idx="129">
                  <c:v>32.9</c:v>
                </c:pt>
                <c:pt idx="130">
                  <c:v>32.9</c:v>
                </c:pt>
                <c:pt idx="131">
                  <c:v>32.9</c:v>
                </c:pt>
                <c:pt idx="132">
                  <c:v>32.9</c:v>
                </c:pt>
                <c:pt idx="133">
                  <c:v>32.9</c:v>
                </c:pt>
                <c:pt idx="134">
                  <c:v>32.9</c:v>
                </c:pt>
                <c:pt idx="135">
                  <c:v>32.9</c:v>
                </c:pt>
                <c:pt idx="136">
                  <c:v>32.9</c:v>
                </c:pt>
                <c:pt idx="137">
                  <c:v>32.9</c:v>
                </c:pt>
                <c:pt idx="138">
                  <c:v>32.9</c:v>
                </c:pt>
                <c:pt idx="139">
                  <c:v>32.9</c:v>
                </c:pt>
                <c:pt idx="140">
                  <c:v>32.9</c:v>
                </c:pt>
                <c:pt idx="141">
                  <c:v>32.9</c:v>
                </c:pt>
                <c:pt idx="142">
                  <c:v>32.9</c:v>
                </c:pt>
                <c:pt idx="143">
                  <c:v>32.9</c:v>
                </c:pt>
                <c:pt idx="144">
                  <c:v>32.9</c:v>
                </c:pt>
                <c:pt idx="145">
                  <c:v>32.9</c:v>
                </c:pt>
                <c:pt idx="146">
                  <c:v>32.9</c:v>
                </c:pt>
                <c:pt idx="147">
                  <c:v>32.9</c:v>
                </c:pt>
                <c:pt idx="148">
                  <c:v>32.9</c:v>
                </c:pt>
                <c:pt idx="149">
                  <c:v>32.9</c:v>
                </c:pt>
                <c:pt idx="150">
                  <c:v>32.9</c:v>
                </c:pt>
                <c:pt idx="151">
                  <c:v>32.9</c:v>
                </c:pt>
                <c:pt idx="152">
                  <c:v>32.9</c:v>
                </c:pt>
                <c:pt idx="153">
                  <c:v>32.9</c:v>
                </c:pt>
                <c:pt idx="154">
                  <c:v>32.9</c:v>
                </c:pt>
                <c:pt idx="155">
                  <c:v>32.9</c:v>
                </c:pt>
                <c:pt idx="156">
                  <c:v>32.9</c:v>
                </c:pt>
                <c:pt idx="157">
                  <c:v>32.9</c:v>
                </c:pt>
                <c:pt idx="158">
                  <c:v>32.9</c:v>
                </c:pt>
                <c:pt idx="159">
                  <c:v>32.9</c:v>
                </c:pt>
                <c:pt idx="160">
                  <c:v>32.9</c:v>
                </c:pt>
                <c:pt idx="161">
                  <c:v>32.9</c:v>
                </c:pt>
                <c:pt idx="162">
                  <c:v>32.9</c:v>
                </c:pt>
                <c:pt idx="163">
                  <c:v>32.9</c:v>
                </c:pt>
                <c:pt idx="164">
                  <c:v>32.9</c:v>
                </c:pt>
                <c:pt idx="165">
                  <c:v>32.9</c:v>
                </c:pt>
                <c:pt idx="166">
                  <c:v>32.9</c:v>
                </c:pt>
                <c:pt idx="167">
                  <c:v>32.9</c:v>
                </c:pt>
                <c:pt idx="168">
                  <c:v>32.9</c:v>
                </c:pt>
                <c:pt idx="169">
                  <c:v>32.9</c:v>
                </c:pt>
                <c:pt idx="170">
                  <c:v>32.9</c:v>
                </c:pt>
                <c:pt idx="171">
                  <c:v>32.9</c:v>
                </c:pt>
                <c:pt idx="172">
                  <c:v>32.9</c:v>
                </c:pt>
                <c:pt idx="173">
                  <c:v>32.9</c:v>
                </c:pt>
                <c:pt idx="174">
                  <c:v>32.9</c:v>
                </c:pt>
                <c:pt idx="175">
                  <c:v>32.9</c:v>
                </c:pt>
                <c:pt idx="176">
                  <c:v>32.9</c:v>
                </c:pt>
                <c:pt idx="177">
                  <c:v>32.9</c:v>
                </c:pt>
                <c:pt idx="178">
                  <c:v>32.9</c:v>
                </c:pt>
                <c:pt idx="179">
                  <c:v>32.9</c:v>
                </c:pt>
                <c:pt idx="180">
                  <c:v>32.9</c:v>
                </c:pt>
                <c:pt idx="181">
                  <c:v>30.7</c:v>
                </c:pt>
                <c:pt idx="182">
                  <c:v>30.7</c:v>
                </c:pt>
                <c:pt idx="183">
                  <c:v>30.7</c:v>
                </c:pt>
                <c:pt idx="184">
                  <c:v>30.7</c:v>
                </c:pt>
                <c:pt idx="185">
                  <c:v>30.7</c:v>
                </c:pt>
                <c:pt idx="186">
                  <c:v>30.7</c:v>
                </c:pt>
                <c:pt idx="187">
                  <c:v>30.7</c:v>
                </c:pt>
                <c:pt idx="188">
                  <c:v>30.7</c:v>
                </c:pt>
                <c:pt idx="189">
                  <c:v>30.7</c:v>
                </c:pt>
                <c:pt idx="190">
                  <c:v>30.7</c:v>
                </c:pt>
                <c:pt idx="191">
                  <c:v>30.7</c:v>
                </c:pt>
                <c:pt idx="192">
                  <c:v>30.7</c:v>
                </c:pt>
                <c:pt idx="193">
                  <c:v>30.7</c:v>
                </c:pt>
                <c:pt idx="194">
                  <c:v>30.7</c:v>
                </c:pt>
                <c:pt idx="195">
                  <c:v>30.7</c:v>
                </c:pt>
                <c:pt idx="196">
                  <c:v>30.7</c:v>
                </c:pt>
                <c:pt idx="197">
                  <c:v>30.7</c:v>
                </c:pt>
                <c:pt idx="198">
                  <c:v>30.7</c:v>
                </c:pt>
                <c:pt idx="199">
                  <c:v>30.7</c:v>
                </c:pt>
                <c:pt idx="200">
                  <c:v>30.7</c:v>
                </c:pt>
                <c:pt idx="201">
                  <c:v>30.7</c:v>
                </c:pt>
                <c:pt idx="202">
                  <c:v>30.7</c:v>
                </c:pt>
                <c:pt idx="203">
                  <c:v>30.7</c:v>
                </c:pt>
                <c:pt idx="204">
                  <c:v>30.7</c:v>
                </c:pt>
                <c:pt idx="205">
                  <c:v>30.7</c:v>
                </c:pt>
                <c:pt idx="206">
                  <c:v>30.7</c:v>
                </c:pt>
                <c:pt idx="207">
                  <c:v>30.7</c:v>
                </c:pt>
                <c:pt idx="208">
                  <c:v>30.7</c:v>
                </c:pt>
                <c:pt idx="209">
                  <c:v>30.7</c:v>
                </c:pt>
                <c:pt idx="210">
                  <c:v>30.7</c:v>
                </c:pt>
                <c:pt idx="211">
                  <c:v>30.7</c:v>
                </c:pt>
                <c:pt idx="212">
                  <c:v>30.7</c:v>
                </c:pt>
                <c:pt idx="213">
                  <c:v>30.7</c:v>
                </c:pt>
                <c:pt idx="214">
                  <c:v>30.7</c:v>
                </c:pt>
                <c:pt idx="215">
                  <c:v>30.7</c:v>
                </c:pt>
                <c:pt idx="216">
                  <c:v>30.7</c:v>
                </c:pt>
                <c:pt idx="217">
                  <c:v>30.7</c:v>
                </c:pt>
                <c:pt idx="218">
                  <c:v>30.7</c:v>
                </c:pt>
                <c:pt idx="219">
                  <c:v>30.7</c:v>
                </c:pt>
                <c:pt idx="220">
                  <c:v>30.7</c:v>
                </c:pt>
                <c:pt idx="221">
                  <c:v>30.7</c:v>
                </c:pt>
                <c:pt idx="222">
                  <c:v>30.7</c:v>
                </c:pt>
                <c:pt idx="223">
                  <c:v>30.7</c:v>
                </c:pt>
                <c:pt idx="224">
                  <c:v>30.7</c:v>
                </c:pt>
                <c:pt idx="225">
                  <c:v>30.7</c:v>
                </c:pt>
                <c:pt idx="226">
                  <c:v>30.7</c:v>
                </c:pt>
                <c:pt idx="227">
                  <c:v>30.7</c:v>
                </c:pt>
                <c:pt idx="228">
                  <c:v>30.7</c:v>
                </c:pt>
                <c:pt idx="229">
                  <c:v>30.7</c:v>
                </c:pt>
                <c:pt idx="230">
                  <c:v>30.7</c:v>
                </c:pt>
                <c:pt idx="231">
                  <c:v>30.7</c:v>
                </c:pt>
                <c:pt idx="232">
                  <c:v>30.7</c:v>
                </c:pt>
                <c:pt idx="233">
                  <c:v>30.7</c:v>
                </c:pt>
                <c:pt idx="234">
                  <c:v>30.7</c:v>
                </c:pt>
                <c:pt idx="235">
                  <c:v>30.7</c:v>
                </c:pt>
                <c:pt idx="236">
                  <c:v>30.7</c:v>
                </c:pt>
                <c:pt idx="237">
                  <c:v>30.7</c:v>
                </c:pt>
                <c:pt idx="238">
                  <c:v>30.7</c:v>
                </c:pt>
                <c:pt idx="239">
                  <c:v>30.7</c:v>
                </c:pt>
                <c:pt idx="240">
                  <c:v>30.7</c:v>
                </c:pt>
                <c:pt idx="241">
                  <c:v>30.7</c:v>
                </c:pt>
                <c:pt idx="242">
                  <c:v>30.7</c:v>
                </c:pt>
                <c:pt idx="243">
                  <c:v>30.7</c:v>
                </c:pt>
                <c:pt idx="244">
                  <c:v>30.7</c:v>
                </c:pt>
                <c:pt idx="245">
                  <c:v>30.7</c:v>
                </c:pt>
                <c:pt idx="246">
                  <c:v>30.7</c:v>
                </c:pt>
                <c:pt idx="247">
                  <c:v>30.7</c:v>
                </c:pt>
                <c:pt idx="248">
                  <c:v>30.7</c:v>
                </c:pt>
                <c:pt idx="249">
                  <c:v>30.7</c:v>
                </c:pt>
                <c:pt idx="250">
                  <c:v>30.7</c:v>
                </c:pt>
                <c:pt idx="251">
                  <c:v>30.7</c:v>
                </c:pt>
                <c:pt idx="252">
                  <c:v>30.7</c:v>
                </c:pt>
                <c:pt idx="253">
                  <c:v>30.7</c:v>
                </c:pt>
                <c:pt idx="254">
                  <c:v>30.7</c:v>
                </c:pt>
                <c:pt idx="255">
                  <c:v>30.7</c:v>
                </c:pt>
                <c:pt idx="256">
                  <c:v>30.7</c:v>
                </c:pt>
                <c:pt idx="257">
                  <c:v>30.7</c:v>
                </c:pt>
                <c:pt idx="258">
                  <c:v>30.7</c:v>
                </c:pt>
                <c:pt idx="259">
                  <c:v>30.7</c:v>
                </c:pt>
                <c:pt idx="260">
                  <c:v>30.7</c:v>
                </c:pt>
                <c:pt idx="261">
                  <c:v>30.7</c:v>
                </c:pt>
                <c:pt idx="262">
                  <c:v>30.7</c:v>
                </c:pt>
                <c:pt idx="263">
                  <c:v>30.7</c:v>
                </c:pt>
                <c:pt idx="264">
                  <c:v>30.7</c:v>
                </c:pt>
                <c:pt idx="265">
                  <c:v>30.7</c:v>
                </c:pt>
                <c:pt idx="266">
                  <c:v>30.7</c:v>
                </c:pt>
                <c:pt idx="267">
                  <c:v>30.7</c:v>
                </c:pt>
                <c:pt idx="268">
                  <c:v>30.7</c:v>
                </c:pt>
                <c:pt idx="269">
                  <c:v>30.7</c:v>
                </c:pt>
                <c:pt idx="270">
                  <c:v>30.7</c:v>
                </c:pt>
                <c:pt idx="271">
                  <c:v>30.7</c:v>
                </c:pt>
                <c:pt idx="272">
                  <c:v>30.7</c:v>
                </c:pt>
                <c:pt idx="273">
                  <c:v>12.8</c:v>
                </c:pt>
                <c:pt idx="274">
                  <c:v>12.8</c:v>
                </c:pt>
                <c:pt idx="275">
                  <c:v>12.8</c:v>
                </c:pt>
                <c:pt idx="276">
                  <c:v>12.8</c:v>
                </c:pt>
                <c:pt idx="277">
                  <c:v>12.8</c:v>
                </c:pt>
                <c:pt idx="278">
                  <c:v>12.8</c:v>
                </c:pt>
                <c:pt idx="279">
                  <c:v>12.8</c:v>
                </c:pt>
                <c:pt idx="280">
                  <c:v>12.8</c:v>
                </c:pt>
                <c:pt idx="281">
                  <c:v>12.8</c:v>
                </c:pt>
                <c:pt idx="282">
                  <c:v>12.8</c:v>
                </c:pt>
                <c:pt idx="283">
                  <c:v>12.8</c:v>
                </c:pt>
                <c:pt idx="284">
                  <c:v>12.8</c:v>
                </c:pt>
                <c:pt idx="285">
                  <c:v>12.8</c:v>
                </c:pt>
                <c:pt idx="286">
                  <c:v>12.8</c:v>
                </c:pt>
                <c:pt idx="287">
                  <c:v>12.8</c:v>
                </c:pt>
                <c:pt idx="288">
                  <c:v>12.8</c:v>
                </c:pt>
                <c:pt idx="289">
                  <c:v>12.8</c:v>
                </c:pt>
                <c:pt idx="290">
                  <c:v>12.8</c:v>
                </c:pt>
                <c:pt idx="291">
                  <c:v>12.8</c:v>
                </c:pt>
                <c:pt idx="292">
                  <c:v>12.8</c:v>
                </c:pt>
                <c:pt idx="293">
                  <c:v>12.8</c:v>
                </c:pt>
                <c:pt idx="294">
                  <c:v>12.8</c:v>
                </c:pt>
                <c:pt idx="295">
                  <c:v>12.8</c:v>
                </c:pt>
                <c:pt idx="296">
                  <c:v>12.8</c:v>
                </c:pt>
                <c:pt idx="297">
                  <c:v>12.8</c:v>
                </c:pt>
                <c:pt idx="298">
                  <c:v>12.8</c:v>
                </c:pt>
                <c:pt idx="299">
                  <c:v>12.8</c:v>
                </c:pt>
                <c:pt idx="300">
                  <c:v>12.8</c:v>
                </c:pt>
                <c:pt idx="301">
                  <c:v>12.8</c:v>
                </c:pt>
                <c:pt idx="302">
                  <c:v>12.8</c:v>
                </c:pt>
                <c:pt idx="303">
                  <c:v>12.8</c:v>
                </c:pt>
                <c:pt idx="304">
                  <c:v>12.8</c:v>
                </c:pt>
                <c:pt idx="305">
                  <c:v>12.8</c:v>
                </c:pt>
                <c:pt idx="306">
                  <c:v>12.8</c:v>
                </c:pt>
                <c:pt idx="307">
                  <c:v>12.8</c:v>
                </c:pt>
                <c:pt idx="308">
                  <c:v>12.8</c:v>
                </c:pt>
                <c:pt idx="309">
                  <c:v>12.8</c:v>
                </c:pt>
                <c:pt idx="310">
                  <c:v>12.8</c:v>
                </c:pt>
                <c:pt idx="311">
                  <c:v>12.8</c:v>
                </c:pt>
                <c:pt idx="312">
                  <c:v>12.8</c:v>
                </c:pt>
                <c:pt idx="313">
                  <c:v>12.8</c:v>
                </c:pt>
                <c:pt idx="314">
                  <c:v>12.8</c:v>
                </c:pt>
                <c:pt idx="315">
                  <c:v>12.8</c:v>
                </c:pt>
                <c:pt idx="316">
                  <c:v>12.8</c:v>
                </c:pt>
                <c:pt idx="317">
                  <c:v>12.8</c:v>
                </c:pt>
                <c:pt idx="318">
                  <c:v>12.8</c:v>
                </c:pt>
                <c:pt idx="319">
                  <c:v>12.8</c:v>
                </c:pt>
                <c:pt idx="320">
                  <c:v>12.8</c:v>
                </c:pt>
                <c:pt idx="321">
                  <c:v>12.8</c:v>
                </c:pt>
                <c:pt idx="322">
                  <c:v>12.8</c:v>
                </c:pt>
                <c:pt idx="323">
                  <c:v>12.8</c:v>
                </c:pt>
                <c:pt idx="324">
                  <c:v>12.8</c:v>
                </c:pt>
                <c:pt idx="325">
                  <c:v>12.8</c:v>
                </c:pt>
                <c:pt idx="326">
                  <c:v>12.8</c:v>
                </c:pt>
                <c:pt idx="327">
                  <c:v>12.8</c:v>
                </c:pt>
                <c:pt idx="328">
                  <c:v>12.8</c:v>
                </c:pt>
                <c:pt idx="329">
                  <c:v>12.8</c:v>
                </c:pt>
                <c:pt idx="330">
                  <c:v>12.8</c:v>
                </c:pt>
                <c:pt idx="331">
                  <c:v>12.8</c:v>
                </c:pt>
                <c:pt idx="332">
                  <c:v>12.8</c:v>
                </c:pt>
                <c:pt idx="333">
                  <c:v>12.8</c:v>
                </c:pt>
                <c:pt idx="334">
                  <c:v>12.8</c:v>
                </c:pt>
                <c:pt idx="335">
                  <c:v>12.8</c:v>
                </c:pt>
                <c:pt idx="336">
                  <c:v>12.8</c:v>
                </c:pt>
                <c:pt idx="337">
                  <c:v>12.8</c:v>
                </c:pt>
                <c:pt idx="338">
                  <c:v>12.8</c:v>
                </c:pt>
                <c:pt idx="339">
                  <c:v>12.8</c:v>
                </c:pt>
                <c:pt idx="340">
                  <c:v>12.8</c:v>
                </c:pt>
                <c:pt idx="341">
                  <c:v>12.8</c:v>
                </c:pt>
                <c:pt idx="342">
                  <c:v>12.8</c:v>
                </c:pt>
                <c:pt idx="343">
                  <c:v>12.8</c:v>
                </c:pt>
                <c:pt idx="344">
                  <c:v>12.8</c:v>
                </c:pt>
                <c:pt idx="345">
                  <c:v>12.8</c:v>
                </c:pt>
                <c:pt idx="346">
                  <c:v>12.8</c:v>
                </c:pt>
                <c:pt idx="347">
                  <c:v>12.8</c:v>
                </c:pt>
                <c:pt idx="348">
                  <c:v>12.8</c:v>
                </c:pt>
                <c:pt idx="349">
                  <c:v>12.8</c:v>
                </c:pt>
                <c:pt idx="350">
                  <c:v>12.8</c:v>
                </c:pt>
                <c:pt idx="351">
                  <c:v>12.8</c:v>
                </c:pt>
                <c:pt idx="352">
                  <c:v>12.8</c:v>
                </c:pt>
                <c:pt idx="353">
                  <c:v>12.8</c:v>
                </c:pt>
                <c:pt idx="354">
                  <c:v>12.8</c:v>
                </c:pt>
                <c:pt idx="355">
                  <c:v>12.8</c:v>
                </c:pt>
                <c:pt idx="356">
                  <c:v>12.8</c:v>
                </c:pt>
                <c:pt idx="357">
                  <c:v>12.8</c:v>
                </c:pt>
                <c:pt idx="358">
                  <c:v>12.8</c:v>
                </c:pt>
                <c:pt idx="359">
                  <c:v>12.8</c:v>
                </c:pt>
                <c:pt idx="360">
                  <c:v>12.8</c:v>
                </c:pt>
                <c:pt idx="361">
                  <c:v>12.8</c:v>
                </c:pt>
                <c:pt idx="362">
                  <c:v>12.8</c:v>
                </c:pt>
                <c:pt idx="363">
                  <c:v>12.8</c:v>
                </c:pt>
                <c:pt idx="364">
                  <c:v>12.8</c:v>
                </c:pt>
                <c:pt idx="365">
                  <c:v>17.0</c:v>
                </c:pt>
                <c:pt idx="366">
                  <c:v>17.0</c:v>
                </c:pt>
                <c:pt idx="367">
                  <c:v>17.0</c:v>
                </c:pt>
                <c:pt idx="368">
                  <c:v>17.0</c:v>
                </c:pt>
                <c:pt idx="369">
                  <c:v>17.0</c:v>
                </c:pt>
                <c:pt idx="370">
                  <c:v>17.0</c:v>
                </c:pt>
                <c:pt idx="371">
                  <c:v>17.0</c:v>
                </c:pt>
                <c:pt idx="372">
                  <c:v>17.0</c:v>
                </c:pt>
                <c:pt idx="373">
                  <c:v>17.0</c:v>
                </c:pt>
                <c:pt idx="374">
                  <c:v>17.0</c:v>
                </c:pt>
                <c:pt idx="375">
                  <c:v>17.0</c:v>
                </c:pt>
                <c:pt idx="376">
                  <c:v>17.0</c:v>
                </c:pt>
                <c:pt idx="377">
                  <c:v>17.0</c:v>
                </c:pt>
                <c:pt idx="378">
                  <c:v>17.0</c:v>
                </c:pt>
                <c:pt idx="379">
                  <c:v>17.0</c:v>
                </c:pt>
                <c:pt idx="380">
                  <c:v>17.0</c:v>
                </c:pt>
                <c:pt idx="381">
                  <c:v>17.0</c:v>
                </c:pt>
                <c:pt idx="382">
                  <c:v>17.0</c:v>
                </c:pt>
                <c:pt idx="383">
                  <c:v>17.0</c:v>
                </c:pt>
                <c:pt idx="384">
                  <c:v>17.0</c:v>
                </c:pt>
                <c:pt idx="385">
                  <c:v>17.0</c:v>
                </c:pt>
                <c:pt idx="386">
                  <c:v>17.0</c:v>
                </c:pt>
                <c:pt idx="387">
                  <c:v>17.0</c:v>
                </c:pt>
                <c:pt idx="388">
                  <c:v>17.0</c:v>
                </c:pt>
                <c:pt idx="389">
                  <c:v>17.0</c:v>
                </c:pt>
                <c:pt idx="390">
                  <c:v>17.0</c:v>
                </c:pt>
                <c:pt idx="391">
                  <c:v>17.0</c:v>
                </c:pt>
                <c:pt idx="392">
                  <c:v>17.0</c:v>
                </c:pt>
                <c:pt idx="393">
                  <c:v>17.0</c:v>
                </c:pt>
                <c:pt idx="394">
                  <c:v>17.0</c:v>
                </c:pt>
                <c:pt idx="395">
                  <c:v>17.0</c:v>
                </c:pt>
                <c:pt idx="396">
                  <c:v>17.0</c:v>
                </c:pt>
                <c:pt idx="397">
                  <c:v>17.0</c:v>
                </c:pt>
                <c:pt idx="398">
                  <c:v>17.0</c:v>
                </c:pt>
                <c:pt idx="399">
                  <c:v>17.0</c:v>
                </c:pt>
                <c:pt idx="400">
                  <c:v>17.0</c:v>
                </c:pt>
                <c:pt idx="401">
                  <c:v>17.0</c:v>
                </c:pt>
                <c:pt idx="402">
                  <c:v>17.0</c:v>
                </c:pt>
                <c:pt idx="403">
                  <c:v>17.0</c:v>
                </c:pt>
                <c:pt idx="404">
                  <c:v>17.0</c:v>
                </c:pt>
                <c:pt idx="405">
                  <c:v>17.0</c:v>
                </c:pt>
                <c:pt idx="406">
                  <c:v>17.0</c:v>
                </c:pt>
                <c:pt idx="407">
                  <c:v>17.0</c:v>
                </c:pt>
                <c:pt idx="408">
                  <c:v>17.0</c:v>
                </c:pt>
                <c:pt idx="409">
                  <c:v>17.0</c:v>
                </c:pt>
                <c:pt idx="410">
                  <c:v>17.0</c:v>
                </c:pt>
                <c:pt idx="411">
                  <c:v>17.0</c:v>
                </c:pt>
                <c:pt idx="412">
                  <c:v>17.0</c:v>
                </c:pt>
                <c:pt idx="413">
                  <c:v>17.0</c:v>
                </c:pt>
                <c:pt idx="414">
                  <c:v>17.0</c:v>
                </c:pt>
                <c:pt idx="415">
                  <c:v>17.0</c:v>
                </c:pt>
                <c:pt idx="416">
                  <c:v>17.0</c:v>
                </c:pt>
                <c:pt idx="417">
                  <c:v>17.0</c:v>
                </c:pt>
                <c:pt idx="418">
                  <c:v>17.0</c:v>
                </c:pt>
                <c:pt idx="419">
                  <c:v>17.0</c:v>
                </c:pt>
                <c:pt idx="420">
                  <c:v>17.0</c:v>
                </c:pt>
                <c:pt idx="421">
                  <c:v>17.0</c:v>
                </c:pt>
                <c:pt idx="422">
                  <c:v>17.0</c:v>
                </c:pt>
                <c:pt idx="423">
                  <c:v>17.0</c:v>
                </c:pt>
                <c:pt idx="424">
                  <c:v>17.0</c:v>
                </c:pt>
                <c:pt idx="425">
                  <c:v>17.0</c:v>
                </c:pt>
                <c:pt idx="426">
                  <c:v>17.0</c:v>
                </c:pt>
                <c:pt idx="427">
                  <c:v>17.0</c:v>
                </c:pt>
                <c:pt idx="428">
                  <c:v>17.0</c:v>
                </c:pt>
                <c:pt idx="429">
                  <c:v>17.0</c:v>
                </c:pt>
                <c:pt idx="430">
                  <c:v>17.0</c:v>
                </c:pt>
                <c:pt idx="431">
                  <c:v>17.0</c:v>
                </c:pt>
                <c:pt idx="432">
                  <c:v>17.0</c:v>
                </c:pt>
                <c:pt idx="433">
                  <c:v>17.0</c:v>
                </c:pt>
                <c:pt idx="434">
                  <c:v>17.0</c:v>
                </c:pt>
                <c:pt idx="435">
                  <c:v>17.0</c:v>
                </c:pt>
                <c:pt idx="436">
                  <c:v>17.0</c:v>
                </c:pt>
                <c:pt idx="437">
                  <c:v>17.0</c:v>
                </c:pt>
                <c:pt idx="438">
                  <c:v>17.0</c:v>
                </c:pt>
                <c:pt idx="439">
                  <c:v>17.0</c:v>
                </c:pt>
                <c:pt idx="440">
                  <c:v>17.0</c:v>
                </c:pt>
                <c:pt idx="441">
                  <c:v>17.0</c:v>
                </c:pt>
                <c:pt idx="442">
                  <c:v>17.0</c:v>
                </c:pt>
                <c:pt idx="443">
                  <c:v>17.0</c:v>
                </c:pt>
                <c:pt idx="444">
                  <c:v>17.0</c:v>
                </c:pt>
                <c:pt idx="445">
                  <c:v>17.0</c:v>
                </c:pt>
                <c:pt idx="446">
                  <c:v>17.0</c:v>
                </c:pt>
                <c:pt idx="447">
                  <c:v>17.0</c:v>
                </c:pt>
                <c:pt idx="448">
                  <c:v>17.0</c:v>
                </c:pt>
                <c:pt idx="449">
                  <c:v>17.0</c:v>
                </c:pt>
                <c:pt idx="450">
                  <c:v>17.0</c:v>
                </c:pt>
                <c:pt idx="451">
                  <c:v>17.0</c:v>
                </c:pt>
                <c:pt idx="452">
                  <c:v>17.0</c:v>
                </c:pt>
                <c:pt idx="453">
                  <c:v>17.0</c:v>
                </c:pt>
                <c:pt idx="454">
                  <c:v>17.0</c:v>
                </c:pt>
                <c:pt idx="455">
                  <c:v>17.0</c:v>
                </c:pt>
                <c:pt idx="456">
                  <c:v>37.9</c:v>
                </c:pt>
                <c:pt idx="457">
                  <c:v>37.9</c:v>
                </c:pt>
                <c:pt idx="458">
                  <c:v>37.9</c:v>
                </c:pt>
                <c:pt idx="459">
                  <c:v>37.9</c:v>
                </c:pt>
                <c:pt idx="460">
                  <c:v>37.9</c:v>
                </c:pt>
                <c:pt idx="461">
                  <c:v>37.9</c:v>
                </c:pt>
                <c:pt idx="462">
                  <c:v>37.9</c:v>
                </c:pt>
                <c:pt idx="463">
                  <c:v>37.9</c:v>
                </c:pt>
                <c:pt idx="464">
                  <c:v>37.9</c:v>
                </c:pt>
                <c:pt idx="465">
                  <c:v>37.9</c:v>
                </c:pt>
                <c:pt idx="466">
                  <c:v>37.9</c:v>
                </c:pt>
                <c:pt idx="467">
                  <c:v>37.9</c:v>
                </c:pt>
                <c:pt idx="468">
                  <c:v>37.9</c:v>
                </c:pt>
                <c:pt idx="469">
                  <c:v>37.9</c:v>
                </c:pt>
                <c:pt idx="470">
                  <c:v>37.9</c:v>
                </c:pt>
                <c:pt idx="471">
                  <c:v>37.9</c:v>
                </c:pt>
                <c:pt idx="472">
                  <c:v>37.9</c:v>
                </c:pt>
                <c:pt idx="473">
                  <c:v>37.9</c:v>
                </c:pt>
                <c:pt idx="474">
                  <c:v>37.9</c:v>
                </c:pt>
                <c:pt idx="475">
                  <c:v>37.9</c:v>
                </c:pt>
                <c:pt idx="476">
                  <c:v>37.9</c:v>
                </c:pt>
                <c:pt idx="477">
                  <c:v>37.9</c:v>
                </c:pt>
                <c:pt idx="478">
                  <c:v>37.9</c:v>
                </c:pt>
                <c:pt idx="479">
                  <c:v>37.9</c:v>
                </c:pt>
                <c:pt idx="480">
                  <c:v>37.9</c:v>
                </c:pt>
                <c:pt idx="481">
                  <c:v>37.9</c:v>
                </c:pt>
                <c:pt idx="482">
                  <c:v>37.9</c:v>
                </c:pt>
                <c:pt idx="483">
                  <c:v>37.9</c:v>
                </c:pt>
                <c:pt idx="484">
                  <c:v>37.9</c:v>
                </c:pt>
                <c:pt idx="485">
                  <c:v>37.9</c:v>
                </c:pt>
                <c:pt idx="486">
                  <c:v>37.9</c:v>
                </c:pt>
                <c:pt idx="487">
                  <c:v>37.9</c:v>
                </c:pt>
                <c:pt idx="488">
                  <c:v>37.9</c:v>
                </c:pt>
                <c:pt idx="489">
                  <c:v>37.9</c:v>
                </c:pt>
                <c:pt idx="490">
                  <c:v>37.9</c:v>
                </c:pt>
                <c:pt idx="491">
                  <c:v>37.9</c:v>
                </c:pt>
                <c:pt idx="492">
                  <c:v>37.9</c:v>
                </c:pt>
                <c:pt idx="493">
                  <c:v>37.9</c:v>
                </c:pt>
                <c:pt idx="494">
                  <c:v>37.9</c:v>
                </c:pt>
                <c:pt idx="495">
                  <c:v>37.9</c:v>
                </c:pt>
                <c:pt idx="496">
                  <c:v>37.9</c:v>
                </c:pt>
                <c:pt idx="497">
                  <c:v>37.9</c:v>
                </c:pt>
                <c:pt idx="498">
                  <c:v>37.9</c:v>
                </c:pt>
                <c:pt idx="499">
                  <c:v>37.9</c:v>
                </c:pt>
                <c:pt idx="500">
                  <c:v>37.9</c:v>
                </c:pt>
                <c:pt idx="501">
                  <c:v>37.9</c:v>
                </c:pt>
                <c:pt idx="502">
                  <c:v>37.9</c:v>
                </c:pt>
                <c:pt idx="503">
                  <c:v>37.9</c:v>
                </c:pt>
                <c:pt idx="504">
                  <c:v>37.9</c:v>
                </c:pt>
                <c:pt idx="505">
                  <c:v>37.9</c:v>
                </c:pt>
                <c:pt idx="506">
                  <c:v>37.9</c:v>
                </c:pt>
                <c:pt idx="507">
                  <c:v>37.9</c:v>
                </c:pt>
                <c:pt idx="508">
                  <c:v>37.9</c:v>
                </c:pt>
                <c:pt idx="509">
                  <c:v>37.9</c:v>
                </c:pt>
                <c:pt idx="510">
                  <c:v>37.9</c:v>
                </c:pt>
                <c:pt idx="511">
                  <c:v>37.9</c:v>
                </c:pt>
                <c:pt idx="512">
                  <c:v>37.9</c:v>
                </c:pt>
                <c:pt idx="513">
                  <c:v>37.9</c:v>
                </c:pt>
                <c:pt idx="514">
                  <c:v>37.9</c:v>
                </c:pt>
                <c:pt idx="515">
                  <c:v>37.9</c:v>
                </c:pt>
                <c:pt idx="516">
                  <c:v>37.9</c:v>
                </c:pt>
                <c:pt idx="517">
                  <c:v>37.9</c:v>
                </c:pt>
                <c:pt idx="518">
                  <c:v>37.9</c:v>
                </c:pt>
                <c:pt idx="519">
                  <c:v>37.9</c:v>
                </c:pt>
                <c:pt idx="520">
                  <c:v>37.9</c:v>
                </c:pt>
                <c:pt idx="521">
                  <c:v>37.9</c:v>
                </c:pt>
                <c:pt idx="522">
                  <c:v>37.9</c:v>
                </c:pt>
                <c:pt idx="523">
                  <c:v>37.9</c:v>
                </c:pt>
                <c:pt idx="524">
                  <c:v>37.9</c:v>
                </c:pt>
                <c:pt idx="525">
                  <c:v>37.9</c:v>
                </c:pt>
                <c:pt idx="526">
                  <c:v>37.9</c:v>
                </c:pt>
                <c:pt idx="527">
                  <c:v>37.9</c:v>
                </c:pt>
                <c:pt idx="528">
                  <c:v>37.9</c:v>
                </c:pt>
                <c:pt idx="529">
                  <c:v>37.9</c:v>
                </c:pt>
                <c:pt idx="530">
                  <c:v>37.9</c:v>
                </c:pt>
                <c:pt idx="531">
                  <c:v>37.9</c:v>
                </c:pt>
                <c:pt idx="532">
                  <c:v>37.9</c:v>
                </c:pt>
                <c:pt idx="533">
                  <c:v>37.9</c:v>
                </c:pt>
                <c:pt idx="534">
                  <c:v>37.9</c:v>
                </c:pt>
                <c:pt idx="535">
                  <c:v>37.9</c:v>
                </c:pt>
                <c:pt idx="536">
                  <c:v>37.9</c:v>
                </c:pt>
                <c:pt idx="537">
                  <c:v>37.9</c:v>
                </c:pt>
                <c:pt idx="538">
                  <c:v>37.9</c:v>
                </c:pt>
                <c:pt idx="539">
                  <c:v>37.9</c:v>
                </c:pt>
                <c:pt idx="540">
                  <c:v>37.9</c:v>
                </c:pt>
                <c:pt idx="541">
                  <c:v>37.9</c:v>
                </c:pt>
                <c:pt idx="542">
                  <c:v>37.9</c:v>
                </c:pt>
                <c:pt idx="543">
                  <c:v>37.9</c:v>
                </c:pt>
                <c:pt idx="544">
                  <c:v>37.9</c:v>
                </c:pt>
                <c:pt idx="545">
                  <c:v>37.9</c:v>
                </c:pt>
                <c:pt idx="546">
                  <c:v>37.9</c:v>
                </c:pt>
                <c:pt idx="547">
                  <c:v>32.9</c:v>
                </c:pt>
                <c:pt idx="548">
                  <c:v>32.9</c:v>
                </c:pt>
                <c:pt idx="549">
                  <c:v>32.9</c:v>
                </c:pt>
                <c:pt idx="550">
                  <c:v>32.9</c:v>
                </c:pt>
                <c:pt idx="551">
                  <c:v>32.9</c:v>
                </c:pt>
                <c:pt idx="552">
                  <c:v>32.9</c:v>
                </c:pt>
                <c:pt idx="553">
                  <c:v>32.9</c:v>
                </c:pt>
                <c:pt idx="554">
                  <c:v>32.9</c:v>
                </c:pt>
                <c:pt idx="555">
                  <c:v>32.9</c:v>
                </c:pt>
                <c:pt idx="556">
                  <c:v>32.9</c:v>
                </c:pt>
                <c:pt idx="557">
                  <c:v>32.9</c:v>
                </c:pt>
                <c:pt idx="558">
                  <c:v>32.9</c:v>
                </c:pt>
                <c:pt idx="559">
                  <c:v>32.9</c:v>
                </c:pt>
                <c:pt idx="560">
                  <c:v>32.9</c:v>
                </c:pt>
                <c:pt idx="561">
                  <c:v>32.9</c:v>
                </c:pt>
                <c:pt idx="562">
                  <c:v>32.9</c:v>
                </c:pt>
                <c:pt idx="563">
                  <c:v>32.9</c:v>
                </c:pt>
                <c:pt idx="564">
                  <c:v>32.9</c:v>
                </c:pt>
                <c:pt idx="565">
                  <c:v>32.9</c:v>
                </c:pt>
                <c:pt idx="566">
                  <c:v>32.9</c:v>
                </c:pt>
                <c:pt idx="567">
                  <c:v>32.9</c:v>
                </c:pt>
                <c:pt idx="568">
                  <c:v>32.9</c:v>
                </c:pt>
                <c:pt idx="569">
                  <c:v>32.9</c:v>
                </c:pt>
                <c:pt idx="570">
                  <c:v>32.9</c:v>
                </c:pt>
                <c:pt idx="571">
                  <c:v>32.9</c:v>
                </c:pt>
                <c:pt idx="572">
                  <c:v>32.9</c:v>
                </c:pt>
                <c:pt idx="573">
                  <c:v>32.9</c:v>
                </c:pt>
                <c:pt idx="574">
                  <c:v>32.9</c:v>
                </c:pt>
                <c:pt idx="575">
                  <c:v>32.9</c:v>
                </c:pt>
                <c:pt idx="576">
                  <c:v>32.9</c:v>
                </c:pt>
                <c:pt idx="577">
                  <c:v>32.9</c:v>
                </c:pt>
                <c:pt idx="578">
                  <c:v>32.9</c:v>
                </c:pt>
                <c:pt idx="579">
                  <c:v>32.9</c:v>
                </c:pt>
                <c:pt idx="580">
                  <c:v>32.9</c:v>
                </c:pt>
                <c:pt idx="581">
                  <c:v>32.9</c:v>
                </c:pt>
                <c:pt idx="582">
                  <c:v>32.9</c:v>
                </c:pt>
                <c:pt idx="583">
                  <c:v>32.9</c:v>
                </c:pt>
                <c:pt idx="584">
                  <c:v>32.9</c:v>
                </c:pt>
                <c:pt idx="585">
                  <c:v>32.9</c:v>
                </c:pt>
                <c:pt idx="586">
                  <c:v>32.9</c:v>
                </c:pt>
                <c:pt idx="587">
                  <c:v>32.9</c:v>
                </c:pt>
                <c:pt idx="588">
                  <c:v>32.9</c:v>
                </c:pt>
                <c:pt idx="589">
                  <c:v>32.9</c:v>
                </c:pt>
                <c:pt idx="590">
                  <c:v>32.9</c:v>
                </c:pt>
                <c:pt idx="591">
                  <c:v>32.9</c:v>
                </c:pt>
                <c:pt idx="592">
                  <c:v>32.9</c:v>
                </c:pt>
                <c:pt idx="593">
                  <c:v>32.9</c:v>
                </c:pt>
                <c:pt idx="594">
                  <c:v>32.9</c:v>
                </c:pt>
                <c:pt idx="595">
                  <c:v>32.9</c:v>
                </c:pt>
                <c:pt idx="596">
                  <c:v>32.9</c:v>
                </c:pt>
                <c:pt idx="597">
                  <c:v>32.9</c:v>
                </c:pt>
                <c:pt idx="598">
                  <c:v>32.9</c:v>
                </c:pt>
                <c:pt idx="599">
                  <c:v>32.9</c:v>
                </c:pt>
                <c:pt idx="600">
                  <c:v>32.9</c:v>
                </c:pt>
                <c:pt idx="601">
                  <c:v>32.9</c:v>
                </c:pt>
                <c:pt idx="602">
                  <c:v>32.9</c:v>
                </c:pt>
                <c:pt idx="603">
                  <c:v>32.9</c:v>
                </c:pt>
                <c:pt idx="604">
                  <c:v>32.9</c:v>
                </c:pt>
                <c:pt idx="605">
                  <c:v>32.9</c:v>
                </c:pt>
                <c:pt idx="606">
                  <c:v>32.9</c:v>
                </c:pt>
                <c:pt idx="607">
                  <c:v>32.9</c:v>
                </c:pt>
                <c:pt idx="608">
                  <c:v>32.9</c:v>
                </c:pt>
                <c:pt idx="609">
                  <c:v>32.9</c:v>
                </c:pt>
                <c:pt idx="610">
                  <c:v>32.9</c:v>
                </c:pt>
                <c:pt idx="611">
                  <c:v>32.9</c:v>
                </c:pt>
                <c:pt idx="612">
                  <c:v>32.9</c:v>
                </c:pt>
                <c:pt idx="613">
                  <c:v>32.9</c:v>
                </c:pt>
                <c:pt idx="614">
                  <c:v>32.9</c:v>
                </c:pt>
                <c:pt idx="615">
                  <c:v>32.9</c:v>
                </c:pt>
                <c:pt idx="616">
                  <c:v>32.9</c:v>
                </c:pt>
                <c:pt idx="617">
                  <c:v>32.9</c:v>
                </c:pt>
                <c:pt idx="618">
                  <c:v>32.9</c:v>
                </c:pt>
                <c:pt idx="619">
                  <c:v>32.9</c:v>
                </c:pt>
                <c:pt idx="620">
                  <c:v>32.9</c:v>
                </c:pt>
                <c:pt idx="621">
                  <c:v>32.9</c:v>
                </c:pt>
                <c:pt idx="622">
                  <c:v>32.9</c:v>
                </c:pt>
                <c:pt idx="623">
                  <c:v>32.9</c:v>
                </c:pt>
                <c:pt idx="624">
                  <c:v>32.9</c:v>
                </c:pt>
                <c:pt idx="625">
                  <c:v>32.9</c:v>
                </c:pt>
                <c:pt idx="626">
                  <c:v>32.9</c:v>
                </c:pt>
                <c:pt idx="627">
                  <c:v>32.9</c:v>
                </c:pt>
                <c:pt idx="628">
                  <c:v>32.9</c:v>
                </c:pt>
                <c:pt idx="629">
                  <c:v>32.9</c:v>
                </c:pt>
                <c:pt idx="630">
                  <c:v>32.9</c:v>
                </c:pt>
                <c:pt idx="631">
                  <c:v>32.9</c:v>
                </c:pt>
                <c:pt idx="632">
                  <c:v>32.9</c:v>
                </c:pt>
                <c:pt idx="633">
                  <c:v>32.9</c:v>
                </c:pt>
                <c:pt idx="634">
                  <c:v>32.9</c:v>
                </c:pt>
                <c:pt idx="635">
                  <c:v>32.9</c:v>
                </c:pt>
                <c:pt idx="636">
                  <c:v>32.9</c:v>
                </c:pt>
                <c:pt idx="637">
                  <c:v>32.9</c:v>
                </c:pt>
                <c:pt idx="638">
                  <c:v>32.9</c:v>
                </c:pt>
                <c:pt idx="639">
                  <c:v>12.6</c:v>
                </c:pt>
                <c:pt idx="640">
                  <c:v>12.6</c:v>
                </c:pt>
                <c:pt idx="641">
                  <c:v>12.6</c:v>
                </c:pt>
                <c:pt idx="642">
                  <c:v>12.6</c:v>
                </c:pt>
                <c:pt idx="643">
                  <c:v>12.6</c:v>
                </c:pt>
                <c:pt idx="644">
                  <c:v>12.6</c:v>
                </c:pt>
                <c:pt idx="645">
                  <c:v>12.6</c:v>
                </c:pt>
                <c:pt idx="646">
                  <c:v>12.6</c:v>
                </c:pt>
                <c:pt idx="647">
                  <c:v>12.6</c:v>
                </c:pt>
                <c:pt idx="648">
                  <c:v>12.6</c:v>
                </c:pt>
                <c:pt idx="649">
                  <c:v>12.6</c:v>
                </c:pt>
                <c:pt idx="650">
                  <c:v>12.6</c:v>
                </c:pt>
                <c:pt idx="651">
                  <c:v>12.6</c:v>
                </c:pt>
                <c:pt idx="652">
                  <c:v>12.6</c:v>
                </c:pt>
                <c:pt idx="653">
                  <c:v>12.6</c:v>
                </c:pt>
                <c:pt idx="654">
                  <c:v>12.6</c:v>
                </c:pt>
                <c:pt idx="655">
                  <c:v>12.6</c:v>
                </c:pt>
                <c:pt idx="656">
                  <c:v>12.6</c:v>
                </c:pt>
                <c:pt idx="657">
                  <c:v>12.6</c:v>
                </c:pt>
                <c:pt idx="658">
                  <c:v>12.6</c:v>
                </c:pt>
                <c:pt idx="659">
                  <c:v>12.6</c:v>
                </c:pt>
                <c:pt idx="660">
                  <c:v>12.6</c:v>
                </c:pt>
                <c:pt idx="661">
                  <c:v>12.6</c:v>
                </c:pt>
                <c:pt idx="662">
                  <c:v>12.6</c:v>
                </c:pt>
                <c:pt idx="663">
                  <c:v>12.6</c:v>
                </c:pt>
                <c:pt idx="664">
                  <c:v>12.6</c:v>
                </c:pt>
                <c:pt idx="665">
                  <c:v>12.6</c:v>
                </c:pt>
                <c:pt idx="666">
                  <c:v>12.6</c:v>
                </c:pt>
                <c:pt idx="667">
                  <c:v>12.6</c:v>
                </c:pt>
                <c:pt idx="668">
                  <c:v>12.6</c:v>
                </c:pt>
                <c:pt idx="669">
                  <c:v>12.6</c:v>
                </c:pt>
                <c:pt idx="670">
                  <c:v>12.6</c:v>
                </c:pt>
                <c:pt idx="671">
                  <c:v>12.6</c:v>
                </c:pt>
                <c:pt idx="672">
                  <c:v>12.6</c:v>
                </c:pt>
                <c:pt idx="673">
                  <c:v>12.6</c:v>
                </c:pt>
                <c:pt idx="674">
                  <c:v>12.6</c:v>
                </c:pt>
                <c:pt idx="675">
                  <c:v>12.6</c:v>
                </c:pt>
                <c:pt idx="676">
                  <c:v>12.6</c:v>
                </c:pt>
                <c:pt idx="677">
                  <c:v>12.6</c:v>
                </c:pt>
                <c:pt idx="678">
                  <c:v>12.6</c:v>
                </c:pt>
                <c:pt idx="679">
                  <c:v>12.6</c:v>
                </c:pt>
                <c:pt idx="680">
                  <c:v>12.6</c:v>
                </c:pt>
                <c:pt idx="681">
                  <c:v>12.6</c:v>
                </c:pt>
                <c:pt idx="682">
                  <c:v>12.6</c:v>
                </c:pt>
                <c:pt idx="683">
                  <c:v>12.6</c:v>
                </c:pt>
                <c:pt idx="684">
                  <c:v>12.6</c:v>
                </c:pt>
                <c:pt idx="685">
                  <c:v>12.6</c:v>
                </c:pt>
                <c:pt idx="686">
                  <c:v>12.6</c:v>
                </c:pt>
                <c:pt idx="687">
                  <c:v>12.6</c:v>
                </c:pt>
                <c:pt idx="688">
                  <c:v>12.6</c:v>
                </c:pt>
                <c:pt idx="689">
                  <c:v>12.6</c:v>
                </c:pt>
                <c:pt idx="690">
                  <c:v>12.6</c:v>
                </c:pt>
                <c:pt idx="691">
                  <c:v>12.6</c:v>
                </c:pt>
                <c:pt idx="692">
                  <c:v>12.6</c:v>
                </c:pt>
                <c:pt idx="693">
                  <c:v>12.6</c:v>
                </c:pt>
                <c:pt idx="694">
                  <c:v>12.6</c:v>
                </c:pt>
                <c:pt idx="695">
                  <c:v>12.6</c:v>
                </c:pt>
                <c:pt idx="696">
                  <c:v>12.6</c:v>
                </c:pt>
                <c:pt idx="697">
                  <c:v>12.6</c:v>
                </c:pt>
                <c:pt idx="698">
                  <c:v>12.6</c:v>
                </c:pt>
                <c:pt idx="699">
                  <c:v>12.6</c:v>
                </c:pt>
                <c:pt idx="700">
                  <c:v>12.6</c:v>
                </c:pt>
                <c:pt idx="701">
                  <c:v>12.6</c:v>
                </c:pt>
                <c:pt idx="702">
                  <c:v>12.6</c:v>
                </c:pt>
                <c:pt idx="703">
                  <c:v>12.6</c:v>
                </c:pt>
                <c:pt idx="704">
                  <c:v>12.6</c:v>
                </c:pt>
                <c:pt idx="705">
                  <c:v>12.6</c:v>
                </c:pt>
                <c:pt idx="706">
                  <c:v>12.6</c:v>
                </c:pt>
                <c:pt idx="707">
                  <c:v>12.6</c:v>
                </c:pt>
                <c:pt idx="708">
                  <c:v>12.6</c:v>
                </c:pt>
                <c:pt idx="709">
                  <c:v>12.6</c:v>
                </c:pt>
                <c:pt idx="710">
                  <c:v>12.6</c:v>
                </c:pt>
                <c:pt idx="711">
                  <c:v>12.6</c:v>
                </c:pt>
                <c:pt idx="712">
                  <c:v>12.6</c:v>
                </c:pt>
                <c:pt idx="713">
                  <c:v>12.6</c:v>
                </c:pt>
                <c:pt idx="714">
                  <c:v>12.6</c:v>
                </c:pt>
                <c:pt idx="715">
                  <c:v>12.6</c:v>
                </c:pt>
                <c:pt idx="716">
                  <c:v>12.6</c:v>
                </c:pt>
                <c:pt idx="717">
                  <c:v>12.6</c:v>
                </c:pt>
                <c:pt idx="718">
                  <c:v>12.6</c:v>
                </c:pt>
                <c:pt idx="719">
                  <c:v>12.6</c:v>
                </c:pt>
                <c:pt idx="720">
                  <c:v>12.6</c:v>
                </c:pt>
                <c:pt idx="721">
                  <c:v>12.6</c:v>
                </c:pt>
                <c:pt idx="722">
                  <c:v>12.6</c:v>
                </c:pt>
                <c:pt idx="723">
                  <c:v>12.6</c:v>
                </c:pt>
                <c:pt idx="724">
                  <c:v>12.6</c:v>
                </c:pt>
                <c:pt idx="725">
                  <c:v>12.6</c:v>
                </c:pt>
                <c:pt idx="726">
                  <c:v>12.6</c:v>
                </c:pt>
                <c:pt idx="727">
                  <c:v>12.6</c:v>
                </c:pt>
                <c:pt idx="728">
                  <c:v>12.6</c:v>
                </c:pt>
                <c:pt idx="729">
                  <c:v>12.6</c:v>
                </c:pt>
                <c:pt idx="730">
                  <c:v>12.6</c:v>
                </c:pt>
                <c:pt idx="731">
                  <c:v>16.8</c:v>
                </c:pt>
                <c:pt idx="732">
                  <c:v>16.8</c:v>
                </c:pt>
                <c:pt idx="733">
                  <c:v>16.8</c:v>
                </c:pt>
                <c:pt idx="734">
                  <c:v>16.8</c:v>
                </c:pt>
                <c:pt idx="735">
                  <c:v>16.8</c:v>
                </c:pt>
                <c:pt idx="736">
                  <c:v>16.8</c:v>
                </c:pt>
                <c:pt idx="737">
                  <c:v>16.8</c:v>
                </c:pt>
                <c:pt idx="738">
                  <c:v>16.8</c:v>
                </c:pt>
                <c:pt idx="739">
                  <c:v>16.8</c:v>
                </c:pt>
                <c:pt idx="740">
                  <c:v>16.8</c:v>
                </c:pt>
                <c:pt idx="741">
                  <c:v>16.8</c:v>
                </c:pt>
                <c:pt idx="742">
                  <c:v>16.8</c:v>
                </c:pt>
                <c:pt idx="743">
                  <c:v>16.8</c:v>
                </c:pt>
                <c:pt idx="744">
                  <c:v>16.8</c:v>
                </c:pt>
                <c:pt idx="745">
                  <c:v>16.8</c:v>
                </c:pt>
                <c:pt idx="746">
                  <c:v>16.8</c:v>
                </c:pt>
                <c:pt idx="747">
                  <c:v>16.8</c:v>
                </c:pt>
                <c:pt idx="748">
                  <c:v>16.8</c:v>
                </c:pt>
                <c:pt idx="749">
                  <c:v>16.8</c:v>
                </c:pt>
                <c:pt idx="750">
                  <c:v>16.8</c:v>
                </c:pt>
                <c:pt idx="751">
                  <c:v>16.8</c:v>
                </c:pt>
                <c:pt idx="752">
                  <c:v>16.8</c:v>
                </c:pt>
                <c:pt idx="753">
                  <c:v>16.8</c:v>
                </c:pt>
                <c:pt idx="754">
                  <c:v>16.8</c:v>
                </c:pt>
                <c:pt idx="755">
                  <c:v>16.8</c:v>
                </c:pt>
                <c:pt idx="756">
                  <c:v>16.8</c:v>
                </c:pt>
                <c:pt idx="757">
                  <c:v>16.8</c:v>
                </c:pt>
                <c:pt idx="758">
                  <c:v>16.8</c:v>
                </c:pt>
                <c:pt idx="759">
                  <c:v>16.8</c:v>
                </c:pt>
                <c:pt idx="760">
                  <c:v>16.8</c:v>
                </c:pt>
                <c:pt idx="761">
                  <c:v>16.8</c:v>
                </c:pt>
                <c:pt idx="762">
                  <c:v>16.8</c:v>
                </c:pt>
                <c:pt idx="763">
                  <c:v>16.8</c:v>
                </c:pt>
                <c:pt idx="764">
                  <c:v>16.8</c:v>
                </c:pt>
                <c:pt idx="765">
                  <c:v>16.8</c:v>
                </c:pt>
                <c:pt idx="766">
                  <c:v>16.8</c:v>
                </c:pt>
                <c:pt idx="767">
                  <c:v>16.8</c:v>
                </c:pt>
                <c:pt idx="768">
                  <c:v>16.8</c:v>
                </c:pt>
                <c:pt idx="769">
                  <c:v>16.8</c:v>
                </c:pt>
                <c:pt idx="770">
                  <c:v>16.8</c:v>
                </c:pt>
                <c:pt idx="771">
                  <c:v>16.8</c:v>
                </c:pt>
                <c:pt idx="772">
                  <c:v>16.8</c:v>
                </c:pt>
                <c:pt idx="773">
                  <c:v>16.8</c:v>
                </c:pt>
                <c:pt idx="774">
                  <c:v>16.8</c:v>
                </c:pt>
                <c:pt idx="775">
                  <c:v>16.8</c:v>
                </c:pt>
                <c:pt idx="776">
                  <c:v>16.8</c:v>
                </c:pt>
                <c:pt idx="777">
                  <c:v>16.8</c:v>
                </c:pt>
                <c:pt idx="778">
                  <c:v>16.8</c:v>
                </c:pt>
                <c:pt idx="779">
                  <c:v>16.8</c:v>
                </c:pt>
                <c:pt idx="780">
                  <c:v>16.8</c:v>
                </c:pt>
                <c:pt idx="781">
                  <c:v>16.8</c:v>
                </c:pt>
                <c:pt idx="782">
                  <c:v>16.8</c:v>
                </c:pt>
                <c:pt idx="783">
                  <c:v>16.8</c:v>
                </c:pt>
                <c:pt idx="784">
                  <c:v>16.8</c:v>
                </c:pt>
                <c:pt idx="785">
                  <c:v>16.8</c:v>
                </c:pt>
                <c:pt idx="786">
                  <c:v>16.8</c:v>
                </c:pt>
                <c:pt idx="787">
                  <c:v>16.8</c:v>
                </c:pt>
                <c:pt idx="788">
                  <c:v>16.8</c:v>
                </c:pt>
                <c:pt idx="789">
                  <c:v>16.8</c:v>
                </c:pt>
                <c:pt idx="790">
                  <c:v>16.8</c:v>
                </c:pt>
                <c:pt idx="791">
                  <c:v>16.8</c:v>
                </c:pt>
                <c:pt idx="792">
                  <c:v>16.8</c:v>
                </c:pt>
                <c:pt idx="793">
                  <c:v>16.8</c:v>
                </c:pt>
                <c:pt idx="794">
                  <c:v>16.8</c:v>
                </c:pt>
                <c:pt idx="795">
                  <c:v>16.8</c:v>
                </c:pt>
                <c:pt idx="796">
                  <c:v>16.8</c:v>
                </c:pt>
                <c:pt idx="797">
                  <c:v>16.8</c:v>
                </c:pt>
                <c:pt idx="798">
                  <c:v>16.8</c:v>
                </c:pt>
                <c:pt idx="799">
                  <c:v>16.8</c:v>
                </c:pt>
                <c:pt idx="800">
                  <c:v>16.8</c:v>
                </c:pt>
                <c:pt idx="801">
                  <c:v>16.8</c:v>
                </c:pt>
                <c:pt idx="802">
                  <c:v>16.8</c:v>
                </c:pt>
                <c:pt idx="803">
                  <c:v>16.8</c:v>
                </c:pt>
                <c:pt idx="804">
                  <c:v>16.8</c:v>
                </c:pt>
                <c:pt idx="805">
                  <c:v>16.8</c:v>
                </c:pt>
                <c:pt idx="806">
                  <c:v>16.8</c:v>
                </c:pt>
                <c:pt idx="807">
                  <c:v>16.8</c:v>
                </c:pt>
                <c:pt idx="808">
                  <c:v>16.8</c:v>
                </c:pt>
                <c:pt idx="809">
                  <c:v>16.8</c:v>
                </c:pt>
                <c:pt idx="810">
                  <c:v>16.8</c:v>
                </c:pt>
                <c:pt idx="811">
                  <c:v>16.8</c:v>
                </c:pt>
                <c:pt idx="812">
                  <c:v>16.8</c:v>
                </c:pt>
                <c:pt idx="813">
                  <c:v>16.8</c:v>
                </c:pt>
                <c:pt idx="814">
                  <c:v>16.8</c:v>
                </c:pt>
                <c:pt idx="815">
                  <c:v>16.8</c:v>
                </c:pt>
                <c:pt idx="816">
                  <c:v>16.8</c:v>
                </c:pt>
                <c:pt idx="817">
                  <c:v>16.8</c:v>
                </c:pt>
                <c:pt idx="818">
                  <c:v>16.8</c:v>
                </c:pt>
                <c:pt idx="819">
                  <c:v>16.8</c:v>
                </c:pt>
                <c:pt idx="820">
                  <c:v>16.8</c:v>
                </c:pt>
                <c:pt idx="821">
                  <c:v>35.4</c:v>
                </c:pt>
                <c:pt idx="822">
                  <c:v>35.4</c:v>
                </c:pt>
                <c:pt idx="823">
                  <c:v>35.4</c:v>
                </c:pt>
                <c:pt idx="824">
                  <c:v>35.4</c:v>
                </c:pt>
                <c:pt idx="825">
                  <c:v>35.4</c:v>
                </c:pt>
                <c:pt idx="826">
                  <c:v>35.4</c:v>
                </c:pt>
                <c:pt idx="827">
                  <c:v>35.4</c:v>
                </c:pt>
                <c:pt idx="828">
                  <c:v>35.4</c:v>
                </c:pt>
                <c:pt idx="829">
                  <c:v>35.4</c:v>
                </c:pt>
                <c:pt idx="830">
                  <c:v>35.4</c:v>
                </c:pt>
                <c:pt idx="831">
                  <c:v>35.4</c:v>
                </c:pt>
                <c:pt idx="832">
                  <c:v>35.4</c:v>
                </c:pt>
                <c:pt idx="833">
                  <c:v>35.4</c:v>
                </c:pt>
                <c:pt idx="834">
                  <c:v>35.4</c:v>
                </c:pt>
                <c:pt idx="835">
                  <c:v>35.4</c:v>
                </c:pt>
                <c:pt idx="836">
                  <c:v>35.4</c:v>
                </c:pt>
                <c:pt idx="837">
                  <c:v>35.4</c:v>
                </c:pt>
                <c:pt idx="838">
                  <c:v>35.4</c:v>
                </c:pt>
                <c:pt idx="839">
                  <c:v>35.4</c:v>
                </c:pt>
                <c:pt idx="840">
                  <c:v>35.4</c:v>
                </c:pt>
                <c:pt idx="841">
                  <c:v>35.4</c:v>
                </c:pt>
                <c:pt idx="842">
                  <c:v>35.4</c:v>
                </c:pt>
                <c:pt idx="843">
                  <c:v>35.4</c:v>
                </c:pt>
                <c:pt idx="844">
                  <c:v>35.4</c:v>
                </c:pt>
                <c:pt idx="845">
                  <c:v>35.4</c:v>
                </c:pt>
                <c:pt idx="846">
                  <c:v>35.4</c:v>
                </c:pt>
                <c:pt idx="847">
                  <c:v>35.4</c:v>
                </c:pt>
                <c:pt idx="848">
                  <c:v>35.4</c:v>
                </c:pt>
                <c:pt idx="849">
                  <c:v>35.4</c:v>
                </c:pt>
                <c:pt idx="850">
                  <c:v>35.4</c:v>
                </c:pt>
                <c:pt idx="851">
                  <c:v>35.4</c:v>
                </c:pt>
                <c:pt idx="852">
                  <c:v>35.4</c:v>
                </c:pt>
                <c:pt idx="853">
                  <c:v>35.4</c:v>
                </c:pt>
                <c:pt idx="854">
                  <c:v>35.4</c:v>
                </c:pt>
                <c:pt idx="855">
                  <c:v>35.4</c:v>
                </c:pt>
                <c:pt idx="856">
                  <c:v>35.4</c:v>
                </c:pt>
                <c:pt idx="857">
                  <c:v>35.4</c:v>
                </c:pt>
                <c:pt idx="858">
                  <c:v>35.4</c:v>
                </c:pt>
                <c:pt idx="859">
                  <c:v>35.4</c:v>
                </c:pt>
                <c:pt idx="860">
                  <c:v>35.4</c:v>
                </c:pt>
                <c:pt idx="861">
                  <c:v>35.4</c:v>
                </c:pt>
                <c:pt idx="862">
                  <c:v>35.4</c:v>
                </c:pt>
                <c:pt idx="863">
                  <c:v>35.4</c:v>
                </c:pt>
                <c:pt idx="864">
                  <c:v>35.4</c:v>
                </c:pt>
                <c:pt idx="865">
                  <c:v>35.4</c:v>
                </c:pt>
                <c:pt idx="866">
                  <c:v>35.4</c:v>
                </c:pt>
                <c:pt idx="867">
                  <c:v>35.4</c:v>
                </c:pt>
                <c:pt idx="868">
                  <c:v>35.4</c:v>
                </c:pt>
                <c:pt idx="869">
                  <c:v>35.4</c:v>
                </c:pt>
                <c:pt idx="870">
                  <c:v>35.4</c:v>
                </c:pt>
                <c:pt idx="871">
                  <c:v>35.4</c:v>
                </c:pt>
                <c:pt idx="872">
                  <c:v>35.4</c:v>
                </c:pt>
                <c:pt idx="873">
                  <c:v>35.4</c:v>
                </c:pt>
                <c:pt idx="874">
                  <c:v>35.4</c:v>
                </c:pt>
                <c:pt idx="875">
                  <c:v>35.4</c:v>
                </c:pt>
                <c:pt idx="876">
                  <c:v>35.4</c:v>
                </c:pt>
                <c:pt idx="877">
                  <c:v>35.4</c:v>
                </c:pt>
                <c:pt idx="878">
                  <c:v>35.4</c:v>
                </c:pt>
                <c:pt idx="879">
                  <c:v>35.4</c:v>
                </c:pt>
                <c:pt idx="880">
                  <c:v>35.4</c:v>
                </c:pt>
                <c:pt idx="881">
                  <c:v>35.4</c:v>
                </c:pt>
                <c:pt idx="882">
                  <c:v>35.4</c:v>
                </c:pt>
                <c:pt idx="883">
                  <c:v>35.4</c:v>
                </c:pt>
                <c:pt idx="884">
                  <c:v>35.4</c:v>
                </c:pt>
                <c:pt idx="885">
                  <c:v>35.4</c:v>
                </c:pt>
                <c:pt idx="886">
                  <c:v>35.4</c:v>
                </c:pt>
                <c:pt idx="887">
                  <c:v>35.4</c:v>
                </c:pt>
                <c:pt idx="888">
                  <c:v>35.4</c:v>
                </c:pt>
                <c:pt idx="889">
                  <c:v>35.4</c:v>
                </c:pt>
                <c:pt idx="890">
                  <c:v>35.4</c:v>
                </c:pt>
                <c:pt idx="891">
                  <c:v>35.4</c:v>
                </c:pt>
                <c:pt idx="892">
                  <c:v>35.4</c:v>
                </c:pt>
                <c:pt idx="893">
                  <c:v>35.4</c:v>
                </c:pt>
                <c:pt idx="894">
                  <c:v>35.4</c:v>
                </c:pt>
                <c:pt idx="895">
                  <c:v>35.4</c:v>
                </c:pt>
                <c:pt idx="896">
                  <c:v>35.4</c:v>
                </c:pt>
                <c:pt idx="897">
                  <c:v>35.4</c:v>
                </c:pt>
                <c:pt idx="898">
                  <c:v>35.4</c:v>
                </c:pt>
                <c:pt idx="899">
                  <c:v>35.4</c:v>
                </c:pt>
                <c:pt idx="900">
                  <c:v>35.4</c:v>
                </c:pt>
                <c:pt idx="901">
                  <c:v>35.4</c:v>
                </c:pt>
                <c:pt idx="902">
                  <c:v>35.4</c:v>
                </c:pt>
                <c:pt idx="903">
                  <c:v>35.4</c:v>
                </c:pt>
                <c:pt idx="904">
                  <c:v>35.4</c:v>
                </c:pt>
                <c:pt idx="905">
                  <c:v>35.4</c:v>
                </c:pt>
                <c:pt idx="906">
                  <c:v>35.4</c:v>
                </c:pt>
                <c:pt idx="907">
                  <c:v>35.4</c:v>
                </c:pt>
                <c:pt idx="908">
                  <c:v>35.4</c:v>
                </c:pt>
                <c:pt idx="909">
                  <c:v>35.4</c:v>
                </c:pt>
                <c:pt idx="910">
                  <c:v>35.4</c:v>
                </c:pt>
                <c:pt idx="911">
                  <c:v>35.4</c:v>
                </c:pt>
                <c:pt idx="912">
                  <c:v>33.2</c:v>
                </c:pt>
                <c:pt idx="913">
                  <c:v>33.2</c:v>
                </c:pt>
                <c:pt idx="914">
                  <c:v>33.2</c:v>
                </c:pt>
                <c:pt idx="915">
                  <c:v>33.2</c:v>
                </c:pt>
                <c:pt idx="916">
                  <c:v>33.2</c:v>
                </c:pt>
                <c:pt idx="917">
                  <c:v>33.2</c:v>
                </c:pt>
                <c:pt idx="918">
                  <c:v>33.2</c:v>
                </c:pt>
                <c:pt idx="919">
                  <c:v>33.2</c:v>
                </c:pt>
                <c:pt idx="920">
                  <c:v>33.2</c:v>
                </c:pt>
                <c:pt idx="921">
                  <c:v>33.2</c:v>
                </c:pt>
                <c:pt idx="922">
                  <c:v>33.2</c:v>
                </c:pt>
                <c:pt idx="923">
                  <c:v>33.2</c:v>
                </c:pt>
                <c:pt idx="924">
                  <c:v>33.2</c:v>
                </c:pt>
                <c:pt idx="925">
                  <c:v>33.2</c:v>
                </c:pt>
                <c:pt idx="926">
                  <c:v>33.2</c:v>
                </c:pt>
                <c:pt idx="927">
                  <c:v>33.2</c:v>
                </c:pt>
                <c:pt idx="928">
                  <c:v>33.2</c:v>
                </c:pt>
                <c:pt idx="929">
                  <c:v>33.2</c:v>
                </c:pt>
                <c:pt idx="930">
                  <c:v>33.2</c:v>
                </c:pt>
                <c:pt idx="931">
                  <c:v>33.2</c:v>
                </c:pt>
                <c:pt idx="932">
                  <c:v>33.2</c:v>
                </c:pt>
                <c:pt idx="933">
                  <c:v>33.2</c:v>
                </c:pt>
                <c:pt idx="934">
                  <c:v>33.2</c:v>
                </c:pt>
                <c:pt idx="935">
                  <c:v>33.2</c:v>
                </c:pt>
                <c:pt idx="936">
                  <c:v>33.2</c:v>
                </c:pt>
                <c:pt idx="937">
                  <c:v>33.2</c:v>
                </c:pt>
                <c:pt idx="938">
                  <c:v>33.2</c:v>
                </c:pt>
                <c:pt idx="939">
                  <c:v>33.2</c:v>
                </c:pt>
                <c:pt idx="940">
                  <c:v>33.2</c:v>
                </c:pt>
                <c:pt idx="941">
                  <c:v>33.2</c:v>
                </c:pt>
                <c:pt idx="942">
                  <c:v>33.2</c:v>
                </c:pt>
                <c:pt idx="943">
                  <c:v>33.2</c:v>
                </c:pt>
                <c:pt idx="944">
                  <c:v>33.2</c:v>
                </c:pt>
                <c:pt idx="945">
                  <c:v>33.2</c:v>
                </c:pt>
                <c:pt idx="946">
                  <c:v>33.2</c:v>
                </c:pt>
                <c:pt idx="947">
                  <c:v>33.2</c:v>
                </c:pt>
                <c:pt idx="948">
                  <c:v>33.2</c:v>
                </c:pt>
                <c:pt idx="949">
                  <c:v>33.2</c:v>
                </c:pt>
                <c:pt idx="950">
                  <c:v>33.2</c:v>
                </c:pt>
                <c:pt idx="951">
                  <c:v>33.2</c:v>
                </c:pt>
                <c:pt idx="952">
                  <c:v>33.2</c:v>
                </c:pt>
                <c:pt idx="953">
                  <c:v>33.2</c:v>
                </c:pt>
                <c:pt idx="954">
                  <c:v>33.2</c:v>
                </c:pt>
                <c:pt idx="955">
                  <c:v>33.2</c:v>
                </c:pt>
                <c:pt idx="956">
                  <c:v>33.2</c:v>
                </c:pt>
                <c:pt idx="957">
                  <c:v>33.2</c:v>
                </c:pt>
                <c:pt idx="958">
                  <c:v>33.2</c:v>
                </c:pt>
                <c:pt idx="959">
                  <c:v>33.2</c:v>
                </c:pt>
                <c:pt idx="960">
                  <c:v>33.2</c:v>
                </c:pt>
                <c:pt idx="961">
                  <c:v>33.2</c:v>
                </c:pt>
                <c:pt idx="962">
                  <c:v>33.2</c:v>
                </c:pt>
                <c:pt idx="963">
                  <c:v>33.2</c:v>
                </c:pt>
                <c:pt idx="964">
                  <c:v>33.2</c:v>
                </c:pt>
                <c:pt idx="965">
                  <c:v>33.2</c:v>
                </c:pt>
                <c:pt idx="966">
                  <c:v>33.2</c:v>
                </c:pt>
                <c:pt idx="967">
                  <c:v>33.2</c:v>
                </c:pt>
                <c:pt idx="968">
                  <c:v>33.2</c:v>
                </c:pt>
                <c:pt idx="969">
                  <c:v>33.2</c:v>
                </c:pt>
                <c:pt idx="970">
                  <c:v>33.2</c:v>
                </c:pt>
                <c:pt idx="971">
                  <c:v>33.2</c:v>
                </c:pt>
                <c:pt idx="972">
                  <c:v>33.2</c:v>
                </c:pt>
                <c:pt idx="973">
                  <c:v>33.2</c:v>
                </c:pt>
                <c:pt idx="974">
                  <c:v>33.2</c:v>
                </c:pt>
                <c:pt idx="975">
                  <c:v>33.2</c:v>
                </c:pt>
                <c:pt idx="976">
                  <c:v>33.2</c:v>
                </c:pt>
                <c:pt idx="977">
                  <c:v>33.2</c:v>
                </c:pt>
                <c:pt idx="978">
                  <c:v>33.2</c:v>
                </c:pt>
                <c:pt idx="979">
                  <c:v>33.2</c:v>
                </c:pt>
                <c:pt idx="980">
                  <c:v>33.2</c:v>
                </c:pt>
                <c:pt idx="981">
                  <c:v>33.2</c:v>
                </c:pt>
                <c:pt idx="982">
                  <c:v>33.2</c:v>
                </c:pt>
                <c:pt idx="983">
                  <c:v>33.2</c:v>
                </c:pt>
                <c:pt idx="984">
                  <c:v>33.2</c:v>
                </c:pt>
                <c:pt idx="985">
                  <c:v>33.2</c:v>
                </c:pt>
                <c:pt idx="986">
                  <c:v>33.2</c:v>
                </c:pt>
                <c:pt idx="987">
                  <c:v>33.2</c:v>
                </c:pt>
                <c:pt idx="988">
                  <c:v>33.2</c:v>
                </c:pt>
                <c:pt idx="989">
                  <c:v>33.2</c:v>
                </c:pt>
                <c:pt idx="990">
                  <c:v>33.2</c:v>
                </c:pt>
                <c:pt idx="991">
                  <c:v>33.2</c:v>
                </c:pt>
                <c:pt idx="992">
                  <c:v>33.2</c:v>
                </c:pt>
                <c:pt idx="993">
                  <c:v>33.2</c:v>
                </c:pt>
                <c:pt idx="994">
                  <c:v>33.2</c:v>
                </c:pt>
                <c:pt idx="995">
                  <c:v>33.2</c:v>
                </c:pt>
                <c:pt idx="996">
                  <c:v>33.2</c:v>
                </c:pt>
                <c:pt idx="997">
                  <c:v>33.2</c:v>
                </c:pt>
                <c:pt idx="998">
                  <c:v>33.2</c:v>
                </c:pt>
                <c:pt idx="999">
                  <c:v>33.2</c:v>
                </c:pt>
                <c:pt idx="1000">
                  <c:v>33.2</c:v>
                </c:pt>
                <c:pt idx="1001">
                  <c:v>33.2</c:v>
                </c:pt>
                <c:pt idx="1002">
                  <c:v>33.2</c:v>
                </c:pt>
                <c:pt idx="1003">
                  <c:v>33.2</c:v>
                </c:pt>
                <c:pt idx="1004">
                  <c:v>14.2</c:v>
                </c:pt>
                <c:pt idx="1005">
                  <c:v>14.2</c:v>
                </c:pt>
                <c:pt idx="1006">
                  <c:v>14.2</c:v>
                </c:pt>
                <c:pt idx="1007">
                  <c:v>14.2</c:v>
                </c:pt>
                <c:pt idx="1008">
                  <c:v>14.2</c:v>
                </c:pt>
                <c:pt idx="1009">
                  <c:v>14.2</c:v>
                </c:pt>
                <c:pt idx="1010">
                  <c:v>14.2</c:v>
                </c:pt>
                <c:pt idx="1011">
                  <c:v>14.2</c:v>
                </c:pt>
                <c:pt idx="1012">
                  <c:v>14.2</c:v>
                </c:pt>
                <c:pt idx="1013">
                  <c:v>14.2</c:v>
                </c:pt>
                <c:pt idx="1014">
                  <c:v>14.2</c:v>
                </c:pt>
                <c:pt idx="1015">
                  <c:v>14.2</c:v>
                </c:pt>
                <c:pt idx="1016">
                  <c:v>14.2</c:v>
                </c:pt>
                <c:pt idx="1017">
                  <c:v>14.2</c:v>
                </c:pt>
                <c:pt idx="1018">
                  <c:v>14.2</c:v>
                </c:pt>
                <c:pt idx="1019">
                  <c:v>14.2</c:v>
                </c:pt>
                <c:pt idx="1020">
                  <c:v>14.2</c:v>
                </c:pt>
                <c:pt idx="1021">
                  <c:v>14.2</c:v>
                </c:pt>
                <c:pt idx="1022">
                  <c:v>14.2</c:v>
                </c:pt>
                <c:pt idx="1023">
                  <c:v>14.2</c:v>
                </c:pt>
                <c:pt idx="1024">
                  <c:v>14.2</c:v>
                </c:pt>
                <c:pt idx="1025">
                  <c:v>14.2</c:v>
                </c:pt>
                <c:pt idx="1026">
                  <c:v>14.2</c:v>
                </c:pt>
                <c:pt idx="1027">
                  <c:v>14.2</c:v>
                </c:pt>
                <c:pt idx="1028">
                  <c:v>14.2</c:v>
                </c:pt>
                <c:pt idx="1029">
                  <c:v>14.2</c:v>
                </c:pt>
                <c:pt idx="1030">
                  <c:v>14.2</c:v>
                </c:pt>
                <c:pt idx="1031">
                  <c:v>14.2</c:v>
                </c:pt>
                <c:pt idx="1032">
                  <c:v>14.2</c:v>
                </c:pt>
                <c:pt idx="1033">
                  <c:v>14.2</c:v>
                </c:pt>
                <c:pt idx="1034">
                  <c:v>14.2</c:v>
                </c:pt>
                <c:pt idx="1035">
                  <c:v>14.2</c:v>
                </c:pt>
                <c:pt idx="1036">
                  <c:v>14.2</c:v>
                </c:pt>
                <c:pt idx="1037">
                  <c:v>14.2</c:v>
                </c:pt>
                <c:pt idx="1038">
                  <c:v>14.2</c:v>
                </c:pt>
                <c:pt idx="1039">
                  <c:v>14.2</c:v>
                </c:pt>
                <c:pt idx="1040">
                  <c:v>14.2</c:v>
                </c:pt>
                <c:pt idx="1041">
                  <c:v>14.2</c:v>
                </c:pt>
                <c:pt idx="1042">
                  <c:v>14.2</c:v>
                </c:pt>
                <c:pt idx="1043">
                  <c:v>14.2</c:v>
                </c:pt>
                <c:pt idx="1044">
                  <c:v>14.2</c:v>
                </c:pt>
                <c:pt idx="1045">
                  <c:v>14.2</c:v>
                </c:pt>
                <c:pt idx="1046">
                  <c:v>14.2</c:v>
                </c:pt>
                <c:pt idx="1047">
                  <c:v>14.2</c:v>
                </c:pt>
                <c:pt idx="1048">
                  <c:v>14.2</c:v>
                </c:pt>
                <c:pt idx="1049">
                  <c:v>14.2</c:v>
                </c:pt>
                <c:pt idx="1050">
                  <c:v>14.2</c:v>
                </c:pt>
                <c:pt idx="1051">
                  <c:v>14.2</c:v>
                </c:pt>
                <c:pt idx="1052">
                  <c:v>14.2</c:v>
                </c:pt>
                <c:pt idx="1053">
                  <c:v>14.2</c:v>
                </c:pt>
                <c:pt idx="1054">
                  <c:v>14.2</c:v>
                </c:pt>
                <c:pt idx="1055">
                  <c:v>14.2</c:v>
                </c:pt>
                <c:pt idx="1056">
                  <c:v>14.2</c:v>
                </c:pt>
                <c:pt idx="1057">
                  <c:v>14.2</c:v>
                </c:pt>
                <c:pt idx="1058">
                  <c:v>14.2</c:v>
                </c:pt>
                <c:pt idx="1059">
                  <c:v>14.2</c:v>
                </c:pt>
                <c:pt idx="1060">
                  <c:v>14.2</c:v>
                </c:pt>
                <c:pt idx="1061">
                  <c:v>14.2</c:v>
                </c:pt>
                <c:pt idx="1062">
                  <c:v>14.2</c:v>
                </c:pt>
                <c:pt idx="1063">
                  <c:v>14.2</c:v>
                </c:pt>
                <c:pt idx="1064">
                  <c:v>14.2</c:v>
                </c:pt>
                <c:pt idx="1065">
                  <c:v>14.2</c:v>
                </c:pt>
                <c:pt idx="1066">
                  <c:v>14.2</c:v>
                </c:pt>
                <c:pt idx="1067">
                  <c:v>14.2</c:v>
                </c:pt>
                <c:pt idx="1068">
                  <c:v>14.2</c:v>
                </c:pt>
                <c:pt idx="1069">
                  <c:v>14.2</c:v>
                </c:pt>
                <c:pt idx="1070">
                  <c:v>14.2</c:v>
                </c:pt>
                <c:pt idx="1071">
                  <c:v>14.2</c:v>
                </c:pt>
                <c:pt idx="1072">
                  <c:v>14.2</c:v>
                </c:pt>
                <c:pt idx="1073">
                  <c:v>14.2</c:v>
                </c:pt>
                <c:pt idx="1074">
                  <c:v>14.2</c:v>
                </c:pt>
                <c:pt idx="1075">
                  <c:v>14.2</c:v>
                </c:pt>
                <c:pt idx="1076">
                  <c:v>14.2</c:v>
                </c:pt>
                <c:pt idx="1077">
                  <c:v>14.2</c:v>
                </c:pt>
                <c:pt idx="1078">
                  <c:v>14.2</c:v>
                </c:pt>
                <c:pt idx="1079">
                  <c:v>14.2</c:v>
                </c:pt>
                <c:pt idx="1080">
                  <c:v>14.2</c:v>
                </c:pt>
                <c:pt idx="1081">
                  <c:v>14.2</c:v>
                </c:pt>
                <c:pt idx="1082">
                  <c:v>14.2</c:v>
                </c:pt>
                <c:pt idx="1083">
                  <c:v>14.2</c:v>
                </c:pt>
                <c:pt idx="1084">
                  <c:v>14.2</c:v>
                </c:pt>
                <c:pt idx="1085">
                  <c:v>14.2</c:v>
                </c:pt>
                <c:pt idx="1086">
                  <c:v>14.2</c:v>
                </c:pt>
                <c:pt idx="1087">
                  <c:v>14.2</c:v>
                </c:pt>
                <c:pt idx="1088">
                  <c:v>14.2</c:v>
                </c:pt>
                <c:pt idx="1089">
                  <c:v>14.2</c:v>
                </c:pt>
                <c:pt idx="1090">
                  <c:v>14.2</c:v>
                </c:pt>
                <c:pt idx="1091">
                  <c:v>14.2</c:v>
                </c:pt>
                <c:pt idx="1092">
                  <c:v>14.2</c:v>
                </c:pt>
                <c:pt idx="1093">
                  <c:v>14.2</c:v>
                </c:pt>
                <c:pt idx="1094">
                  <c:v>14.2</c:v>
                </c:pt>
                <c:pt idx="1095">
                  <c:v>14.2</c:v>
                </c:pt>
                <c:pt idx="1096">
                  <c:v>21.0</c:v>
                </c:pt>
                <c:pt idx="1097">
                  <c:v>21.0</c:v>
                </c:pt>
                <c:pt idx="1098">
                  <c:v>21.0</c:v>
                </c:pt>
                <c:pt idx="1099">
                  <c:v>21.0</c:v>
                </c:pt>
                <c:pt idx="1100">
                  <c:v>21.0</c:v>
                </c:pt>
                <c:pt idx="1101">
                  <c:v>21.0</c:v>
                </c:pt>
                <c:pt idx="1102">
                  <c:v>21.0</c:v>
                </c:pt>
                <c:pt idx="1103">
                  <c:v>21.0</c:v>
                </c:pt>
                <c:pt idx="1104">
                  <c:v>21.0</c:v>
                </c:pt>
                <c:pt idx="1105">
                  <c:v>21.0</c:v>
                </c:pt>
                <c:pt idx="1106">
                  <c:v>21.0</c:v>
                </c:pt>
                <c:pt idx="1107">
                  <c:v>21.0</c:v>
                </c:pt>
                <c:pt idx="1108">
                  <c:v>21.0</c:v>
                </c:pt>
                <c:pt idx="1109">
                  <c:v>21.0</c:v>
                </c:pt>
                <c:pt idx="1110">
                  <c:v>21.0</c:v>
                </c:pt>
                <c:pt idx="1111">
                  <c:v>21.0</c:v>
                </c:pt>
                <c:pt idx="1112">
                  <c:v>21.0</c:v>
                </c:pt>
                <c:pt idx="1113">
                  <c:v>21.0</c:v>
                </c:pt>
                <c:pt idx="1114">
                  <c:v>21.0</c:v>
                </c:pt>
                <c:pt idx="1115">
                  <c:v>21.0</c:v>
                </c:pt>
                <c:pt idx="1116">
                  <c:v>21.0</c:v>
                </c:pt>
                <c:pt idx="1117">
                  <c:v>21.0</c:v>
                </c:pt>
                <c:pt idx="1118">
                  <c:v>21.0</c:v>
                </c:pt>
                <c:pt idx="1119">
                  <c:v>21.0</c:v>
                </c:pt>
                <c:pt idx="1120">
                  <c:v>21.0</c:v>
                </c:pt>
                <c:pt idx="1121">
                  <c:v>21.0</c:v>
                </c:pt>
                <c:pt idx="1122">
                  <c:v>21.0</c:v>
                </c:pt>
                <c:pt idx="1123">
                  <c:v>21.0</c:v>
                </c:pt>
                <c:pt idx="1124">
                  <c:v>21.0</c:v>
                </c:pt>
                <c:pt idx="1125">
                  <c:v>21.0</c:v>
                </c:pt>
                <c:pt idx="1126">
                  <c:v>21.0</c:v>
                </c:pt>
                <c:pt idx="1127">
                  <c:v>21.0</c:v>
                </c:pt>
                <c:pt idx="1128">
                  <c:v>21.0</c:v>
                </c:pt>
                <c:pt idx="1129">
                  <c:v>21.0</c:v>
                </c:pt>
                <c:pt idx="1130">
                  <c:v>21.0</c:v>
                </c:pt>
                <c:pt idx="1131">
                  <c:v>21.0</c:v>
                </c:pt>
                <c:pt idx="1132">
                  <c:v>21.0</c:v>
                </c:pt>
                <c:pt idx="1133">
                  <c:v>21.0</c:v>
                </c:pt>
                <c:pt idx="1134">
                  <c:v>21.0</c:v>
                </c:pt>
                <c:pt idx="1135">
                  <c:v>21.0</c:v>
                </c:pt>
                <c:pt idx="1136">
                  <c:v>21.0</c:v>
                </c:pt>
                <c:pt idx="1137">
                  <c:v>21.0</c:v>
                </c:pt>
                <c:pt idx="1138">
                  <c:v>21.0</c:v>
                </c:pt>
                <c:pt idx="1139">
                  <c:v>21.0</c:v>
                </c:pt>
                <c:pt idx="1140">
                  <c:v>21.0</c:v>
                </c:pt>
                <c:pt idx="1141">
                  <c:v>21.0</c:v>
                </c:pt>
                <c:pt idx="1142">
                  <c:v>21.0</c:v>
                </c:pt>
                <c:pt idx="1143">
                  <c:v>21.0</c:v>
                </c:pt>
                <c:pt idx="1144">
                  <c:v>21.0</c:v>
                </c:pt>
                <c:pt idx="1145">
                  <c:v>21.0</c:v>
                </c:pt>
                <c:pt idx="1146">
                  <c:v>21.0</c:v>
                </c:pt>
                <c:pt idx="1147">
                  <c:v>21.0</c:v>
                </c:pt>
                <c:pt idx="1148">
                  <c:v>21.0</c:v>
                </c:pt>
                <c:pt idx="1149">
                  <c:v>21.0</c:v>
                </c:pt>
                <c:pt idx="1150">
                  <c:v>21.0</c:v>
                </c:pt>
                <c:pt idx="1151">
                  <c:v>21.0</c:v>
                </c:pt>
                <c:pt idx="1152">
                  <c:v>21.0</c:v>
                </c:pt>
                <c:pt idx="1153">
                  <c:v>21.0</c:v>
                </c:pt>
                <c:pt idx="1154">
                  <c:v>21.0</c:v>
                </c:pt>
                <c:pt idx="1155">
                  <c:v>21.0</c:v>
                </c:pt>
                <c:pt idx="1156">
                  <c:v>21.0</c:v>
                </c:pt>
                <c:pt idx="1157">
                  <c:v>21.0</c:v>
                </c:pt>
                <c:pt idx="1158">
                  <c:v>21.0</c:v>
                </c:pt>
                <c:pt idx="1159">
                  <c:v>21.0</c:v>
                </c:pt>
                <c:pt idx="1160">
                  <c:v>21.0</c:v>
                </c:pt>
                <c:pt idx="1161">
                  <c:v>21.0</c:v>
                </c:pt>
                <c:pt idx="1162">
                  <c:v>21.0</c:v>
                </c:pt>
                <c:pt idx="1163">
                  <c:v>21.0</c:v>
                </c:pt>
                <c:pt idx="1164">
                  <c:v>21.0</c:v>
                </c:pt>
                <c:pt idx="1165">
                  <c:v>21.0</c:v>
                </c:pt>
                <c:pt idx="1166">
                  <c:v>21.0</c:v>
                </c:pt>
                <c:pt idx="1167">
                  <c:v>21.0</c:v>
                </c:pt>
                <c:pt idx="1168">
                  <c:v>21.0</c:v>
                </c:pt>
                <c:pt idx="1169">
                  <c:v>21.0</c:v>
                </c:pt>
                <c:pt idx="1170">
                  <c:v>21.0</c:v>
                </c:pt>
                <c:pt idx="1171">
                  <c:v>21.0</c:v>
                </c:pt>
                <c:pt idx="1172">
                  <c:v>21.0</c:v>
                </c:pt>
                <c:pt idx="1173">
                  <c:v>21.0</c:v>
                </c:pt>
                <c:pt idx="1174">
                  <c:v>21.0</c:v>
                </c:pt>
                <c:pt idx="1175">
                  <c:v>21.0</c:v>
                </c:pt>
                <c:pt idx="1176">
                  <c:v>21.0</c:v>
                </c:pt>
                <c:pt idx="1177">
                  <c:v>21.0</c:v>
                </c:pt>
                <c:pt idx="1178">
                  <c:v>21.0</c:v>
                </c:pt>
                <c:pt idx="1179">
                  <c:v>21.0</c:v>
                </c:pt>
                <c:pt idx="1180">
                  <c:v>21.0</c:v>
                </c:pt>
                <c:pt idx="1181">
                  <c:v>21.0</c:v>
                </c:pt>
                <c:pt idx="1182">
                  <c:v>21.0</c:v>
                </c:pt>
                <c:pt idx="1183">
                  <c:v>21.0</c:v>
                </c:pt>
                <c:pt idx="1184">
                  <c:v>21.0</c:v>
                </c:pt>
                <c:pt idx="1185">
                  <c:v>21.0</c:v>
                </c:pt>
                <c:pt idx="1186">
                  <c:v>41.7</c:v>
                </c:pt>
                <c:pt idx="1187">
                  <c:v>41.7</c:v>
                </c:pt>
                <c:pt idx="1188">
                  <c:v>41.7</c:v>
                </c:pt>
                <c:pt idx="1189">
                  <c:v>41.7</c:v>
                </c:pt>
                <c:pt idx="1190">
                  <c:v>41.7</c:v>
                </c:pt>
                <c:pt idx="1191">
                  <c:v>41.7</c:v>
                </c:pt>
                <c:pt idx="1192">
                  <c:v>41.7</c:v>
                </c:pt>
                <c:pt idx="1193">
                  <c:v>41.7</c:v>
                </c:pt>
                <c:pt idx="1194">
                  <c:v>41.7</c:v>
                </c:pt>
                <c:pt idx="1195">
                  <c:v>41.7</c:v>
                </c:pt>
                <c:pt idx="1196">
                  <c:v>41.7</c:v>
                </c:pt>
                <c:pt idx="1197">
                  <c:v>41.7</c:v>
                </c:pt>
                <c:pt idx="1198">
                  <c:v>41.7</c:v>
                </c:pt>
                <c:pt idx="1199">
                  <c:v>41.7</c:v>
                </c:pt>
                <c:pt idx="1200">
                  <c:v>41.7</c:v>
                </c:pt>
                <c:pt idx="1201">
                  <c:v>41.7</c:v>
                </c:pt>
                <c:pt idx="1202">
                  <c:v>41.7</c:v>
                </c:pt>
                <c:pt idx="1203">
                  <c:v>41.7</c:v>
                </c:pt>
                <c:pt idx="1204">
                  <c:v>41.7</c:v>
                </c:pt>
                <c:pt idx="1205">
                  <c:v>41.7</c:v>
                </c:pt>
                <c:pt idx="1206">
                  <c:v>41.7</c:v>
                </c:pt>
                <c:pt idx="1207">
                  <c:v>41.7</c:v>
                </c:pt>
                <c:pt idx="1208">
                  <c:v>41.7</c:v>
                </c:pt>
                <c:pt idx="1209">
                  <c:v>41.7</c:v>
                </c:pt>
                <c:pt idx="1210">
                  <c:v>41.7</c:v>
                </c:pt>
                <c:pt idx="1211">
                  <c:v>41.7</c:v>
                </c:pt>
                <c:pt idx="1212">
                  <c:v>41.7</c:v>
                </c:pt>
                <c:pt idx="1213">
                  <c:v>41.7</c:v>
                </c:pt>
                <c:pt idx="1214">
                  <c:v>41.7</c:v>
                </c:pt>
                <c:pt idx="1215">
                  <c:v>41.7</c:v>
                </c:pt>
                <c:pt idx="1216">
                  <c:v>41.7</c:v>
                </c:pt>
                <c:pt idx="1217">
                  <c:v>41.7</c:v>
                </c:pt>
                <c:pt idx="1218">
                  <c:v>41.7</c:v>
                </c:pt>
                <c:pt idx="1219">
                  <c:v>41.7</c:v>
                </c:pt>
                <c:pt idx="1220">
                  <c:v>41.7</c:v>
                </c:pt>
                <c:pt idx="1221">
                  <c:v>41.7</c:v>
                </c:pt>
                <c:pt idx="1222">
                  <c:v>41.7</c:v>
                </c:pt>
                <c:pt idx="1223">
                  <c:v>41.7</c:v>
                </c:pt>
                <c:pt idx="1224">
                  <c:v>41.7</c:v>
                </c:pt>
                <c:pt idx="1225">
                  <c:v>41.7</c:v>
                </c:pt>
                <c:pt idx="1226">
                  <c:v>41.7</c:v>
                </c:pt>
                <c:pt idx="1227">
                  <c:v>41.7</c:v>
                </c:pt>
                <c:pt idx="1228">
                  <c:v>41.7</c:v>
                </c:pt>
                <c:pt idx="1229">
                  <c:v>41.7</c:v>
                </c:pt>
                <c:pt idx="1230">
                  <c:v>41.7</c:v>
                </c:pt>
                <c:pt idx="1231">
                  <c:v>41.7</c:v>
                </c:pt>
                <c:pt idx="1232">
                  <c:v>41.7</c:v>
                </c:pt>
                <c:pt idx="1233">
                  <c:v>41.7</c:v>
                </c:pt>
                <c:pt idx="1234">
                  <c:v>41.7</c:v>
                </c:pt>
                <c:pt idx="1235">
                  <c:v>41.7</c:v>
                </c:pt>
                <c:pt idx="1236">
                  <c:v>41.7</c:v>
                </c:pt>
                <c:pt idx="1237">
                  <c:v>41.7</c:v>
                </c:pt>
                <c:pt idx="1238">
                  <c:v>41.7</c:v>
                </c:pt>
                <c:pt idx="1239">
                  <c:v>41.7</c:v>
                </c:pt>
                <c:pt idx="1240">
                  <c:v>41.7</c:v>
                </c:pt>
                <c:pt idx="1241">
                  <c:v>41.7</c:v>
                </c:pt>
                <c:pt idx="1242">
                  <c:v>41.7</c:v>
                </c:pt>
                <c:pt idx="1243">
                  <c:v>41.7</c:v>
                </c:pt>
                <c:pt idx="1244">
                  <c:v>41.7</c:v>
                </c:pt>
                <c:pt idx="1245">
                  <c:v>41.7</c:v>
                </c:pt>
                <c:pt idx="1246">
                  <c:v>41.7</c:v>
                </c:pt>
                <c:pt idx="1247">
                  <c:v>41.7</c:v>
                </c:pt>
                <c:pt idx="1248">
                  <c:v>41.7</c:v>
                </c:pt>
                <c:pt idx="1249">
                  <c:v>41.7</c:v>
                </c:pt>
                <c:pt idx="1250">
                  <c:v>41.7</c:v>
                </c:pt>
                <c:pt idx="1251">
                  <c:v>41.7</c:v>
                </c:pt>
                <c:pt idx="1252">
                  <c:v>41.7</c:v>
                </c:pt>
                <c:pt idx="1253">
                  <c:v>41.7</c:v>
                </c:pt>
                <c:pt idx="1254">
                  <c:v>41.7</c:v>
                </c:pt>
                <c:pt idx="1255">
                  <c:v>41.7</c:v>
                </c:pt>
                <c:pt idx="1256">
                  <c:v>41.7</c:v>
                </c:pt>
                <c:pt idx="1257">
                  <c:v>41.7</c:v>
                </c:pt>
                <c:pt idx="1258">
                  <c:v>41.7</c:v>
                </c:pt>
                <c:pt idx="1259">
                  <c:v>41.7</c:v>
                </c:pt>
                <c:pt idx="1260">
                  <c:v>41.7</c:v>
                </c:pt>
                <c:pt idx="1261">
                  <c:v>41.7</c:v>
                </c:pt>
                <c:pt idx="1262">
                  <c:v>41.7</c:v>
                </c:pt>
                <c:pt idx="1263">
                  <c:v>41.7</c:v>
                </c:pt>
                <c:pt idx="1264">
                  <c:v>41.7</c:v>
                </c:pt>
                <c:pt idx="1265">
                  <c:v>41.7</c:v>
                </c:pt>
                <c:pt idx="1266">
                  <c:v>41.7</c:v>
                </c:pt>
                <c:pt idx="1267">
                  <c:v>41.7</c:v>
                </c:pt>
                <c:pt idx="1268">
                  <c:v>41.7</c:v>
                </c:pt>
                <c:pt idx="1269">
                  <c:v>41.7</c:v>
                </c:pt>
                <c:pt idx="1270">
                  <c:v>41.7</c:v>
                </c:pt>
                <c:pt idx="1271">
                  <c:v>41.7</c:v>
                </c:pt>
                <c:pt idx="1272">
                  <c:v>41.7</c:v>
                </c:pt>
                <c:pt idx="1273">
                  <c:v>41.7</c:v>
                </c:pt>
                <c:pt idx="1274">
                  <c:v>41.7</c:v>
                </c:pt>
                <c:pt idx="1275">
                  <c:v>41.7</c:v>
                </c:pt>
                <c:pt idx="1276">
                  <c:v>41.7</c:v>
                </c:pt>
                <c:pt idx="1277">
                  <c:v>39.8</c:v>
                </c:pt>
                <c:pt idx="1278">
                  <c:v>39.8</c:v>
                </c:pt>
                <c:pt idx="1279">
                  <c:v>39.8</c:v>
                </c:pt>
                <c:pt idx="1280">
                  <c:v>39.8</c:v>
                </c:pt>
                <c:pt idx="1281">
                  <c:v>39.8</c:v>
                </c:pt>
                <c:pt idx="1282">
                  <c:v>39.8</c:v>
                </c:pt>
                <c:pt idx="1283">
                  <c:v>39.8</c:v>
                </c:pt>
                <c:pt idx="1284">
                  <c:v>39.8</c:v>
                </c:pt>
                <c:pt idx="1285">
                  <c:v>39.8</c:v>
                </c:pt>
                <c:pt idx="1286">
                  <c:v>39.8</c:v>
                </c:pt>
                <c:pt idx="1287">
                  <c:v>39.8</c:v>
                </c:pt>
                <c:pt idx="1288">
                  <c:v>39.8</c:v>
                </c:pt>
                <c:pt idx="1289">
                  <c:v>39.8</c:v>
                </c:pt>
                <c:pt idx="1290">
                  <c:v>39.8</c:v>
                </c:pt>
                <c:pt idx="1291">
                  <c:v>39.8</c:v>
                </c:pt>
                <c:pt idx="1292">
                  <c:v>39.8</c:v>
                </c:pt>
                <c:pt idx="1293">
                  <c:v>39.8</c:v>
                </c:pt>
                <c:pt idx="1294">
                  <c:v>39.8</c:v>
                </c:pt>
                <c:pt idx="1295">
                  <c:v>39.8</c:v>
                </c:pt>
                <c:pt idx="1296">
                  <c:v>39.8</c:v>
                </c:pt>
                <c:pt idx="1297">
                  <c:v>39.8</c:v>
                </c:pt>
                <c:pt idx="1298">
                  <c:v>39.8</c:v>
                </c:pt>
                <c:pt idx="1299">
                  <c:v>39.8</c:v>
                </c:pt>
                <c:pt idx="1300">
                  <c:v>39.8</c:v>
                </c:pt>
                <c:pt idx="1301">
                  <c:v>39.8</c:v>
                </c:pt>
                <c:pt idx="1302">
                  <c:v>39.8</c:v>
                </c:pt>
                <c:pt idx="1303">
                  <c:v>39.8</c:v>
                </c:pt>
                <c:pt idx="1304">
                  <c:v>39.8</c:v>
                </c:pt>
                <c:pt idx="1305">
                  <c:v>39.8</c:v>
                </c:pt>
                <c:pt idx="1306">
                  <c:v>39.8</c:v>
                </c:pt>
                <c:pt idx="1307">
                  <c:v>39.8</c:v>
                </c:pt>
                <c:pt idx="1308">
                  <c:v>39.8</c:v>
                </c:pt>
                <c:pt idx="1309">
                  <c:v>39.8</c:v>
                </c:pt>
                <c:pt idx="1310">
                  <c:v>39.8</c:v>
                </c:pt>
                <c:pt idx="1311">
                  <c:v>39.8</c:v>
                </c:pt>
                <c:pt idx="1312">
                  <c:v>39.8</c:v>
                </c:pt>
                <c:pt idx="1313">
                  <c:v>39.8</c:v>
                </c:pt>
                <c:pt idx="1314">
                  <c:v>39.8</c:v>
                </c:pt>
                <c:pt idx="1315">
                  <c:v>39.8</c:v>
                </c:pt>
                <c:pt idx="1316">
                  <c:v>39.8</c:v>
                </c:pt>
                <c:pt idx="1317">
                  <c:v>39.8</c:v>
                </c:pt>
                <c:pt idx="1318">
                  <c:v>39.8</c:v>
                </c:pt>
                <c:pt idx="1319">
                  <c:v>39.8</c:v>
                </c:pt>
                <c:pt idx="1320">
                  <c:v>39.8</c:v>
                </c:pt>
                <c:pt idx="1321">
                  <c:v>39.8</c:v>
                </c:pt>
                <c:pt idx="1322">
                  <c:v>39.8</c:v>
                </c:pt>
                <c:pt idx="1323">
                  <c:v>39.8</c:v>
                </c:pt>
                <c:pt idx="1324">
                  <c:v>39.8</c:v>
                </c:pt>
                <c:pt idx="1325">
                  <c:v>39.8</c:v>
                </c:pt>
                <c:pt idx="1326">
                  <c:v>39.8</c:v>
                </c:pt>
                <c:pt idx="1327">
                  <c:v>39.8</c:v>
                </c:pt>
                <c:pt idx="1328">
                  <c:v>39.8</c:v>
                </c:pt>
                <c:pt idx="1329">
                  <c:v>39.8</c:v>
                </c:pt>
                <c:pt idx="1330">
                  <c:v>39.8</c:v>
                </c:pt>
                <c:pt idx="1331">
                  <c:v>39.8</c:v>
                </c:pt>
                <c:pt idx="1332">
                  <c:v>39.8</c:v>
                </c:pt>
                <c:pt idx="1333">
                  <c:v>39.8</c:v>
                </c:pt>
                <c:pt idx="1334">
                  <c:v>39.8</c:v>
                </c:pt>
                <c:pt idx="1335">
                  <c:v>39.8</c:v>
                </c:pt>
                <c:pt idx="1336">
                  <c:v>39.8</c:v>
                </c:pt>
                <c:pt idx="1337">
                  <c:v>39.8</c:v>
                </c:pt>
                <c:pt idx="1338">
                  <c:v>39.8</c:v>
                </c:pt>
                <c:pt idx="1339">
                  <c:v>39.8</c:v>
                </c:pt>
                <c:pt idx="1340">
                  <c:v>39.8</c:v>
                </c:pt>
                <c:pt idx="1341">
                  <c:v>39.8</c:v>
                </c:pt>
                <c:pt idx="1342">
                  <c:v>39.8</c:v>
                </c:pt>
                <c:pt idx="1343">
                  <c:v>39.8</c:v>
                </c:pt>
                <c:pt idx="1344">
                  <c:v>39.8</c:v>
                </c:pt>
                <c:pt idx="1345">
                  <c:v>39.8</c:v>
                </c:pt>
                <c:pt idx="1346">
                  <c:v>39.8</c:v>
                </c:pt>
                <c:pt idx="1347">
                  <c:v>39.8</c:v>
                </c:pt>
                <c:pt idx="1348">
                  <c:v>39.8</c:v>
                </c:pt>
                <c:pt idx="1349">
                  <c:v>39.8</c:v>
                </c:pt>
                <c:pt idx="1350">
                  <c:v>39.8</c:v>
                </c:pt>
                <c:pt idx="1351">
                  <c:v>39.8</c:v>
                </c:pt>
                <c:pt idx="1352">
                  <c:v>39.8</c:v>
                </c:pt>
                <c:pt idx="1353">
                  <c:v>39.8</c:v>
                </c:pt>
                <c:pt idx="1354">
                  <c:v>39.8</c:v>
                </c:pt>
                <c:pt idx="1355">
                  <c:v>39.8</c:v>
                </c:pt>
                <c:pt idx="1356">
                  <c:v>39.8</c:v>
                </c:pt>
                <c:pt idx="1357">
                  <c:v>39.8</c:v>
                </c:pt>
                <c:pt idx="1358">
                  <c:v>39.8</c:v>
                </c:pt>
                <c:pt idx="1359">
                  <c:v>39.8</c:v>
                </c:pt>
                <c:pt idx="1360">
                  <c:v>39.8</c:v>
                </c:pt>
                <c:pt idx="1361">
                  <c:v>39.8</c:v>
                </c:pt>
                <c:pt idx="1362">
                  <c:v>39.8</c:v>
                </c:pt>
                <c:pt idx="1363">
                  <c:v>39.8</c:v>
                </c:pt>
                <c:pt idx="1364">
                  <c:v>39.8</c:v>
                </c:pt>
                <c:pt idx="1365">
                  <c:v>39.8</c:v>
                </c:pt>
                <c:pt idx="1366">
                  <c:v>39.8</c:v>
                </c:pt>
                <c:pt idx="1367">
                  <c:v>39.8</c:v>
                </c:pt>
                <c:pt idx="1368">
                  <c:v>39.8</c:v>
                </c:pt>
                <c:pt idx="1369">
                  <c:v>18.4</c:v>
                </c:pt>
                <c:pt idx="1370">
                  <c:v>18.4</c:v>
                </c:pt>
                <c:pt idx="1371">
                  <c:v>18.4</c:v>
                </c:pt>
                <c:pt idx="1372">
                  <c:v>18.4</c:v>
                </c:pt>
                <c:pt idx="1373">
                  <c:v>18.4</c:v>
                </c:pt>
                <c:pt idx="1374">
                  <c:v>18.4</c:v>
                </c:pt>
                <c:pt idx="1375">
                  <c:v>18.4</c:v>
                </c:pt>
                <c:pt idx="1376">
                  <c:v>18.4</c:v>
                </c:pt>
                <c:pt idx="1377">
                  <c:v>18.4</c:v>
                </c:pt>
                <c:pt idx="1378">
                  <c:v>18.4</c:v>
                </c:pt>
                <c:pt idx="1379">
                  <c:v>18.4</c:v>
                </c:pt>
                <c:pt idx="1380">
                  <c:v>18.4</c:v>
                </c:pt>
                <c:pt idx="1381">
                  <c:v>18.4</c:v>
                </c:pt>
                <c:pt idx="1382">
                  <c:v>18.4</c:v>
                </c:pt>
                <c:pt idx="1383">
                  <c:v>18.4</c:v>
                </c:pt>
                <c:pt idx="1384">
                  <c:v>18.4</c:v>
                </c:pt>
                <c:pt idx="1385">
                  <c:v>18.4</c:v>
                </c:pt>
                <c:pt idx="1386">
                  <c:v>18.4</c:v>
                </c:pt>
                <c:pt idx="1387">
                  <c:v>18.4</c:v>
                </c:pt>
                <c:pt idx="1388">
                  <c:v>18.4</c:v>
                </c:pt>
                <c:pt idx="1389">
                  <c:v>18.4</c:v>
                </c:pt>
                <c:pt idx="1390">
                  <c:v>18.4</c:v>
                </c:pt>
                <c:pt idx="1391">
                  <c:v>18.4</c:v>
                </c:pt>
                <c:pt idx="1392">
                  <c:v>18.4</c:v>
                </c:pt>
                <c:pt idx="1393">
                  <c:v>18.4</c:v>
                </c:pt>
                <c:pt idx="1394">
                  <c:v>18.4</c:v>
                </c:pt>
                <c:pt idx="1395">
                  <c:v>18.4</c:v>
                </c:pt>
                <c:pt idx="1396">
                  <c:v>18.4</c:v>
                </c:pt>
                <c:pt idx="1397">
                  <c:v>18.4</c:v>
                </c:pt>
                <c:pt idx="1398">
                  <c:v>18.4</c:v>
                </c:pt>
                <c:pt idx="1399">
                  <c:v>18.4</c:v>
                </c:pt>
                <c:pt idx="1400">
                  <c:v>18.4</c:v>
                </c:pt>
                <c:pt idx="1401">
                  <c:v>18.4</c:v>
                </c:pt>
                <c:pt idx="1402">
                  <c:v>18.4</c:v>
                </c:pt>
                <c:pt idx="1403">
                  <c:v>18.4</c:v>
                </c:pt>
                <c:pt idx="1404">
                  <c:v>18.4</c:v>
                </c:pt>
                <c:pt idx="1405">
                  <c:v>18.4</c:v>
                </c:pt>
                <c:pt idx="1406">
                  <c:v>18.4</c:v>
                </c:pt>
                <c:pt idx="1407">
                  <c:v>18.4</c:v>
                </c:pt>
                <c:pt idx="1408">
                  <c:v>18.4</c:v>
                </c:pt>
                <c:pt idx="1409">
                  <c:v>18.4</c:v>
                </c:pt>
                <c:pt idx="1410">
                  <c:v>18.4</c:v>
                </c:pt>
                <c:pt idx="1411">
                  <c:v>18.4</c:v>
                </c:pt>
                <c:pt idx="1412">
                  <c:v>18.4</c:v>
                </c:pt>
                <c:pt idx="1413">
                  <c:v>18.4</c:v>
                </c:pt>
                <c:pt idx="1414">
                  <c:v>18.4</c:v>
                </c:pt>
                <c:pt idx="1415">
                  <c:v>18.4</c:v>
                </c:pt>
                <c:pt idx="1416">
                  <c:v>18.4</c:v>
                </c:pt>
                <c:pt idx="1417">
                  <c:v>18.4</c:v>
                </c:pt>
                <c:pt idx="1418">
                  <c:v>18.4</c:v>
                </c:pt>
                <c:pt idx="1419">
                  <c:v>18.4</c:v>
                </c:pt>
                <c:pt idx="1420">
                  <c:v>18.4</c:v>
                </c:pt>
                <c:pt idx="1421">
                  <c:v>18.4</c:v>
                </c:pt>
                <c:pt idx="1422">
                  <c:v>18.4</c:v>
                </c:pt>
                <c:pt idx="1423">
                  <c:v>18.4</c:v>
                </c:pt>
                <c:pt idx="1424">
                  <c:v>18.4</c:v>
                </c:pt>
                <c:pt idx="1425">
                  <c:v>18.4</c:v>
                </c:pt>
                <c:pt idx="1426">
                  <c:v>18.4</c:v>
                </c:pt>
                <c:pt idx="1427">
                  <c:v>18.4</c:v>
                </c:pt>
                <c:pt idx="1428">
                  <c:v>18.4</c:v>
                </c:pt>
                <c:pt idx="1429">
                  <c:v>18.4</c:v>
                </c:pt>
                <c:pt idx="1430">
                  <c:v>18.4</c:v>
                </c:pt>
                <c:pt idx="1431">
                  <c:v>18.4</c:v>
                </c:pt>
                <c:pt idx="1432">
                  <c:v>18.4</c:v>
                </c:pt>
                <c:pt idx="1433">
                  <c:v>18.4</c:v>
                </c:pt>
                <c:pt idx="1434">
                  <c:v>18.4</c:v>
                </c:pt>
                <c:pt idx="1435">
                  <c:v>18.4</c:v>
                </c:pt>
                <c:pt idx="1436">
                  <c:v>18.4</c:v>
                </c:pt>
                <c:pt idx="1437">
                  <c:v>18.4</c:v>
                </c:pt>
                <c:pt idx="1438">
                  <c:v>18.4</c:v>
                </c:pt>
                <c:pt idx="1439">
                  <c:v>18.4</c:v>
                </c:pt>
                <c:pt idx="1440">
                  <c:v>18.4</c:v>
                </c:pt>
                <c:pt idx="1441">
                  <c:v>18.4</c:v>
                </c:pt>
                <c:pt idx="1442">
                  <c:v>18.4</c:v>
                </c:pt>
                <c:pt idx="1443">
                  <c:v>18.4</c:v>
                </c:pt>
                <c:pt idx="1444">
                  <c:v>18.4</c:v>
                </c:pt>
                <c:pt idx="1445">
                  <c:v>18.4</c:v>
                </c:pt>
                <c:pt idx="1446">
                  <c:v>18.4</c:v>
                </c:pt>
                <c:pt idx="1447">
                  <c:v>18.4</c:v>
                </c:pt>
                <c:pt idx="1448">
                  <c:v>18.4</c:v>
                </c:pt>
                <c:pt idx="1449">
                  <c:v>18.4</c:v>
                </c:pt>
                <c:pt idx="1450">
                  <c:v>18.4</c:v>
                </c:pt>
                <c:pt idx="1451">
                  <c:v>18.4</c:v>
                </c:pt>
                <c:pt idx="1452">
                  <c:v>18.4</c:v>
                </c:pt>
                <c:pt idx="1453">
                  <c:v>18.4</c:v>
                </c:pt>
                <c:pt idx="1454">
                  <c:v>18.4</c:v>
                </c:pt>
                <c:pt idx="1455">
                  <c:v>18.4</c:v>
                </c:pt>
                <c:pt idx="1456">
                  <c:v>18.4</c:v>
                </c:pt>
                <c:pt idx="1457">
                  <c:v>18.4</c:v>
                </c:pt>
                <c:pt idx="1458">
                  <c:v>18.4</c:v>
                </c:pt>
                <c:pt idx="1459">
                  <c:v>18.4</c:v>
                </c:pt>
                <c:pt idx="1460">
                  <c:v>18.4</c:v>
                </c:pt>
                <c:pt idx="1461">
                  <c:v>18.7</c:v>
                </c:pt>
                <c:pt idx="1462">
                  <c:v>18.7</c:v>
                </c:pt>
                <c:pt idx="1463">
                  <c:v>18.7</c:v>
                </c:pt>
                <c:pt idx="1464">
                  <c:v>18.7</c:v>
                </c:pt>
                <c:pt idx="1465">
                  <c:v>18.7</c:v>
                </c:pt>
                <c:pt idx="1466">
                  <c:v>18.7</c:v>
                </c:pt>
                <c:pt idx="1467">
                  <c:v>18.7</c:v>
                </c:pt>
                <c:pt idx="1468">
                  <c:v>18.7</c:v>
                </c:pt>
                <c:pt idx="1469">
                  <c:v>18.7</c:v>
                </c:pt>
                <c:pt idx="1470">
                  <c:v>18.7</c:v>
                </c:pt>
                <c:pt idx="1471">
                  <c:v>18.7</c:v>
                </c:pt>
                <c:pt idx="1472">
                  <c:v>18.7</c:v>
                </c:pt>
                <c:pt idx="1473">
                  <c:v>18.7</c:v>
                </c:pt>
                <c:pt idx="1474">
                  <c:v>18.7</c:v>
                </c:pt>
                <c:pt idx="1475">
                  <c:v>18.7</c:v>
                </c:pt>
                <c:pt idx="1476">
                  <c:v>18.7</c:v>
                </c:pt>
                <c:pt idx="1477">
                  <c:v>18.7</c:v>
                </c:pt>
                <c:pt idx="1478">
                  <c:v>18.7</c:v>
                </c:pt>
                <c:pt idx="1479">
                  <c:v>18.7</c:v>
                </c:pt>
                <c:pt idx="1480">
                  <c:v>18.7</c:v>
                </c:pt>
                <c:pt idx="1481">
                  <c:v>18.7</c:v>
                </c:pt>
                <c:pt idx="1482">
                  <c:v>18.7</c:v>
                </c:pt>
                <c:pt idx="1483">
                  <c:v>18.7</c:v>
                </c:pt>
                <c:pt idx="1484">
                  <c:v>18.7</c:v>
                </c:pt>
                <c:pt idx="1485">
                  <c:v>18.7</c:v>
                </c:pt>
                <c:pt idx="1486">
                  <c:v>18.7</c:v>
                </c:pt>
                <c:pt idx="1487">
                  <c:v>18.7</c:v>
                </c:pt>
                <c:pt idx="1488">
                  <c:v>18.7</c:v>
                </c:pt>
                <c:pt idx="1489">
                  <c:v>18.7</c:v>
                </c:pt>
                <c:pt idx="1490">
                  <c:v>18.7</c:v>
                </c:pt>
                <c:pt idx="1491">
                  <c:v>18.7</c:v>
                </c:pt>
                <c:pt idx="1492">
                  <c:v>18.7</c:v>
                </c:pt>
                <c:pt idx="1493">
                  <c:v>18.7</c:v>
                </c:pt>
                <c:pt idx="1494">
                  <c:v>18.7</c:v>
                </c:pt>
                <c:pt idx="1495">
                  <c:v>18.7</c:v>
                </c:pt>
                <c:pt idx="1496">
                  <c:v>18.7</c:v>
                </c:pt>
                <c:pt idx="1497">
                  <c:v>18.7</c:v>
                </c:pt>
                <c:pt idx="1498">
                  <c:v>18.7</c:v>
                </c:pt>
                <c:pt idx="1499">
                  <c:v>18.7</c:v>
                </c:pt>
                <c:pt idx="1500">
                  <c:v>18.7</c:v>
                </c:pt>
                <c:pt idx="1501">
                  <c:v>18.7</c:v>
                </c:pt>
                <c:pt idx="1502">
                  <c:v>18.7</c:v>
                </c:pt>
                <c:pt idx="1503">
                  <c:v>18.7</c:v>
                </c:pt>
                <c:pt idx="1504">
                  <c:v>18.7</c:v>
                </c:pt>
                <c:pt idx="1505">
                  <c:v>18.7</c:v>
                </c:pt>
                <c:pt idx="1506">
                  <c:v>18.7</c:v>
                </c:pt>
                <c:pt idx="1507">
                  <c:v>18.7</c:v>
                </c:pt>
                <c:pt idx="1508">
                  <c:v>18.7</c:v>
                </c:pt>
                <c:pt idx="1509">
                  <c:v>18.7</c:v>
                </c:pt>
                <c:pt idx="1510">
                  <c:v>18.7</c:v>
                </c:pt>
                <c:pt idx="1511">
                  <c:v>18.7</c:v>
                </c:pt>
                <c:pt idx="1512">
                  <c:v>18.7</c:v>
                </c:pt>
                <c:pt idx="1513">
                  <c:v>18.7</c:v>
                </c:pt>
                <c:pt idx="1514">
                  <c:v>18.7</c:v>
                </c:pt>
                <c:pt idx="1515">
                  <c:v>18.7</c:v>
                </c:pt>
                <c:pt idx="1516">
                  <c:v>18.7</c:v>
                </c:pt>
                <c:pt idx="1517">
                  <c:v>18.7</c:v>
                </c:pt>
                <c:pt idx="1518">
                  <c:v>18.7</c:v>
                </c:pt>
                <c:pt idx="1519">
                  <c:v>18.7</c:v>
                </c:pt>
                <c:pt idx="1520">
                  <c:v>18.7</c:v>
                </c:pt>
                <c:pt idx="1521">
                  <c:v>18.7</c:v>
                </c:pt>
                <c:pt idx="1522">
                  <c:v>18.7</c:v>
                </c:pt>
                <c:pt idx="1523">
                  <c:v>18.7</c:v>
                </c:pt>
                <c:pt idx="1524">
                  <c:v>18.7</c:v>
                </c:pt>
                <c:pt idx="1525">
                  <c:v>18.7</c:v>
                </c:pt>
                <c:pt idx="1526">
                  <c:v>18.7</c:v>
                </c:pt>
                <c:pt idx="1527">
                  <c:v>18.7</c:v>
                </c:pt>
                <c:pt idx="1528">
                  <c:v>18.7</c:v>
                </c:pt>
                <c:pt idx="1529">
                  <c:v>18.7</c:v>
                </c:pt>
                <c:pt idx="1530">
                  <c:v>18.7</c:v>
                </c:pt>
                <c:pt idx="1531">
                  <c:v>18.7</c:v>
                </c:pt>
                <c:pt idx="1532">
                  <c:v>18.7</c:v>
                </c:pt>
                <c:pt idx="1533">
                  <c:v>18.7</c:v>
                </c:pt>
                <c:pt idx="1534">
                  <c:v>18.7</c:v>
                </c:pt>
                <c:pt idx="1535">
                  <c:v>18.7</c:v>
                </c:pt>
                <c:pt idx="1536">
                  <c:v>18.7</c:v>
                </c:pt>
                <c:pt idx="1537">
                  <c:v>18.7</c:v>
                </c:pt>
                <c:pt idx="1538">
                  <c:v>18.7</c:v>
                </c:pt>
                <c:pt idx="1539">
                  <c:v>18.7</c:v>
                </c:pt>
                <c:pt idx="1540">
                  <c:v>18.7</c:v>
                </c:pt>
                <c:pt idx="1541">
                  <c:v>18.7</c:v>
                </c:pt>
                <c:pt idx="1542">
                  <c:v>18.7</c:v>
                </c:pt>
                <c:pt idx="1543">
                  <c:v>18.7</c:v>
                </c:pt>
                <c:pt idx="1544">
                  <c:v>18.7</c:v>
                </c:pt>
                <c:pt idx="1545">
                  <c:v>18.7</c:v>
                </c:pt>
                <c:pt idx="1546">
                  <c:v>18.7</c:v>
                </c:pt>
                <c:pt idx="1547">
                  <c:v>18.7</c:v>
                </c:pt>
                <c:pt idx="1548">
                  <c:v>18.7</c:v>
                </c:pt>
                <c:pt idx="1549">
                  <c:v>18.7</c:v>
                </c:pt>
                <c:pt idx="1550">
                  <c:v>18.7</c:v>
                </c:pt>
                <c:pt idx="1551">
                  <c:v>48.7</c:v>
                </c:pt>
                <c:pt idx="1552">
                  <c:v>48.7</c:v>
                </c:pt>
                <c:pt idx="1553">
                  <c:v>48.7</c:v>
                </c:pt>
                <c:pt idx="1554">
                  <c:v>48.7</c:v>
                </c:pt>
                <c:pt idx="1555">
                  <c:v>48.7</c:v>
                </c:pt>
                <c:pt idx="1556">
                  <c:v>48.7</c:v>
                </c:pt>
                <c:pt idx="1557">
                  <c:v>48.7</c:v>
                </c:pt>
                <c:pt idx="1558">
                  <c:v>48.7</c:v>
                </c:pt>
                <c:pt idx="1559">
                  <c:v>48.7</c:v>
                </c:pt>
                <c:pt idx="1560">
                  <c:v>48.7</c:v>
                </c:pt>
                <c:pt idx="1561">
                  <c:v>48.7</c:v>
                </c:pt>
                <c:pt idx="1562">
                  <c:v>48.7</c:v>
                </c:pt>
                <c:pt idx="1563">
                  <c:v>48.7</c:v>
                </c:pt>
                <c:pt idx="1564">
                  <c:v>48.7</c:v>
                </c:pt>
                <c:pt idx="1565">
                  <c:v>48.7</c:v>
                </c:pt>
                <c:pt idx="1566">
                  <c:v>48.7</c:v>
                </c:pt>
                <c:pt idx="1567">
                  <c:v>48.7</c:v>
                </c:pt>
                <c:pt idx="1568">
                  <c:v>48.7</c:v>
                </c:pt>
                <c:pt idx="1569">
                  <c:v>48.7</c:v>
                </c:pt>
                <c:pt idx="1570">
                  <c:v>48.7</c:v>
                </c:pt>
                <c:pt idx="1571">
                  <c:v>48.7</c:v>
                </c:pt>
                <c:pt idx="1572">
                  <c:v>48.7</c:v>
                </c:pt>
                <c:pt idx="1573">
                  <c:v>48.7</c:v>
                </c:pt>
                <c:pt idx="1574">
                  <c:v>48.7</c:v>
                </c:pt>
                <c:pt idx="1575">
                  <c:v>48.7</c:v>
                </c:pt>
                <c:pt idx="1576">
                  <c:v>48.7</c:v>
                </c:pt>
                <c:pt idx="1577">
                  <c:v>48.7</c:v>
                </c:pt>
                <c:pt idx="1578">
                  <c:v>48.7</c:v>
                </c:pt>
                <c:pt idx="1579">
                  <c:v>48.7</c:v>
                </c:pt>
                <c:pt idx="1580">
                  <c:v>48.7</c:v>
                </c:pt>
                <c:pt idx="1581">
                  <c:v>48.7</c:v>
                </c:pt>
                <c:pt idx="1582">
                  <c:v>48.7</c:v>
                </c:pt>
                <c:pt idx="1583">
                  <c:v>48.7</c:v>
                </c:pt>
                <c:pt idx="1584">
                  <c:v>48.7</c:v>
                </c:pt>
                <c:pt idx="1585">
                  <c:v>48.7</c:v>
                </c:pt>
                <c:pt idx="1586">
                  <c:v>48.7</c:v>
                </c:pt>
                <c:pt idx="1587">
                  <c:v>48.7</c:v>
                </c:pt>
                <c:pt idx="1588">
                  <c:v>48.7</c:v>
                </c:pt>
                <c:pt idx="1589">
                  <c:v>48.7</c:v>
                </c:pt>
                <c:pt idx="1590">
                  <c:v>48.7</c:v>
                </c:pt>
                <c:pt idx="1591">
                  <c:v>48.7</c:v>
                </c:pt>
                <c:pt idx="1592">
                  <c:v>48.7</c:v>
                </c:pt>
                <c:pt idx="1593">
                  <c:v>48.7</c:v>
                </c:pt>
                <c:pt idx="1594">
                  <c:v>48.7</c:v>
                </c:pt>
                <c:pt idx="1595">
                  <c:v>48.7</c:v>
                </c:pt>
                <c:pt idx="1596">
                  <c:v>48.7</c:v>
                </c:pt>
                <c:pt idx="1597">
                  <c:v>48.7</c:v>
                </c:pt>
                <c:pt idx="1598">
                  <c:v>48.7</c:v>
                </c:pt>
                <c:pt idx="1599">
                  <c:v>48.7</c:v>
                </c:pt>
                <c:pt idx="1600">
                  <c:v>48.7</c:v>
                </c:pt>
                <c:pt idx="1601">
                  <c:v>48.7</c:v>
                </c:pt>
                <c:pt idx="1602">
                  <c:v>48.7</c:v>
                </c:pt>
                <c:pt idx="1603">
                  <c:v>48.7</c:v>
                </c:pt>
                <c:pt idx="1604">
                  <c:v>48.7</c:v>
                </c:pt>
                <c:pt idx="1605">
                  <c:v>48.7</c:v>
                </c:pt>
                <c:pt idx="1606">
                  <c:v>48.7</c:v>
                </c:pt>
                <c:pt idx="1607">
                  <c:v>48.7</c:v>
                </c:pt>
                <c:pt idx="1608">
                  <c:v>48.7</c:v>
                </c:pt>
                <c:pt idx="1609">
                  <c:v>48.7</c:v>
                </c:pt>
                <c:pt idx="1610">
                  <c:v>48.7</c:v>
                </c:pt>
                <c:pt idx="1611">
                  <c:v>48.7</c:v>
                </c:pt>
                <c:pt idx="1612">
                  <c:v>48.7</c:v>
                </c:pt>
                <c:pt idx="1613">
                  <c:v>48.7</c:v>
                </c:pt>
                <c:pt idx="1614">
                  <c:v>48.7</c:v>
                </c:pt>
                <c:pt idx="1615">
                  <c:v>48.7</c:v>
                </c:pt>
                <c:pt idx="1616">
                  <c:v>48.7</c:v>
                </c:pt>
                <c:pt idx="1617">
                  <c:v>48.7</c:v>
                </c:pt>
                <c:pt idx="1618">
                  <c:v>48.7</c:v>
                </c:pt>
                <c:pt idx="1619">
                  <c:v>48.7</c:v>
                </c:pt>
                <c:pt idx="1620">
                  <c:v>48.7</c:v>
                </c:pt>
                <c:pt idx="1621">
                  <c:v>48.7</c:v>
                </c:pt>
                <c:pt idx="1622">
                  <c:v>48.7</c:v>
                </c:pt>
                <c:pt idx="1623">
                  <c:v>48.7</c:v>
                </c:pt>
                <c:pt idx="1624">
                  <c:v>48.7</c:v>
                </c:pt>
                <c:pt idx="1625">
                  <c:v>48.7</c:v>
                </c:pt>
                <c:pt idx="1626">
                  <c:v>48.7</c:v>
                </c:pt>
                <c:pt idx="1627">
                  <c:v>48.7</c:v>
                </c:pt>
                <c:pt idx="1628">
                  <c:v>48.7</c:v>
                </c:pt>
                <c:pt idx="1629">
                  <c:v>48.7</c:v>
                </c:pt>
                <c:pt idx="1630">
                  <c:v>48.7</c:v>
                </c:pt>
                <c:pt idx="1631">
                  <c:v>48.7</c:v>
                </c:pt>
                <c:pt idx="1632">
                  <c:v>48.7</c:v>
                </c:pt>
                <c:pt idx="1633">
                  <c:v>48.7</c:v>
                </c:pt>
                <c:pt idx="1634">
                  <c:v>48.7</c:v>
                </c:pt>
                <c:pt idx="1635">
                  <c:v>48.7</c:v>
                </c:pt>
                <c:pt idx="1636">
                  <c:v>48.7</c:v>
                </c:pt>
                <c:pt idx="1637">
                  <c:v>48.7</c:v>
                </c:pt>
                <c:pt idx="1638">
                  <c:v>48.7</c:v>
                </c:pt>
                <c:pt idx="1639">
                  <c:v>48.7</c:v>
                </c:pt>
                <c:pt idx="1640">
                  <c:v>48.7</c:v>
                </c:pt>
                <c:pt idx="1641">
                  <c:v>48.7</c:v>
                </c:pt>
                <c:pt idx="1642">
                  <c:v>48.5</c:v>
                </c:pt>
                <c:pt idx="1643">
                  <c:v>48.5</c:v>
                </c:pt>
                <c:pt idx="1644">
                  <c:v>48.5</c:v>
                </c:pt>
                <c:pt idx="1645">
                  <c:v>48.5</c:v>
                </c:pt>
                <c:pt idx="1646">
                  <c:v>48.5</c:v>
                </c:pt>
                <c:pt idx="1647">
                  <c:v>48.5</c:v>
                </c:pt>
                <c:pt idx="1648">
                  <c:v>48.5</c:v>
                </c:pt>
                <c:pt idx="1649">
                  <c:v>48.5</c:v>
                </c:pt>
                <c:pt idx="1650">
                  <c:v>48.5</c:v>
                </c:pt>
                <c:pt idx="1651">
                  <c:v>48.5</c:v>
                </c:pt>
                <c:pt idx="1652">
                  <c:v>48.5</c:v>
                </c:pt>
                <c:pt idx="1653">
                  <c:v>48.5</c:v>
                </c:pt>
                <c:pt idx="1654">
                  <c:v>48.5</c:v>
                </c:pt>
                <c:pt idx="1655">
                  <c:v>48.5</c:v>
                </c:pt>
                <c:pt idx="1656">
                  <c:v>48.5</c:v>
                </c:pt>
                <c:pt idx="1657">
                  <c:v>48.5</c:v>
                </c:pt>
                <c:pt idx="1658">
                  <c:v>48.5</c:v>
                </c:pt>
                <c:pt idx="1659">
                  <c:v>48.5</c:v>
                </c:pt>
                <c:pt idx="1660">
                  <c:v>48.5</c:v>
                </c:pt>
                <c:pt idx="1661">
                  <c:v>48.5</c:v>
                </c:pt>
                <c:pt idx="1662">
                  <c:v>48.5</c:v>
                </c:pt>
                <c:pt idx="1663">
                  <c:v>48.5</c:v>
                </c:pt>
                <c:pt idx="1664">
                  <c:v>48.5</c:v>
                </c:pt>
                <c:pt idx="1665">
                  <c:v>48.5</c:v>
                </c:pt>
                <c:pt idx="1666">
                  <c:v>48.5</c:v>
                </c:pt>
                <c:pt idx="1667">
                  <c:v>48.5</c:v>
                </c:pt>
                <c:pt idx="1668">
                  <c:v>48.5</c:v>
                </c:pt>
                <c:pt idx="1669">
                  <c:v>48.5</c:v>
                </c:pt>
                <c:pt idx="1670">
                  <c:v>48.5</c:v>
                </c:pt>
                <c:pt idx="1671">
                  <c:v>48.5</c:v>
                </c:pt>
                <c:pt idx="1672">
                  <c:v>48.5</c:v>
                </c:pt>
                <c:pt idx="1673">
                  <c:v>48.5</c:v>
                </c:pt>
                <c:pt idx="1674">
                  <c:v>48.5</c:v>
                </c:pt>
                <c:pt idx="1675">
                  <c:v>48.5</c:v>
                </c:pt>
                <c:pt idx="1676">
                  <c:v>48.5</c:v>
                </c:pt>
                <c:pt idx="1677">
                  <c:v>48.5</c:v>
                </c:pt>
                <c:pt idx="1678">
                  <c:v>48.5</c:v>
                </c:pt>
                <c:pt idx="1679">
                  <c:v>48.5</c:v>
                </c:pt>
                <c:pt idx="1680">
                  <c:v>48.5</c:v>
                </c:pt>
                <c:pt idx="1681">
                  <c:v>48.5</c:v>
                </c:pt>
                <c:pt idx="1682">
                  <c:v>48.5</c:v>
                </c:pt>
                <c:pt idx="1683">
                  <c:v>48.5</c:v>
                </c:pt>
                <c:pt idx="1684">
                  <c:v>48.5</c:v>
                </c:pt>
                <c:pt idx="1685">
                  <c:v>48.5</c:v>
                </c:pt>
                <c:pt idx="1686">
                  <c:v>48.5</c:v>
                </c:pt>
                <c:pt idx="1687">
                  <c:v>48.5</c:v>
                </c:pt>
                <c:pt idx="1688">
                  <c:v>48.5</c:v>
                </c:pt>
                <c:pt idx="1689">
                  <c:v>48.5</c:v>
                </c:pt>
                <c:pt idx="1690">
                  <c:v>48.5</c:v>
                </c:pt>
                <c:pt idx="1691">
                  <c:v>48.5</c:v>
                </c:pt>
                <c:pt idx="1692">
                  <c:v>48.5</c:v>
                </c:pt>
                <c:pt idx="1693">
                  <c:v>48.5</c:v>
                </c:pt>
                <c:pt idx="1694">
                  <c:v>48.5</c:v>
                </c:pt>
                <c:pt idx="1695">
                  <c:v>48.5</c:v>
                </c:pt>
                <c:pt idx="1696">
                  <c:v>48.5</c:v>
                </c:pt>
                <c:pt idx="1697">
                  <c:v>48.5</c:v>
                </c:pt>
                <c:pt idx="1698">
                  <c:v>48.5</c:v>
                </c:pt>
                <c:pt idx="1699">
                  <c:v>48.5</c:v>
                </c:pt>
                <c:pt idx="1700">
                  <c:v>48.5</c:v>
                </c:pt>
                <c:pt idx="1701">
                  <c:v>48.5</c:v>
                </c:pt>
                <c:pt idx="1702">
                  <c:v>48.5</c:v>
                </c:pt>
                <c:pt idx="1703">
                  <c:v>48.5</c:v>
                </c:pt>
                <c:pt idx="1704">
                  <c:v>48.5</c:v>
                </c:pt>
                <c:pt idx="1705">
                  <c:v>48.5</c:v>
                </c:pt>
                <c:pt idx="1706">
                  <c:v>48.5</c:v>
                </c:pt>
                <c:pt idx="1707">
                  <c:v>48.5</c:v>
                </c:pt>
                <c:pt idx="1708">
                  <c:v>48.5</c:v>
                </c:pt>
                <c:pt idx="1709">
                  <c:v>48.5</c:v>
                </c:pt>
                <c:pt idx="1710">
                  <c:v>48.5</c:v>
                </c:pt>
                <c:pt idx="1711">
                  <c:v>48.5</c:v>
                </c:pt>
                <c:pt idx="1712">
                  <c:v>48.5</c:v>
                </c:pt>
                <c:pt idx="1713">
                  <c:v>48.5</c:v>
                </c:pt>
                <c:pt idx="1714">
                  <c:v>48.5</c:v>
                </c:pt>
                <c:pt idx="1715">
                  <c:v>48.5</c:v>
                </c:pt>
                <c:pt idx="1716">
                  <c:v>48.5</c:v>
                </c:pt>
                <c:pt idx="1717">
                  <c:v>48.5</c:v>
                </c:pt>
                <c:pt idx="1718">
                  <c:v>48.5</c:v>
                </c:pt>
                <c:pt idx="1719">
                  <c:v>48.5</c:v>
                </c:pt>
                <c:pt idx="1720">
                  <c:v>48.5</c:v>
                </c:pt>
                <c:pt idx="1721">
                  <c:v>48.5</c:v>
                </c:pt>
                <c:pt idx="1722">
                  <c:v>48.5</c:v>
                </c:pt>
                <c:pt idx="1723">
                  <c:v>48.5</c:v>
                </c:pt>
                <c:pt idx="1724">
                  <c:v>48.5</c:v>
                </c:pt>
                <c:pt idx="1725">
                  <c:v>48.5</c:v>
                </c:pt>
                <c:pt idx="1726">
                  <c:v>48.5</c:v>
                </c:pt>
                <c:pt idx="1727">
                  <c:v>48.5</c:v>
                </c:pt>
                <c:pt idx="1728">
                  <c:v>48.5</c:v>
                </c:pt>
                <c:pt idx="1729">
                  <c:v>48.5</c:v>
                </c:pt>
                <c:pt idx="1730">
                  <c:v>48.5</c:v>
                </c:pt>
                <c:pt idx="1731">
                  <c:v>48.5</c:v>
                </c:pt>
                <c:pt idx="1732">
                  <c:v>48.5</c:v>
                </c:pt>
                <c:pt idx="1733">
                  <c:v>48.5</c:v>
                </c:pt>
                <c:pt idx="1734">
                  <c:v>17.4</c:v>
                </c:pt>
                <c:pt idx="1735">
                  <c:v>17.4</c:v>
                </c:pt>
                <c:pt idx="1736">
                  <c:v>17.4</c:v>
                </c:pt>
                <c:pt idx="1737">
                  <c:v>17.4</c:v>
                </c:pt>
                <c:pt idx="1738">
                  <c:v>17.4</c:v>
                </c:pt>
                <c:pt idx="1739">
                  <c:v>17.4</c:v>
                </c:pt>
                <c:pt idx="1740">
                  <c:v>17.4</c:v>
                </c:pt>
                <c:pt idx="1741">
                  <c:v>17.4</c:v>
                </c:pt>
                <c:pt idx="1742">
                  <c:v>17.4</c:v>
                </c:pt>
                <c:pt idx="1743">
                  <c:v>17.4</c:v>
                </c:pt>
                <c:pt idx="1744">
                  <c:v>17.4</c:v>
                </c:pt>
                <c:pt idx="1745">
                  <c:v>17.4</c:v>
                </c:pt>
                <c:pt idx="1746">
                  <c:v>17.4</c:v>
                </c:pt>
                <c:pt idx="1747">
                  <c:v>17.4</c:v>
                </c:pt>
                <c:pt idx="1748">
                  <c:v>17.4</c:v>
                </c:pt>
                <c:pt idx="1749">
                  <c:v>17.4</c:v>
                </c:pt>
                <c:pt idx="1750">
                  <c:v>17.4</c:v>
                </c:pt>
                <c:pt idx="1751">
                  <c:v>17.4</c:v>
                </c:pt>
                <c:pt idx="1752">
                  <c:v>17.4</c:v>
                </c:pt>
                <c:pt idx="1753">
                  <c:v>17.4</c:v>
                </c:pt>
                <c:pt idx="1754">
                  <c:v>17.4</c:v>
                </c:pt>
                <c:pt idx="1755">
                  <c:v>17.4</c:v>
                </c:pt>
                <c:pt idx="1756">
                  <c:v>17.4</c:v>
                </c:pt>
                <c:pt idx="1757">
                  <c:v>17.4</c:v>
                </c:pt>
                <c:pt idx="1758">
                  <c:v>17.4</c:v>
                </c:pt>
                <c:pt idx="1759">
                  <c:v>17.4</c:v>
                </c:pt>
                <c:pt idx="1760">
                  <c:v>17.4</c:v>
                </c:pt>
                <c:pt idx="1761">
                  <c:v>17.4</c:v>
                </c:pt>
                <c:pt idx="1762">
                  <c:v>17.4</c:v>
                </c:pt>
                <c:pt idx="1763">
                  <c:v>17.4</c:v>
                </c:pt>
                <c:pt idx="1764">
                  <c:v>17.4</c:v>
                </c:pt>
                <c:pt idx="1765">
                  <c:v>17.4</c:v>
                </c:pt>
                <c:pt idx="1766">
                  <c:v>17.4</c:v>
                </c:pt>
                <c:pt idx="1767">
                  <c:v>17.4</c:v>
                </c:pt>
                <c:pt idx="1768">
                  <c:v>17.4</c:v>
                </c:pt>
                <c:pt idx="1769">
                  <c:v>17.4</c:v>
                </c:pt>
                <c:pt idx="1770">
                  <c:v>17.4</c:v>
                </c:pt>
                <c:pt idx="1771">
                  <c:v>17.4</c:v>
                </c:pt>
                <c:pt idx="1772">
                  <c:v>17.4</c:v>
                </c:pt>
                <c:pt idx="1773">
                  <c:v>17.4</c:v>
                </c:pt>
                <c:pt idx="1774">
                  <c:v>17.4</c:v>
                </c:pt>
                <c:pt idx="1775">
                  <c:v>17.4</c:v>
                </c:pt>
                <c:pt idx="1776">
                  <c:v>17.4</c:v>
                </c:pt>
                <c:pt idx="1777">
                  <c:v>17.4</c:v>
                </c:pt>
                <c:pt idx="1778">
                  <c:v>17.4</c:v>
                </c:pt>
                <c:pt idx="1779">
                  <c:v>17.4</c:v>
                </c:pt>
                <c:pt idx="1780">
                  <c:v>17.4</c:v>
                </c:pt>
                <c:pt idx="1781">
                  <c:v>17.4</c:v>
                </c:pt>
                <c:pt idx="1782">
                  <c:v>17.4</c:v>
                </c:pt>
                <c:pt idx="1783">
                  <c:v>17.4</c:v>
                </c:pt>
                <c:pt idx="1784">
                  <c:v>17.4</c:v>
                </c:pt>
                <c:pt idx="1785">
                  <c:v>17.4</c:v>
                </c:pt>
                <c:pt idx="1786">
                  <c:v>17.4</c:v>
                </c:pt>
                <c:pt idx="1787">
                  <c:v>17.4</c:v>
                </c:pt>
                <c:pt idx="1788">
                  <c:v>17.4</c:v>
                </c:pt>
                <c:pt idx="1789">
                  <c:v>17.4</c:v>
                </c:pt>
                <c:pt idx="1790">
                  <c:v>17.4</c:v>
                </c:pt>
                <c:pt idx="1791">
                  <c:v>17.4</c:v>
                </c:pt>
                <c:pt idx="1792">
                  <c:v>17.4</c:v>
                </c:pt>
                <c:pt idx="1793">
                  <c:v>17.4</c:v>
                </c:pt>
                <c:pt idx="1794">
                  <c:v>17.4</c:v>
                </c:pt>
                <c:pt idx="1795">
                  <c:v>17.4</c:v>
                </c:pt>
                <c:pt idx="1796">
                  <c:v>17.4</c:v>
                </c:pt>
                <c:pt idx="1797">
                  <c:v>17.4</c:v>
                </c:pt>
                <c:pt idx="1798">
                  <c:v>17.4</c:v>
                </c:pt>
                <c:pt idx="1799">
                  <c:v>17.4</c:v>
                </c:pt>
                <c:pt idx="1800">
                  <c:v>17.4</c:v>
                </c:pt>
                <c:pt idx="1801">
                  <c:v>17.4</c:v>
                </c:pt>
                <c:pt idx="1802">
                  <c:v>17.4</c:v>
                </c:pt>
                <c:pt idx="1803">
                  <c:v>17.4</c:v>
                </c:pt>
                <c:pt idx="1804">
                  <c:v>17.4</c:v>
                </c:pt>
                <c:pt idx="1805">
                  <c:v>17.4</c:v>
                </c:pt>
                <c:pt idx="1806">
                  <c:v>17.4</c:v>
                </c:pt>
                <c:pt idx="1807">
                  <c:v>17.4</c:v>
                </c:pt>
                <c:pt idx="1808">
                  <c:v>17.4</c:v>
                </c:pt>
                <c:pt idx="1809">
                  <c:v>17.4</c:v>
                </c:pt>
                <c:pt idx="1810">
                  <c:v>17.4</c:v>
                </c:pt>
                <c:pt idx="1811">
                  <c:v>17.4</c:v>
                </c:pt>
                <c:pt idx="1812">
                  <c:v>17.4</c:v>
                </c:pt>
                <c:pt idx="1813">
                  <c:v>17.4</c:v>
                </c:pt>
                <c:pt idx="1814">
                  <c:v>17.4</c:v>
                </c:pt>
                <c:pt idx="1815">
                  <c:v>17.4</c:v>
                </c:pt>
                <c:pt idx="1816">
                  <c:v>17.4</c:v>
                </c:pt>
                <c:pt idx="1817">
                  <c:v>17.4</c:v>
                </c:pt>
                <c:pt idx="1818">
                  <c:v>17.4</c:v>
                </c:pt>
                <c:pt idx="1819">
                  <c:v>17.4</c:v>
                </c:pt>
                <c:pt idx="1820">
                  <c:v>17.4</c:v>
                </c:pt>
                <c:pt idx="1821">
                  <c:v>17.4</c:v>
                </c:pt>
                <c:pt idx="1822">
                  <c:v>17.4</c:v>
                </c:pt>
                <c:pt idx="1823">
                  <c:v>17.4</c:v>
                </c:pt>
                <c:pt idx="1824">
                  <c:v>17.4</c:v>
                </c:pt>
                <c:pt idx="1825">
                  <c:v>17.4</c:v>
                </c:pt>
                <c:pt idx="1826">
                  <c:v>24.4</c:v>
                </c:pt>
                <c:pt idx="1827">
                  <c:v>24.4</c:v>
                </c:pt>
                <c:pt idx="1828">
                  <c:v>24.4</c:v>
                </c:pt>
                <c:pt idx="1829">
                  <c:v>24.4</c:v>
                </c:pt>
                <c:pt idx="1830">
                  <c:v>24.4</c:v>
                </c:pt>
                <c:pt idx="1831">
                  <c:v>24.4</c:v>
                </c:pt>
                <c:pt idx="1832">
                  <c:v>24.4</c:v>
                </c:pt>
                <c:pt idx="1833">
                  <c:v>24.4</c:v>
                </c:pt>
                <c:pt idx="1834">
                  <c:v>24.4</c:v>
                </c:pt>
                <c:pt idx="1835">
                  <c:v>24.4</c:v>
                </c:pt>
                <c:pt idx="1836">
                  <c:v>24.4</c:v>
                </c:pt>
                <c:pt idx="1837">
                  <c:v>24.4</c:v>
                </c:pt>
                <c:pt idx="1838">
                  <c:v>24.4</c:v>
                </c:pt>
                <c:pt idx="1839">
                  <c:v>24.4</c:v>
                </c:pt>
                <c:pt idx="1840">
                  <c:v>24.4</c:v>
                </c:pt>
                <c:pt idx="1841">
                  <c:v>24.4</c:v>
                </c:pt>
                <c:pt idx="1842">
                  <c:v>24.4</c:v>
                </c:pt>
                <c:pt idx="1843">
                  <c:v>24.4</c:v>
                </c:pt>
                <c:pt idx="1844">
                  <c:v>24.4</c:v>
                </c:pt>
                <c:pt idx="1845">
                  <c:v>24.4</c:v>
                </c:pt>
                <c:pt idx="1846">
                  <c:v>24.4</c:v>
                </c:pt>
                <c:pt idx="1847">
                  <c:v>24.4</c:v>
                </c:pt>
                <c:pt idx="1848">
                  <c:v>24.4</c:v>
                </c:pt>
                <c:pt idx="1849">
                  <c:v>24.4</c:v>
                </c:pt>
                <c:pt idx="1850">
                  <c:v>24.4</c:v>
                </c:pt>
                <c:pt idx="1851">
                  <c:v>24.4</c:v>
                </c:pt>
                <c:pt idx="1852">
                  <c:v>24.4</c:v>
                </c:pt>
                <c:pt idx="1853">
                  <c:v>24.4</c:v>
                </c:pt>
                <c:pt idx="1854">
                  <c:v>24.4</c:v>
                </c:pt>
                <c:pt idx="1855">
                  <c:v>24.4</c:v>
                </c:pt>
                <c:pt idx="1856">
                  <c:v>24.4</c:v>
                </c:pt>
                <c:pt idx="1857">
                  <c:v>24.4</c:v>
                </c:pt>
                <c:pt idx="1858">
                  <c:v>24.4</c:v>
                </c:pt>
                <c:pt idx="1859">
                  <c:v>24.4</c:v>
                </c:pt>
                <c:pt idx="1860">
                  <c:v>24.4</c:v>
                </c:pt>
                <c:pt idx="1861">
                  <c:v>24.4</c:v>
                </c:pt>
                <c:pt idx="1862">
                  <c:v>24.4</c:v>
                </c:pt>
                <c:pt idx="1863">
                  <c:v>24.4</c:v>
                </c:pt>
                <c:pt idx="1864">
                  <c:v>24.4</c:v>
                </c:pt>
                <c:pt idx="1865">
                  <c:v>24.4</c:v>
                </c:pt>
                <c:pt idx="1866">
                  <c:v>24.4</c:v>
                </c:pt>
                <c:pt idx="1867">
                  <c:v>24.4</c:v>
                </c:pt>
                <c:pt idx="1868">
                  <c:v>24.4</c:v>
                </c:pt>
                <c:pt idx="1869">
                  <c:v>24.4</c:v>
                </c:pt>
                <c:pt idx="1870">
                  <c:v>24.4</c:v>
                </c:pt>
                <c:pt idx="1871">
                  <c:v>24.4</c:v>
                </c:pt>
                <c:pt idx="1872">
                  <c:v>24.4</c:v>
                </c:pt>
                <c:pt idx="1873">
                  <c:v>24.4</c:v>
                </c:pt>
                <c:pt idx="1874">
                  <c:v>24.4</c:v>
                </c:pt>
                <c:pt idx="1875">
                  <c:v>24.4</c:v>
                </c:pt>
                <c:pt idx="1876">
                  <c:v>24.4</c:v>
                </c:pt>
                <c:pt idx="1877">
                  <c:v>24.4</c:v>
                </c:pt>
                <c:pt idx="1878">
                  <c:v>24.4</c:v>
                </c:pt>
                <c:pt idx="1879">
                  <c:v>24.4</c:v>
                </c:pt>
                <c:pt idx="1880">
                  <c:v>24.4</c:v>
                </c:pt>
                <c:pt idx="1881">
                  <c:v>24.4</c:v>
                </c:pt>
                <c:pt idx="1882">
                  <c:v>24.4</c:v>
                </c:pt>
                <c:pt idx="1883">
                  <c:v>24.4</c:v>
                </c:pt>
                <c:pt idx="1884">
                  <c:v>24.4</c:v>
                </c:pt>
                <c:pt idx="1885">
                  <c:v>24.4</c:v>
                </c:pt>
                <c:pt idx="1886">
                  <c:v>24.4</c:v>
                </c:pt>
                <c:pt idx="1887">
                  <c:v>24.4</c:v>
                </c:pt>
                <c:pt idx="1888">
                  <c:v>24.4</c:v>
                </c:pt>
                <c:pt idx="1889">
                  <c:v>24.4</c:v>
                </c:pt>
                <c:pt idx="1890">
                  <c:v>24.4</c:v>
                </c:pt>
                <c:pt idx="1891">
                  <c:v>24.4</c:v>
                </c:pt>
                <c:pt idx="1892">
                  <c:v>24.4</c:v>
                </c:pt>
                <c:pt idx="1893">
                  <c:v>24.4</c:v>
                </c:pt>
                <c:pt idx="1894">
                  <c:v>24.4</c:v>
                </c:pt>
                <c:pt idx="1895">
                  <c:v>24.4</c:v>
                </c:pt>
                <c:pt idx="1896">
                  <c:v>24.4</c:v>
                </c:pt>
                <c:pt idx="1897">
                  <c:v>24.4</c:v>
                </c:pt>
                <c:pt idx="1898">
                  <c:v>24.4</c:v>
                </c:pt>
                <c:pt idx="1899">
                  <c:v>24.4</c:v>
                </c:pt>
                <c:pt idx="1900">
                  <c:v>24.4</c:v>
                </c:pt>
                <c:pt idx="1901">
                  <c:v>24.4</c:v>
                </c:pt>
                <c:pt idx="1902">
                  <c:v>24.4</c:v>
                </c:pt>
                <c:pt idx="1903">
                  <c:v>24.4</c:v>
                </c:pt>
                <c:pt idx="1904">
                  <c:v>24.4</c:v>
                </c:pt>
                <c:pt idx="1905">
                  <c:v>24.4</c:v>
                </c:pt>
                <c:pt idx="1906">
                  <c:v>24.4</c:v>
                </c:pt>
                <c:pt idx="1907">
                  <c:v>24.4</c:v>
                </c:pt>
                <c:pt idx="1908">
                  <c:v>24.4</c:v>
                </c:pt>
                <c:pt idx="1909">
                  <c:v>24.4</c:v>
                </c:pt>
                <c:pt idx="1910">
                  <c:v>24.4</c:v>
                </c:pt>
                <c:pt idx="1911">
                  <c:v>24.4</c:v>
                </c:pt>
                <c:pt idx="1912">
                  <c:v>24.4</c:v>
                </c:pt>
                <c:pt idx="1913">
                  <c:v>24.4</c:v>
                </c:pt>
                <c:pt idx="1914">
                  <c:v>24.4</c:v>
                </c:pt>
                <c:pt idx="1915">
                  <c:v>24.4</c:v>
                </c:pt>
                <c:pt idx="1916">
                  <c:v>24.4</c:v>
                </c:pt>
                <c:pt idx="1917">
                  <c:v>52.1</c:v>
                </c:pt>
                <c:pt idx="1918">
                  <c:v>52.1</c:v>
                </c:pt>
                <c:pt idx="1919">
                  <c:v>52.1</c:v>
                </c:pt>
                <c:pt idx="1920">
                  <c:v>52.1</c:v>
                </c:pt>
                <c:pt idx="1921">
                  <c:v>52.1</c:v>
                </c:pt>
                <c:pt idx="1922">
                  <c:v>52.1</c:v>
                </c:pt>
                <c:pt idx="1923">
                  <c:v>52.1</c:v>
                </c:pt>
                <c:pt idx="1924">
                  <c:v>52.1</c:v>
                </c:pt>
                <c:pt idx="1925">
                  <c:v>52.1</c:v>
                </c:pt>
                <c:pt idx="1926">
                  <c:v>52.1</c:v>
                </c:pt>
                <c:pt idx="1927">
                  <c:v>52.1</c:v>
                </c:pt>
                <c:pt idx="1928">
                  <c:v>52.1</c:v>
                </c:pt>
                <c:pt idx="1929">
                  <c:v>52.1</c:v>
                </c:pt>
                <c:pt idx="1930">
                  <c:v>52.1</c:v>
                </c:pt>
                <c:pt idx="1931">
                  <c:v>52.1</c:v>
                </c:pt>
                <c:pt idx="1932">
                  <c:v>52.1</c:v>
                </c:pt>
                <c:pt idx="1933">
                  <c:v>52.1</c:v>
                </c:pt>
                <c:pt idx="1934">
                  <c:v>52.1</c:v>
                </c:pt>
                <c:pt idx="1935">
                  <c:v>52.1</c:v>
                </c:pt>
                <c:pt idx="1936">
                  <c:v>52.1</c:v>
                </c:pt>
                <c:pt idx="1937">
                  <c:v>52.1</c:v>
                </c:pt>
                <c:pt idx="1938">
                  <c:v>52.1</c:v>
                </c:pt>
                <c:pt idx="1939">
                  <c:v>52.1</c:v>
                </c:pt>
                <c:pt idx="1940">
                  <c:v>52.1</c:v>
                </c:pt>
                <c:pt idx="1941">
                  <c:v>52.1</c:v>
                </c:pt>
                <c:pt idx="1942">
                  <c:v>52.1</c:v>
                </c:pt>
                <c:pt idx="1943">
                  <c:v>52.1</c:v>
                </c:pt>
                <c:pt idx="1944">
                  <c:v>52.1</c:v>
                </c:pt>
                <c:pt idx="1945">
                  <c:v>52.1</c:v>
                </c:pt>
                <c:pt idx="1946">
                  <c:v>52.1</c:v>
                </c:pt>
                <c:pt idx="1947">
                  <c:v>52.1</c:v>
                </c:pt>
                <c:pt idx="1948">
                  <c:v>52.1</c:v>
                </c:pt>
                <c:pt idx="1949">
                  <c:v>52.1</c:v>
                </c:pt>
                <c:pt idx="1950">
                  <c:v>52.1</c:v>
                </c:pt>
                <c:pt idx="1951">
                  <c:v>52.1</c:v>
                </c:pt>
                <c:pt idx="1952">
                  <c:v>52.1</c:v>
                </c:pt>
                <c:pt idx="1953">
                  <c:v>52.1</c:v>
                </c:pt>
                <c:pt idx="1954">
                  <c:v>52.1</c:v>
                </c:pt>
                <c:pt idx="1955">
                  <c:v>52.1</c:v>
                </c:pt>
                <c:pt idx="1956">
                  <c:v>52.1</c:v>
                </c:pt>
                <c:pt idx="1957">
                  <c:v>52.1</c:v>
                </c:pt>
                <c:pt idx="1958">
                  <c:v>52.1</c:v>
                </c:pt>
                <c:pt idx="1959">
                  <c:v>52.1</c:v>
                </c:pt>
                <c:pt idx="1960">
                  <c:v>52.1</c:v>
                </c:pt>
                <c:pt idx="1961">
                  <c:v>52.1</c:v>
                </c:pt>
                <c:pt idx="1962">
                  <c:v>52.1</c:v>
                </c:pt>
                <c:pt idx="1963">
                  <c:v>52.1</c:v>
                </c:pt>
                <c:pt idx="1964">
                  <c:v>52.1</c:v>
                </c:pt>
                <c:pt idx="1965">
                  <c:v>52.1</c:v>
                </c:pt>
                <c:pt idx="1966">
                  <c:v>52.1</c:v>
                </c:pt>
                <c:pt idx="1967">
                  <c:v>52.1</c:v>
                </c:pt>
                <c:pt idx="1968">
                  <c:v>52.1</c:v>
                </c:pt>
                <c:pt idx="1969">
                  <c:v>52.1</c:v>
                </c:pt>
                <c:pt idx="1970">
                  <c:v>52.1</c:v>
                </c:pt>
                <c:pt idx="1971">
                  <c:v>52.1</c:v>
                </c:pt>
                <c:pt idx="1972">
                  <c:v>52.1</c:v>
                </c:pt>
                <c:pt idx="1973">
                  <c:v>52.1</c:v>
                </c:pt>
                <c:pt idx="1974">
                  <c:v>52.1</c:v>
                </c:pt>
                <c:pt idx="1975">
                  <c:v>52.1</c:v>
                </c:pt>
                <c:pt idx="1976">
                  <c:v>52.1</c:v>
                </c:pt>
                <c:pt idx="1977">
                  <c:v>52.1</c:v>
                </c:pt>
                <c:pt idx="1978">
                  <c:v>52.1</c:v>
                </c:pt>
                <c:pt idx="1979">
                  <c:v>52.1</c:v>
                </c:pt>
                <c:pt idx="1980">
                  <c:v>52.1</c:v>
                </c:pt>
                <c:pt idx="1981">
                  <c:v>52.1</c:v>
                </c:pt>
                <c:pt idx="1982">
                  <c:v>52.1</c:v>
                </c:pt>
                <c:pt idx="1983">
                  <c:v>52.1</c:v>
                </c:pt>
                <c:pt idx="1984">
                  <c:v>52.1</c:v>
                </c:pt>
                <c:pt idx="1985">
                  <c:v>52.1</c:v>
                </c:pt>
                <c:pt idx="1986">
                  <c:v>52.1</c:v>
                </c:pt>
                <c:pt idx="1987">
                  <c:v>52.1</c:v>
                </c:pt>
                <c:pt idx="1988">
                  <c:v>52.1</c:v>
                </c:pt>
                <c:pt idx="1989">
                  <c:v>52.1</c:v>
                </c:pt>
                <c:pt idx="1990">
                  <c:v>52.1</c:v>
                </c:pt>
                <c:pt idx="1991">
                  <c:v>52.1</c:v>
                </c:pt>
                <c:pt idx="1992">
                  <c:v>52.1</c:v>
                </c:pt>
                <c:pt idx="1993">
                  <c:v>52.1</c:v>
                </c:pt>
                <c:pt idx="1994">
                  <c:v>52.1</c:v>
                </c:pt>
                <c:pt idx="1995">
                  <c:v>52.1</c:v>
                </c:pt>
                <c:pt idx="1996">
                  <c:v>52.1</c:v>
                </c:pt>
                <c:pt idx="1997">
                  <c:v>52.1</c:v>
                </c:pt>
                <c:pt idx="1998">
                  <c:v>52.1</c:v>
                </c:pt>
                <c:pt idx="1999">
                  <c:v>52.1</c:v>
                </c:pt>
                <c:pt idx="2000">
                  <c:v>52.1</c:v>
                </c:pt>
                <c:pt idx="2001">
                  <c:v>52.1</c:v>
                </c:pt>
                <c:pt idx="2002">
                  <c:v>52.1</c:v>
                </c:pt>
                <c:pt idx="2003">
                  <c:v>52.1</c:v>
                </c:pt>
                <c:pt idx="2004">
                  <c:v>52.1</c:v>
                </c:pt>
                <c:pt idx="2005">
                  <c:v>52.1</c:v>
                </c:pt>
                <c:pt idx="2006">
                  <c:v>52.1</c:v>
                </c:pt>
                <c:pt idx="2007">
                  <c:v>52.1</c:v>
                </c:pt>
                <c:pt idx="2008">
                  <c:v>55.1</c:v>
                </c:pt>
                <c:pt idx="2009">
                  <c:v>55.1</c:v>
                </c:pt>
                <c:pt idx="2010">
                  <c:v>55.1</c:v>
                </c:pt>
                <c:pt idx="2011">
                  <c:v>55.1</c:v>
                </c:pt>
                <c:pt idx="2012">
                  <c:v>55.1</c:v>
                </c:pt>
                <c:pt idx="2013">
                  <c:v>55.1</c:v>
                </c:pt>
                <c:pt idx="2014">
                  <c:v>55.1</c:v>
                </c:pt>
                <c:pt idx="2015">
                  <c:v>55.1</c:v>
                </c:pt>
                <c:pt idx="2016">
                  <c:v>55.1</c:v>
                </c:pt>
                <c:pt idx="2017">
                  <c:v>55.1</c:v>
                </c:pt>
                <c:pt idx="2018">
                  <c:v>55.1</c:v>
                </c:pt>
                <c:pt idx="2019">
                  <c:v>55.1</c:v>
                </c:pt>
                <c:pt idx="2020">
                  <c:v>55.1</c:v>
                </c:pt>
                <c:pt idx="2021">
                  <c:v>55.1</c:v>
                </c:pt>
                <c:pt idx="2022">
                  <c:v>55.1</c:v>
                </c:pt>
                <c:pt idx="2023">
                  <c:v>55.1</c:v>
                </c:pt>
                <c:pt idx="2024">
                  <c:v>55.1</c:v>
                </c:pt>
                <c:pt idx="2025">
                  <c:v>55.1</c:v>
                </c:pt>
                <c:pt idx="2026">
                  <c:v>55.1</c:v>
                </c:pt>
                <c:pt idx="2027">
                  <c:v>55.1</c:v>
                </c:pt>
                <c:pt idx="2028">
                  <c:v>55.1</c:v>
                </c:pt>
                <c:pt idx="2029">
                  <c:v>55.1</c:v>
                </c:pt>
                <c:pt idx="2030">
                  <c:v>55.1</c:v>
                </c:pt>
                <c:pt idx="2031">
                  <c:v>55.1</c:v>
                </c:pt>
                <c:pt idx="2032">
                  <c:v>55.1</c:v>
                </c:pt>
                <c:pt idx="2033">
                  <c:v>55.1</c:v>
                </c:pt>
                <c:pt idx="2034">
                  <c:v>55.1</c:v>
                </c:pt>
                <c:pt idx="2035">
                  <c:v>55.1</c:v>
                </c:pt>
                <c:pt idx="2036">
                  <c:v>55.1</c:v>
                </c:pt>
                <c:pt idx="2037">
                  <c:v>55.1</c:v>
                </c:pt>
                <c:pt idx="2038">
                  <c:v>55.1</c:v>
                </c:pt>
                <c:pt idx="2039">
                  <c:v>55.1</c:v>
                </c:pt>
                <c:pt idx="2040">
                  <c:v>55.1</c:v>
                </c:pt>
                <c:pt idx="2041">
                  <c:v>55.1</c:v>
                </c:pt>
                <c:pt idx="2042">
                  <c:v>55.1</c:v>
                </c:pt>
                <c:pt idx="2043">
                  <c:v>55.1</c:v>
                </c:pt>
                <c:pt idx="2044">
                  <c:v>55.1</c:v>
                </c:pt>
                <c:pt idx="2045">
                  <c:v>55.1</c:v>
                </c:pt>
                <c:pt idx="2046">
                  <c:v>55.1</c:v>
                </c:pt>
                <c:pt idx="2047">
                  <c:v>55.1</c:v>
                </c:pt>
                <c:pt idx="2048">
                  <c:v>55.1</c:v>
                </c:pt>
                <c:pt idx="2049">
                  <c:v>55.1</c:v>
                </c:pt>
                <c:pt idx="2050">
                  <c:v>55.1</c:v>
                </c:pt>
                <c:pt idx="2051">
                  <c:v>55.1</c:v>
                </c:pt>
                <c:pt idx="2052">
                  <c:v>55.1</c:v>
                </c:pt>
                <c:pt idx="2053">
                  <c:v>55.1</c:v>
                </c:pt>
                <c:pt idx="2054">
                  <c:v>55.1</c:v>
                </c:pt>
                <c:pt idx="2055">
                  <c:v>55.1</c:v>
                </c:pt>
                <c:pt idx="2056">
                  <c:v>55.1</c:v>
                </c:pt>
                <c:pt idx="2057">
                  <c:v>55.1</c:v>
                </c:pt>
                <c:pt idx="2058">
                  <c:v>55.1</c:v>
                </c:pt>
                <c:pt idx="2059">
                  <c:v>55.1</c:v>
                </c:pt>
                <c:pt idx="2060">
                  <c:v>55.1</c:v>
                </c:pt>
                <c:pt idx="2061">
                  <c:v>55.1</c:v>
                </c:pt>
                <c:pt idx="2062">
                  <c:v>55.1</c:v>
                </c:pt>
                <c:pt idx="2063">
                  <c:v>55.1</c:v>
                </c:pt>
                <c:pt idx="2064">
                  <c:v>55.1</c:v>
                </c:pt>
                <c:pt idx="2065">
                  <c:v>55.1</c:v>
                </c:pt>
                <c:pt idx="2066">
                  <c:v>55.1</c:v>
                </c:pt>
                <c:pt idx="2067">
                  <c:v>55.1</c:v>
                </c:pt>
                <c:pt idx="2068">
                  <c:v>55.1</c:v>
                </c:pt>
                <c:pt idx="2069">
                  <c:v>55.1</c:v>
                </c:pt>
                <c:pt idx="2070">
                  <c:v>55.1</c:v>
                </c:pt>
                <c:pt idx="2071">
                  <c:v>55.1</c:v>
                </c:pt>
                <c:pt idx="2072">
                  <c:v>55.1</c:v>
                </c:pt>
                <c:pt idx="2073">
                  <c:v>55.1</c:v>
                </c:pt>
                <c:pt idx="2074">
                  <c:v>55.1</c:v>
                </c:pt>
                <c:pt idx="2075">
                  <c:v>55.1</c:v>
                </c:pt>
                <c:pt idx="2076">
                  <c:v>55.1</c:v>
                </c:pt>
                <c:pt idx="2077">
                  <c:v>55.1</c:v>
                </c:pt>
                <c:pt idx="2078">
                  <c:v>55.1</c:v>
                </c:pt>
                <c:pt idx="2079">
                  <c:v>55.1</c:v>
                </c:pt>
                <c:pt idx="2080">
                  <c:v>55.1</c:v>
                </c:pt>
                <c:pt idx="2081">
                  <c:v>55.1</c:v>
                </c:pt>
                <c:pt idx="2082">
                  <c:v>55.1</c:v>
                </c:pt>
                <c:pt idx="2083">
                  <c:v>55.1</c:v>
                </c:pt>
                <c:pt idx="2084">
                  <c:v>55.1</c:v>
                </c:pt>
                <c:pt idx="2085">
                  <c:v>55.1</c:v>
                </c:pt>
                <c:pt idx="2086">
                  <c:v>55.1</c:v>
                </c:pt>
                <c:pt idx="2087">
                  <c:v>55.1</c:v>
                </c:pt>
                <c:pt idx="2088">
                  <c:v>55.1</c:v>
                </c:pt>
                <c:pt idx="2089">
                  <c:v>55.1</c:v>
                </c:pt>
                <c:pt idx="2090">
                  <c:v>55.1</c:v>
                </c:pt>
                <c:pt idx="2091">
                  <c:v>55.1</c:v>
                </c:pt>
                <c:pt idx="2092">
                  <c:v>55.1</c:v>
                </c:pt>
                <c:pt idx="2093">
                  <c:v>55.1</c:v>
                </c:pt>
                <c:pt idx="2094">
                  <c:v>55.1</c:v>
                </c:pt>
                <c:pt idx="2095">
                  <c:v>55.1</c:v>
                </c:pt>
                <c:pt idx="2096">
                  <c:v>55.1</c:v>
                </c:pt>
                <c:pt idx="2097">
                  <c:v>55.1</c:v>
                </c:pt>
                <c:pt idx="2098">
                  <c:v>55.1</c:v>
                </c:pt>
                <c:pt idx="2099">
                  <c:v>55.1</c:v>
                </c:pt>
                <c:pt idx="2100">
                  <c:v>21.6</c:v>
                </c:pt>
                <c:pt idx="2101">
                  <c:v>21.6</c:v>
                </c:pt>
                <c:pt idx="2102">
                  <c:v>21.6</c:v>
                </c:pt>
                <c:pt idx="2103">
                  <c:v>21.6</c:v>
                </c:pt>
                <c:pt idx="2104">
                  <c:v>21.6</c:v>
                </c:pt>
                <c:pt idx="2105">
                  <c:v>21.6</c:v>
                </c:pt>
                <c:pt idx="2106">
                  <c:v>21.6</c:v>
                </c:pt>
                <c:pt idx="2107">
                  <c:v>21.6</c:v>
                </c:pt>
                <c:pt idx="2108">
                  <c:v>21.6</c:v>
                </c:pt>
                <c:pt idx="2109">
                  <c:v>21.6</c:v>
                </c:pt>
                <c:pt idx="2110">
                  <c:v>21.6</c:v>
                </c:pt>
                <c:pt idx="2111">
                  <c:v>21.6</c:v>
                </c:pt>
                <c:pt idx="2112">
                  <c:v>21.6</c:v>
                </c:pt>
                <c:pt idx="2113">
                  <c:v>21.6</c:v>
                </c:pt>
                <c:pt idx="2114">
                  <c:v>21.6</c:v>
                </c:pt>
                <c:pt idx="2115">
                  <c:v>21.6</c:v>
                </c:pt>
                <c:pt idx="2116">
                  <c:v>21.6</c:v>
                </c:pt>
                <c:pt idx="2117">
                  <c:v>21.6</c:v>
                </c:pt>
                <c:pt idx="2118">
                  <c:v>21.6</c:v>
                </c:pt>
                <c:pt idx="2119">
                  <c:v>21.6</c:v>
                </c:pt>
                <c:pt idx="2120">
                  <c:v>21.6</c:v>
                </c:pt>
                <c:pt idx="2121">
                  <c:v>21.6</c:v>
                </c:pt>
                <c:pt idx="2122">
                  <c:v>21.6</c:v>
                </c:pt>
                <c:pt idx="2123">
                  <c:v>21.6</c:v>
                </c:pt>
                <c:pt idx="2124">
                  <c:v>21.6</c:v>
                </c:pt>
                <c:pt idx="2125">
                  <c:v>21.6</c:v>
                </c:pt>
                <c:pt idx="2126">
                  <c:v>21.6</c:v>
                </c:pt>
                <c:pt idx="2127">
                  <c:v>21.6</c:v>
                </c:pt>
                <c:pt idx="2128">
                  <c:v>21.6</c:v>
                </c:pt>
                <c:pt idx="2129">
                  <c:v>21.6</c:v>
                </c:pt>
                <c:pt idx="2130">
                  <c:v>21.6</c:v>
                </c:pt>
                <c:pt idx="2131">
                  <c:v>21.6</c:v>
                </c:pt>
                <c:pt idx="2132">
                  <c:v>21.6</c:v>
                </c:pt>
                <c:pt idx="2133">
                  <c:v>21.6</c:v>
                </c:pt>
                <c:pt idx="2134">
                  <c:v>21.6</c:v>
                </c:pt>
                <c:pt idx="2135">
                  <c:v>21.6</c:v>
                </c:pt>
                <c:pt idx="2136">
                  <c:v>21.6</c:v>
                </c:pt>
                <c:pt idx="2137">
                  <c:v>21.6</c:v>
                </c:pt>
                <c:pt idx="2138">
                  <c:v>21.6</c:v>
                </c:pt>
                <c:pt idx="2139">
                  <c:v>21.6</c:v>
                </c:pt>
                <c:pt idx="2140">
                  <c:v>21.6</c:v>
                </c:pt>
                <c:pt idx="2141">
                  <c:v>21.6</c:v>
                </c:pt>
                <c:pt idx="2142">
                  <c:v>21.6</c:v>
                </c:pt>
                <c:pt idx="2143">
                  <c:v>21.6</c:v>
                </c:pt>
                <c:pt idx="2144">
                  <c:v>21.6</c:v>
                </c:pt>
                <c:pt idx="2145">
                  <c:v>21.6</c:v>
                </c:pt>
                <c:pt idx="2146">
                  <c:v>21.6</c:v>
                </c:pt>
                <c:pt idx="2147">
                  <c:v>21.6</c:v>
                </c:pt>
                <c:pt idx="2148">
                  <c:v>21.6</c:v>
                </c:pt>
                <c:pt idx="2149">
                  <c:v>21.6</c:v>
                </c:pt>
                <c:pt idx="2150">
                  <c:v>21.6</c:v>
                </c:pt>
                <c:pt idx="2151">
                  <c:v>21.6</c:v>
                </c:pt>
                <c:pt idx="2152">
                  <c:v>21.6</c:v>
                </c:pt>
                <c:pt idx="2153">
                  <c:v>21.6</c:v>
                </c:pt>
                <c:pt idx="2154">
                  <c:v>21.6</c:v>
                </c:pt>
                <c:pt idx="2155">
                  <c:v>21.6</c:v>
                </c:pt>
                <c:pt idx="2156">
                  <c:v>21.6</c:v>
                </c:pt>
                <c:pt idx="2157">
                  <c:v>21.6</c:v>
                </c:pt>
                <c:pt idx="2158">
                  <c:v>21.6</c:v>
                </c:pt>
                <c:pt idx="2159">
                  <c:v>21.6</c:v>
                </c:pt>
                <c:pt idx="2160">
                  <c:v>21.6</c:v>
                </c:pt>
                <c:pt idx="2161">
                  <c:v>21.6</c:v>
                </c:pt>
                <c:pt idx="2162">
                  <c:v>21.6</c:v>
                </c:pt>
                <c:pt idx="2163">
                  <c:v>21.6</c:v>
                </c:pt>
                <c:pt idx="2164">
                  <c:v>21.6</c:v>
                </c:pt>
                <c:pt idx="2165">
                  <c:v>21.6</c:v>
                </c:pt>
                <c:pt idx="2166">
                  <c:v>21.6</c:v>
                </c:pt>
                <c:pt idx="2167">
                  <c:v>21.6</c:v>
                </c:pt>
                <c:pt idx="2168">
                  <c:v>21.6</c:v>
                </c:pt>
                <c:pt idx="2169">
                  <c:v>21.6</c:v>
                </c:pt>
                <c:pt idx="2170">
                  <c:v>21.6</c:v>
                </c:pt>
                <c:pt idx="2171">
                  <c:v>21.6</c:v>
                </c:pt>
                <c:pt idx="2172">
                  <c:v>21.6</c:v>
                </c:pt>
                <c:pt idx="2173">
                  <c:v>21.6</c:v>
                </c:pt>
                <c:pt idx="2174">
                  <c:v>21.6</c:v>
                </c:pt>
                <c:pt idx="2175">
                  <c:v>21.6</c:v>
                </c:pt>
                <c:pt idx="2176">
                  <c:v>21.6</c:v>
                </c:pt>
                <c:pt idx="2177">
                  <c:v>21.6</c:v>
                </c:pt>
                <c:pt idx="2178">
                  <c:v>21.6</c:v>
                </c:pt>
                <c:pt idx="2179">
                  <c:v>21.6</c:v>
                </c:pt>
                <c:pt idx="2180">
                  <c:v>21.6</c:v>
                </c:pt>
                <c:pt idx="2181">
                  <c:v>21.6</c:v>
                </c:pt>
                <c:pt idx="2182">
                  <c:v>21.6</c:v>
                </c:pt>
                <c:pt idx="2183">
                  <c:v>21.6</c:v>
                </c:pt>
                <c:pt idx="2184">
                  <c:v>21.6</c:v>
                </c:pt>
                <c:pt idx="2185">
                  <c:v>21.6</c:v>
                </c:pt>
                <c:pt idx="2186">
                  <c:v>21.6</c:v>
                </c:pt>
                <c:pt idx="2187">
                  <c:v>21.6</c:v>
                </c:pt>
                <c:pt idx="2188">
                  <c:v>21.6</c:v>
                </c:pt>
                <c:pt idx="2189">
                  <c:v>21.6</c:v>
                </c:pt>
                <c:pt idx="2190">
                  <c:v>21.6</c:v>
                </c:pt>
                <c:pt idx="2191">
                  <c:v>21.6</c:v>
                </c:pt>
                <c:pt idx="2192">
                  <c:v>32.3</c:v>
                </c:pt>
                <c:pt idx="2193">
                  <c:v>32.3</c:v>
                </c:pt>
                <c:pt idx="2194">
                  <c:v>32.3</c:v>
                </c:pt>
                <c:pt idx="2195">
                  <c:v>32.3</c:v>
                </c:pt>
                <c:pt idx="2196">
                  <c:v>32.3</c:v>
                </c:pt>
                <c:pt idx="2197">
                  <c:v>32.3</c:v>
                </c:pt>
                <c:pt idx="2198">
                  <c:v>32.3</c:v>
                </c:pt>
                <c:pt idx="2199">
                  <c:v>32.3</c:v>
                </c:pt>
                <c:pt idx="2200">
                  <c:v>32.3</c:v>
                </c:pt>
                <c:pt idx="2201">
                  <c:v>32.3</c:v>
                </c:pt>
                <c:pt idx="2202">
                  <c:v>32.3</c:v>
                </c:pt>
                <c:pt idx="2203">
                  <c:v>32.3</c:v>
                </c:pt>
                <c:pt idx="2204">
                  <c:v>32.3</c:v>
                </c:pt>
                <c:pt idx="2205">
                  <c:v>32.3</c:v>
                </c:pt>
                <c:pt idx="2206">
                  <c:v>32.3</c:v>
                </c:pt>
                <c:pt idx="2207">
                  <c:v>32.3</c:v>
                </c:pt>
                <c:pt idx="2208">
                  <c:v>32.3</c:v>
                </c:pt>
                <c:pt idx="2209">
                  <c:v>32.3</c:v>
                </c:pt>
                <c:pt idx="2210">
                  <c:v>32.3</c:v>
                </c:pt>
                <c:pt idx="2211">
                  <c:v>32.3</c:v>
                </c:pt>
                <c:pt idx="2212">
                  <c:v>32.3</c:v>
                </c:pt>
                <c:pt idx="2213">
                  <c:v>32.3</c:v>
                </c:pt>
                <c:pt idx="2214">
                  <c:v>32.3</c:v>
                </c:pt>
                <c:pt idx="2215">
                  <c:v>32.3</c:v>
                </c:pt>
                <c:pt idx="2216">
                  <c:v>32.3</c:v>
                </c:pt>
                <c:pt idx="2217">
                  <c:v>32.3</c:v>
                </c:pt>
                <c:pt idx="2218">
                  <c:v>32.3</c:v>
                </c:pt>
                <c:pt idx="2219">
                  <c:v>32.3</c:v>
                </c:pt>
                <c:pt idx="2220">
                  <c:v>32.3</c:v>
                </c:pt>
                <c:pt idx="2221">
                  <c:v>32.3</c:v>
                </c:pt>
                <c:pt idx="2222">
                  <c:v>32.3</c:v>
                </c:pt>
                <c:pt idx="2223">
                  <c:v>32.3</c:v>
                </c:pt>
                <c:pt idx="2224">
                  <c:v>32.3</c:v>
                </c:pt>
                <c:pt idx="2225">
                  <c:v>32.3</c:v>
                </c:pt>
                <c:pt idx="2226">
                  <c:v>32.3</c:v>
                </c:pt>
                <c:pt idx="2227">
                  <c:v>32.3</c:v>
                </c:pt>
                <c:pt idx="2228">
                  <c:v>32.3</c:v>
                </c:pt>
                <c:pt idx="2229">
                  <c:v>32.3</c:v>
                </c:pt>
                <c:pt idx="2230">
                  <c:v>32.3</c:v>
                </c:pt>
                <c:pt idx="2231">
                  <c:v>32.3</c:v>
                </c:pt>
                <c:pt idx="2232">
                  <c:v>32.3</c:v>
                </c:pt>
                <c:pt idx="2233">
                  <c:v>32.3</c:v>
                </c:pt>
                <c:pt idx="2234">
                  <c:v>32.3</c:v>
                </c:pt>
                <c:pt idx="2235">
                  <c:v>32.3</c:v>
                </c:pt>
                <c:pt idx="2236">
                  <c:v>32.3</c:v>
                </c:pt>
                <c:pt idx="2237">
                  <c:v>32.3</c:v>
                </c:pt>
                <c:pt idx="2238">
                  <c:v>32.3</c:v>
                </c:pt>
                <c:pt idx="2239">
                  <c:v>32.3</c:v>
                </c:pt>
                <c:pt idx="2240">
                  <c:v>32.3</c:v>
                </c:pt>
                <c:pt idx="2241">
                  <c:v>32.3</c:v>
                </c:pt>
                <c:pt idx="2242">
                  <c:v>32.3</c:v>
                </c:pt>
                <c:pt idx="2243">
                  <c:v>32.3</c:v>
                </c:pt>
                <c:pt idx="2244">
                  <c:v>32.3</c:v>
                </c:pt>
                <c:pt idx="2245">
                  <c:v>32.3</c:v>
                </c:pt>
                <c:pt idx="2246">
                  <c:v>32.3</c:v>
                </c:pt>
                <c:pt idx="2247">
                  <c:v>32.3</c:v>
                </c:pt>
                <c:pt idx="2248">
                  <c:v>32.3</c:v>
                </c:pt>
                <c:pt idx="2249">
                  <c:v>32.3</c:v>
                </c:pt>
                <c:pt idx="2250">
                  <c:v>32.3</c:v>
                </c:pt>
                <c:pt idx="2251">
                  <c:v>32.3</c:v>
                </c:pt>
                <c:pt idx="2252">
                  <c:v>32.3</c:v>
                </c:pt>
                <c:pt idx="2253">
                  <c:v>32.3</c:v>
                </c:pt>
                <c:pt idx="2254">
                  <c:v>32.3</c:v>
                </c:pt>
                <c:pt idx="2255">
                  <c:v>32.3</c:v>
                </c:pt>
                <c:pt idx="2256">
                  <c:v>32.3</c:v>
                </c:pt>
                <c:pt idx="2257">
                  <c:v>32.3</c:v>
                </c:pt>
                <c:pt idx="2258">
                  <c:v>32.3</c:v>
                </c:pt>
                <c:pt idx="2259">
                  <c:v>32.3</c:v>
                </c:pt>
                <c:pt idx="2260">
                  <c:v>32.3</c:v>
                </c:pt>
                <c:pt idx="2261">
                  <c:v>32.3</c:v>
                </c:pt>
                <c:pt idx="2262">
                  <c:v>32.3</c:v>
                </c:pt>
                <c:pt idx="2263">
                  <c:v>32.3</c:v>
                </c:pt>
                <c:pt idx="2264">
                  <c:v>32.3</c:v>
                </c:pt>
                <c:pt idx="2265">
                  <c:v>32.3</c:v>
                </c:pt>
                <c:pt idx="2266">
                  <c:v>32.3</c:v>
                </c:pt>
                <c:pt idx="2267">
                  <c:v>32.3</c:v>
                </c:pt>
                <c:pt idx="2268">
                  <c:v>32.3</c:v>
                </c:pt>
                <c:pt idx="2269">
                  <c:v>32.3</c:v>
                </c:pt>
                <c:pt idx="2270">
                  <c:v>32.3</c:v>
                </c:pt>
                <c:pt idx="2271">
                  <c:v>32.3</c:v>
                </c:pt>
                <c:pt idx="2272">
                  <c:v>32.3</c:v>
                </c:pt>
                <c:pt idx="2273">
                  <c:v>32.3</c:v>
                </c:pt>
                <c:pt idx="2274">
                  <c:v>32.3</c:v>
                </c:pt>
                <c:pt idx="2275">
                  <c:v>32.3</c:v>
                </c:pt>
                <c:pt idx="2276">
                  <c:v>32.3</c:v>
                </c:pt>
                <c:pt idx="2277">
                  <c:v>32.3</c:v>
                </c:pt>
                <c:pt idx="2278">
                  <c:v>32.3</c:v>
                </c:pt>
                <c:pt idx="2279">
                  <c:v>32.3</c:v>
                </c:pt>
                <c:pt idx="2280">
                  <c:v>32.3</c:v>
                </c:pt>
                <c:pt idx="2281">
                  <c:v>32.3</c:v>
                </c:pt>
                <c:pt idx="2282">
                  <c:v>60.9</c:v>
                </c:pt>
                <c:pt idx="2283">
                  <c:v>60.9</c:v>
                </c:pt>
                <c:pt idx="2284">
                  <c:v>60.9</c:v>
                </c:pt>
                <c:pt idx="2285">
                  <c:v>60.9</c:v>
                </c:pt>
                <c:pt idx="2286">
                  <c:v>60.9</c:v>
                </c:pt>
                <c:pt idx="2287">
                  <c:v>60.9</c:v>
                </c:pt>
                <c:pt idx="2288">
                  <c:v>60.9</c:v>
                </c:pt>
                <c:pt idx="2289">
                  <c:v>60.9</c:v>
                </c:pt>
                <c:pt idx="2290">
                  <c:v>60.9</c:v>
                </c:pt>
                <c:pt idx="2291">
                  <c:v>60.9</c:v>
                </c:pt>
                <c:pt idx="2292">
                  <c:v>60.9</c:v>
                </c:pt>
                <c:pt idx="2293">
                  <c:v>60.9</c:v>
                </c:pt>
                <c:pt idx="2294">
                  <c:v>60.9</c:v>
                </c:pt>
                <c:pt idx="2295">
                  <c:v>60.9</c:v>
                </c:pt>
                <c:pt idx="2296">
                  <c:v>60.9</c:v>
                </c:pt>
                <c:pt idx="2297">
                  <c:v>60.9</c:v>
                </c:pt>
                <c:pt idx="2298">
                  <c:v>60.9</c:v>
                </c:pt>
                <c:pt idx="2299">
                  <c:v>60.9</c:v>
                </c:pt>
                <c:pt idx="2300">
                  <c:v>60.9</c:v>
                </c:pt>
                <c:pt idx="2301">
                  <c:v>60.9</c:v>
                </c:pt>
                <c:pt idx="2302">
                  <c:v>60.9</c:v>
                </c:pt>
                <c:pt idx="2303">
                  <c:v>60.9</c:v>
                </c:pt>
                <c:pt idx="2304">
                  <c:v>60.9</c:v>
                </c:pt>
                <c:pt idx="2305">
                  <c:v>60.9</c:v>
                </c:pt>
                <c:pt idx="2306">
                  <c:v>60.9</c:v>
                </c:pt>
                <c:pt idx="2307">
                  <c:v>60.9</c:v>
                </c:pt>
                <c:pt idx="2308">
                  <c:v>60.9</c:v>
                </c:pt>
                <c:pt idx="2309">
                  <c:v>60.9</c:v>
                </c:pt>
                <c:pt idx="2310">
                  <c:v>60.9</c:v>
                </c:pt>
                <c:pt idx="2311">
                  <c:v>60.9</c:v>
                </c:pt>
                <c:pt idx="2312">
                  <c:v>60.9</c:v>
                </c:pt>
                <c:pt idx="2313">
                  <c:v>60.9</c:v>
                </c:pt>
                <c:pt idx="2314">
                  <c:v>60.9</c:v>
                </c:pt>
                <c:pt idx="2315">
                  <c:v>60.9</c:v>
                </c:pt>
                <c:pt idx="2316">
                  <c:v>60.9</c:v>
                </c:pt>
                <c:pt idx="2317">
                  <c:v>60.9</c:v>
                </c:pt>
                <c:pt idx="2318">
                  <c:v>60.9</c:v>
                </c:pt>
                <c:pt idx="2319">
                  <c:v>60.9</c:v>
                </c:pt>
                <c:pt idx="2320">
                  <c:v>60.9</c:v>
                </c:pt>
                <c:pt idx="2321">
                  <c:v>60.9</c:v>
                </c:pt>
                <c:pt idx="2322">
                  <c:v>60.9</c:v>
                </c:pt>
                <c:pt idx="2323">
                  <c:v>60.9</c:v>
                </c:pt>
                <c:pt idx="2324">
                  <c:v>60.9</c:v>
                </c:pt>
                <c:pt idx="2325">
                  <c:v>60.9</c:v>
                </c:pt>
                <c:pt idx="2326">
                  <c:v>60.9</c:v>
                </c:pt>
                <c:pt idx="2327">
                  <c:v>60.9</c:v>
                </c:pt>
                <c:pt idx="2328">
                  <c:v>60.9</c:v>
                </c:pt>
                <c:pt idx="2329">
                  <c:v>60.9</c:v>
                </c:pt>
                <c:pt idx="2330">
                  <c:v>60.9</c:v>
                </c:pt>
                <c:pt idx="2331">
                  <c:v>60.9</c:v>
                </c:pt>
                <c:pt idx="2332">
                  <c:v>60.9</c:v>
                </c:pt>
                <c:pt idx="2333">
                  <c:v>60.9</c:v>
                </c:pt>
                <c:pt idx="2334">
                  <c:v>60.9</c:v>
                </c:pt>
                <c:pt idx="2335">
                  <c:v>60.9</c:v>
                </c:pt>
                <c:pt idx="2336">
                  <c:v>60.9</c:v>
                </c:pt>
                <c:pt idx="2337">
                  <c:v>60.9</c:v>
                </c:pt>
                <c:pt idx="2338">
                  <c:v>60.9</c:v>
                </c:pt>
                <c:pt idx="2339">
                  <c:v>60.9</c:v>
                </c:pt>
                <c:pt idx="2340">
                  <c:v>60.9</c:v>
                </c:pt>
                <c:pt idx="2341">
                  <c:v>60.9</c:v>
                </c:pt>
                <c:pt idx="2342">
                  <c:v>60.9</c:v>
                </c:pt>
                <c:pt idx="2343">
                  <c:v>60.9</c:v>
                </c:pt>
                <c:pt idx="2344">
                  <c:v>60.9</c:v>
                </c:pt>
                <c:pt idx="2345">
                  <c:v>60.9</c:v>
                </c:pt>
                <c:pt idx="2346">
                  <c:v>60.9</c:v>
                </c:pt>
                <c:pt idx="2347">
                  <c:v>60.9</c:v>
                </c:pt>
                <c:pt idx="2348">
                  <c:v>60.9</c:v>
                </c:pt>
                <c:pt idx="2349">
                  <c:v>60.9</c:v>
                </c:pt>
                <c:pt idx="2350">
                  <c:v>60.9</c:v>
                </c:pt>
                <c:pt idx="2351">
                  <c:v>60.9</c:v>
                </c:pt>
                <c:pt idx="2352">
                  <c:v>60.9</c:v>
                </c:pt>
                <c:pt idx="2353">
                  <c:v>60.9</c:v>
                </c:pt>
                <c:pt idx="2354">
                  <c:v>60.9</c:v>
                </c:pt>
                <c:pt idx="2355">
                  <c:v>60.9</c:v>
                </c:pt>
                <c:pt idx="2356">
                  <c:v>60.9</c:v>
                </c:pt>
                <c:pt idx="2357">
                  <c:v>60.9</c:v>
                </c:pt>
                <c:pt idx="2358">
                  <c:v>60.9</c:v>
                </c:pt>
                <c:pt idx="2359">
                  <c:v>60.9</c:v>
                </c:pt>
                <c:pt idx="2360">
                  <c:v>60.9</c:v>
                </c:pt>
                <c:pt idx="2361">
                  <c:v>60.9</c:v>
                </c:pt>
                <c:pt idx="2362">
                  <c:v>60.9</c:v>
                </c:pt>
                <c:pt idx="2363">
                  <c:v>60.9</c:v>
                </c:pt>
                <c:pt idx="2364">
                  <c:v>60.9</c:v>
                </c:pt>
                <c:pt idx="2365">
                  <c:v>60.9</c:v>
                </c:pt>
                <c:pt idx="2366">
                  <c:v>60.9</c:v>
                </c:pt>
                <c:pt idx="2367">
                  <c:v>60.9</c:v>
                </c:pt>
                <c:pt idx="2368">
                  <c:v>60.9</c:v>
                </c:pt>
                <c:pt idx="2369">
                  <c:v>60.9</c:v>
                </c:pt>
                <c:pt idx="2370">
                  <c:v>60.9</c:v>
                </c:pt>
                <c:pt idx="2371">
                  <c:v>60.9</c:v>
                </c:pt>
                <c:pt idx="2372">
                  <c:v>60.9</c:v>
                </c:pt>
                <c:pt idx="2373">
                  <c:v>56.1</c:v>
                </c:pt>
                <c:pt idx="2374">
                  <c:v>56.1</c:v>
                </c:pt>
                <c:pt idx="2375">
                  <c:v>56.1</c:v>
                </c:pt>
                <c:pt idx="2376">
                  <c:v>56.1</c:v>
                </c:pt>
                <c:pt idx="2377">
                  <c:v>56.1</c:v>
                </c:pt>
                <c:pt idx="2378">
                  <c:v>56.1</c:v>
                </c:pt>
                <c:pt idx="2379">
                  <c:v>56.1</c:v>
                </c:pt>
                <c:pt idx="2380">
                  <c:v>56.1</c:v>
                </c:pt>
                <c:pt idx="2381">
                  <c:v>56.1</c:v>
                </c:pt>
                <c:pt idx="2382">
                  <c:v>56.1</c:v>
                </c:pt>
                <c:pt idx="2383">
                  <c:v>56.1</c:v>
                </c:pt>
                <c:pt idx="2384">
                  <c:v>56.1</c:v>
                </c:pt>
                <c:pt idx="2385">
                  <c:v>56.1</c:v>
                </c:pt>
                <c:pt idx="2386">
                  <c:v>56.1</c:v>
                </c:pt>
                <c:pt idx="2387">
                  <c:v>56.1</c:v>
                </c:pt>
                <c:pt idx="2388">
                  <c:v>56.1</c:v>
                </c:pt>
                <c:pt idx="2389">
                  <c:v>56.1</c:v>
                </c:pt>
                <c:pt idx="2390">
                  <c:v>56.1</c:v>
                </c:pt>
                <c:pt idx="2391">
                  <c:v>56.1</c:v>
                </c:pt>
                <c:pt idx="2392">
                  <c:v>56.1</c:v>
                </c:pt>
                <c:pt idx="2393">
                  <c:v>56.1</c:v>
                </c:pt>
                <c:pt idx="2394">
                  <c:v>56.1</c:v>
                </c:pt>
                <c:pt idx="2395">
                  <c:v>56.1</c:v>
                </c:pt>
                <c:pt idx="2396">
                  <c:v>56.1</c:v>
                </c:pt>
                <c:pt idx="2397">
                  <c:v>56.1</c:v>
                </c:pt>
                <c:pt idx="2398">
                  <c:v>56.1</c:v>
                </c:pt>
                <c:pt idx="2399">
                  <c:v>56.1</c:v>
                </c:pt>
                <c:pt idx="2400">
                  <c:v>56.1</c:v>
                </c:pt>
                <c:pt idx="2401">
                  <c:v>56.1</c:v>
                </c:pt>
                <c:pt idx="2402">
                  <c:v>56.1</c:v>
                </c:pt>
                <c:pt idx="2403">
                  <c:v>56.1</c:v>
                </c:pt>
                <c:pt idx="2404">
                  <c:v>56.1</c:v>
                </c:pt>
                <c:pt idx="2405">
                  <c:v>56.1</c:v>
                </c:pt>
                <c:pt idx="2406">
                  <c:v>56.1</c:v>
                </c:pt>
                <c:pt idx="2407">
                  <c:v>56.1</c:v>
                </c:pt>
                <c:pt idx="2408">
                  <c:v>56.1</c:v>
                </c:pt>
                <c:pt idx="2409">
                  <c:v>56.1</c:v>
                </c:pt>
                <c:pt idx="2410">
                  <c:v>56.1</c:v>
                </c:pt>
                <c:pt idx="2411">
                  <c:v>56.1</c:v>
                </c:pt>
                <c:pt idx="2412">
                  <c:v>56.1</c:v>
                </c:pt>
                <c:pt idx="2413">
                  <c:v>56.1</c:v>
                </c:pt>
                <c:pt idx="2414">
                  <c:v>56.1</c:v>
                </c:pt>
                <c:pt idx="2415">
                  <c:v>56.1</c:v>
                </c:pt>
                <c:pt idx="2416">
                  <c:v>56.1</c:v>
                </c:pt>
                <c:pt idx="2417">
                  <c:v>56.1</c:v>
                </c:pt>
                <c:pt idx="2418">
                  <c:v>56.1</c:v>
                </c:pt>
                <c:pt idx="2419">
                  <c:v>56.1</c:v>
                </c:pt>
                <c:pt idx="2420">
                  <c:v>56.1</c:v>
                </c:pt>
                <c:pt idx="2421">
                  <c:v>56.1</c:v>
                </c:pt>
                <c:pt idx="2422">
                  <c:v>56.1</c:v>
                </c:pt>
                <c:pt idx="2423">
                  <c:v>56.1</c:v>
                </c:pt>
                <c:pt idx="2424">
                  <c:v>56.1</c:v>
                </c:pt>
                <c:pt idx="2425">
                  <c:v>56.1</c:v>
                </c:pt>
                <c:pt idx="2426">
                  <c:v>56.1</c:v>
                </c:pt>
                <c:pt idx="2427">
                  <c:v>56.1</c:v>
                </c:pt>
                <c:pt idx="2428">
                  <c:v>56.1</c:v>
                </c:pt>
                <c:pt idx="2429">
                  <c:v>56.1</c:v>
                </c:pt>
                <c:pt idx="2430">
                  <c:v>56.1</c:v>
                </c:pt>
                <c:pt idx="2431">
                  <c:v>56.1</c:v>
                </c:pt>
                <c:pt idx="2432">
                  <c:v>56.1</c:v>
                </c:pt>
                <c:pt idx="2433">
                  <c:v>56.1</c:v>
                </c:pt>
                <c:pt idx="2434">
                  <c:v>56.1</c:v>
                </c:pt>
                <c:pt idx="2435">
                  <c:v>56.1</c:v>
                </c:pt>
                <c:pt idx="2436">
                  <c:v>56.1</c:v>
                </c:pt>
                <c:pt idx="2437">
                  <c:v>56.1</c:v>
                </c:pt>
                <c:pt idx="2438">
                  <c:v>56.1</c:v>
                </c:pt>
                <c:pt idx="2439">
                  <c:v>56.1</c:v>
                </c:pt>
                <c:pt idx="2440">
                  <c:v>56.1</c:v>
                </c:pt>
                <c:pt idx="2441">
                  <c:v>56.1</c:v>
                </c:pt>
                <c:pt idx="2442">
                  <c:v>56.1</c:v>
                </c:pt>
                <c:pt idx="2443">
                  <c:v>56.1</c:v>
                </c:pt>
                <c:pt idx="2444">
                  <c:v>56.1</c:v>
                </c:pt>
                <c:pt idx="2445">
                  <c:v>56.1</c:v>
                </c:pt>
                <c:pt idx="2446">
                  <c:v>56.1</c:v>
                </c:pt>
                <c:pt idx="2447">
                  <c:v>56.1</c:v>
                </c:pt>
                <c:pt idx="2448">
                  <c:v>56.1</c:v>
                </c:pt>
                <c:pt idx="2449">
                  <c:v>56.1</c:v>
                </c:pt>
                <c:pt idx="2450">
                  <c:v>56.1</c:v>
                </c:pt>
                <c:pt idx="2451">
                  <c:v>56.1</c:v>
                </c:pt>
                <c:pt idx="2452">
                  <c:v>56.1</c:v>
                </c:pt>
                <c:pt idx="2453">
                  <c:v>56.1</c:v>
                </c:pt>
                <c:pt idx="2454">
                  <c:v>56.1</c:v>
                </c:pt>
                <c:pt idx="2455">
                  <c:v>56.1</c:v>
                </c:pt>
                <c:pt idx="2456">
                  <c:v>56.1</c:v>
                </c:pt>
                <c:pt idx="2457">
                  <c:v>56.1</c:v>
                </c:pt>
                <c:pt idx="2458">
                  <c:v>56.1</c:v>
                </c:pt>
                <c:pt idx="2459">
                  <c:v>56.1</c:v>
                </c:pt>
                <c:pt idx="2460">
                  <c:v>56.1</c:v>
                </c:pt>
                <c:pt idx="2461">
                  <c:v>56.1</c:v>
                </c:pt>
                <c:pt idx="2462">
                  <c:v>56.1</c:v>
                </c:pt>
                <c:pt idx="2463">
                  <c:v>56.1</c:v>
                </c:pt>
                <c:pt idx="2464">
                  <c:v>56.1</c:v>
                </c:pt>
                <c:pt idx="2465">
                  <c:v>24.1</c:v>
                </c:pt>
                <c:pt idx="2466">
                  <c:v>24.1</c:v>
                </c:pt>
                <c:pt idx="2467">
                  <c:v>24.1</c:v>
                </c:pt>
                <c:pt idx="2468">
                  <c:v>24.1</c:v>
                </c:pt>
                <c:pt idx="2469">
                  <c:v>24.1</c:v>
                </c:pt>
                <c:pt idx="2470">
                  <c:v>24.1</c:v>
                </c:pt>
                <c:pt idx="2471">
                  <c:v>24.1</c:v>
                </c:pt>
                <c:pt idx="2472">
                  <c:v>24.1</c:v>
                </c:pt>
                <c:pt idx="2473">
                  <c:v>24.1</c:v>
                </c:pt>
                <c:pt idx="2474">
                  <c:v>24.1</c:v>
                </c:pt>
                <c:pt idx="2475">
                  <c:v>24.1</c:v>
                </c:pt>
                <c:pt idx="2476">
                  <c:v>24.1</c:v>
                </c:pt>
                <c:pt idx="2477">
                  <c:v>24.1</c:v>
                </c:pt>
                <c:pt idx="2478">
                  <c:v>24.1</c:v>
                </c:pt>
                <c:pt idx="2479">
                  <c:v>24.1</c:v>
                </c:pt>
                <c:pt idx="2480">
                  <c:v>24.1</c:v>
                </c:pt>
                <c:pt idx="2481">
                  <c:v>24.1</c:v>
                </c:pt>
                <c:pt idx="2482">
                  <c:v>24.1</c:v>
                </c:pt>
                <c:pt idx="2483">
                  <c:v>24.1</c:v>
                </c:pt>
                <c:pt idx="2484">
                  <c:v>24.1</c:v>
                </c:pt>
                <c:pt idx="2485">
                  <c:v>24.1</c:v>
                </c:pt>
                <c:pt idx="2486">
                  <c:v>24.1</c:v>
                </c:pt>
                <c:pt idx="2487">
                  <c:v>24.1</c:v>
                </c:pt>
                <c:pt idx="2488">
                  <c:v>24.1</c:v>
                </c:pt>
                <c:pt idx="2489">
                  <c:v>24.1</c:v>
                </c:pt>
                <c:pt idx="2490">
                  <c:v>24.1</c:v>
                </c:pt>
                <c:pt idx="2491">
                  <c:v>24.1</c:v>
                </c:pt>
                <c:pt idx="2492">
                  <c:v>24.1</c:v>
                </c:pt>
                <c:pt idx="2493">
                  <c:v>24.1</c:v>
                </c:pt>
                <c:pt idx="2494">
                  <c:v>24.1</c:v>
                </c:pt>
                <c:pt idx="2495">
                  <c:v>24.1</c:v>
                </c:pt>
                <c:pt idx="2496">
                  <c:v>24.1</c:v>
                </c:pt>
                <c:pt idx="2497">
                  <c:v>24.1</c:v>
                </c:pt>
                <c:pt idx="2498">
                  <c:v>24.1</c:v>
                </c:pt>
                <c:pt idx="2499">
                  <c:v>24.1</c:v>
                </c:pt>
                <c:pt idx="2500">
                  <c:v>24.1</c:v>
                </c:pt>
                <c:pt idx="2501">
                  <c:v>24.1</c:v>
                </c:pt>
                <c:pt idx="2502">
                  <c:v>24.1</c:v>
                </c:pt>
                <c:pt idx="2503">
                  <c:v>24.1</c:v>
                </c:pt>
                <c:pt idx="2504">
                  <c:v>24.1</c:v>
                </c:pt>
                <c:pt idx="2505">
                  <c:v>24.1</c:v>
                </c:pt>
                <c:pt idx="2506">
                  <c:v>24.1</c:v>
                </c:pt>
                <c:pt idx="2507">
                  <c:v>24.1</c:v>
                </c:pt>
                <c:pt idx="2508">
                  <c:v>24.1</c:v>
                </c:pt>
                <c:pt idx="2509">
                  <c:v>24.1</c:v>
                </c:pt>
                <c:pt idx="2510">
                  <c:v>24.1</c:v>
                </c:pt>
                <c:pt idx="2511">
                  <c:v>24.1</c:v>
                </c:pt>
                <c:pt idx="2512">
                  <c:v>24.1</c:v>
                </c:pt>
                <c:pt idx="2513">
                  <c:v>24.1</c:v>
                </c:pt>
                <c:pt idx="2514">
                  <c:v>24.1</c:v>
                </c:pt>
                <c:pt idx="2515">
                  <c:v>24.1</c:v>
                </c:pt>
                <c:pt idx="2516">
                  <c:v>24.1</c:v>
                </c:pt>
                <c:pt idx="2517">
                  <c:v>24.1</c:v>
                </c:pt>
                <c:pt idx="2518">
                  <c:v>24.1</c:v>
                </c:pt>
                <c:pt idx="2519">
                  <c:v>24.1</c:v>
                </c:pt>
                <c:pt idx="2520">
                  <c:v>24.1</c:v>
                </c:pt>
                <c:pt idx="2521">
                  <c:v>24.1</c:v>
                </c:pt>
                <c:pt idx="2522">
                  <c:v>24.1</c:v>
                </c:pt>
                <c:pt idx="2523">
                  <c:v>24.1</c:v>
                </c:pt>
                <c:pt idx="2524">
                  <c:v>24.1</c:v>
                </c:pt>
                <c:pt idx="2525">
                  <c:v>24.1</c:v>
                </c:pt>
                <c:pt idx="2526">
                  <c:v>24.1</c:v>
                </c:pt>
                <c:pt idx="2527">
                  <c:v>24.1</c:v>
                </c:pt>
                <c:pt idx="2528">
                  <c:v>24.1</c:v>
                </c:pt>
                <c:pt idx="2529">
                  <c:v>24.1</c:v>
                </c:pt>
                <c:pt idx="2530">
                  <c:v>24.1</c:v>
                </c:pt>
                <c:pt idx="2531">
                  <c:v>24.1</c:v>
                </c:pt>
                <c:pt idx="2532">
                  <c:v>24.1</c:v>
                </c:pt>
                <c:pt idx="2533">
                  <c:v>24.1</c:v>
                </c:pt>
                <c:pt idx="2534">
                  <c:v>24.1</c:v>
                </c:pt>
                <c:pt idx="2535">
                  <c:v>24.1</c:v>
                </c:pt>
                <c:pt idx="2536">
                  <c:v>24.1</c:v>
                </c:pt>
                <c:pt idx="2537">
                  <c:v>24.1</c:v>
                </c:pt>
                <c:pt idx="2538">
                  <c:v>24.1</c:v>
                </c:pt>
                <c:pt idx="2539">
                  <c:v>24.1</c:v>
                </c:pt>
                <c:pt idx="2540">
                  <c:v>24.1</c:v>
                </c:pt>
                <c:pt idx="2541">
                  <c:v>24.1</c:v>
                </c:pt>
                <c:pt idx="2542">
                  <c:v>24.1</c:v>
                </c:pt>
                <c:pt idx="2543">
                  <c:v>24.1</c:v>
                </c:pt>
                <c:pt idx="2544">
                  <c:v>24.1</c:v>
                </c:pt>
                <c:pt idx="2545">
                  <c:v>24.1</c:v>
                </c:pt>
                <c:pt idx="2546">
                  <c:v>24.1</c:v>
                </c:pt>
                <c:pt idx="2547">
                  <c:v>24.1</c:v>
                </c:pt>
                <c:pt idx="2548">
                  <c:v>24.1</c:v>
                </c:pt>
                <c:pt idx="2549">
                  <c:v>24.1</c:v>
                </c:pt>
                <c:pt idx="2550">
                  <c:v>24.1</c:v>
                </c:pt>
                <c:pt idx="2551">
                  <c:v>24.1</c:v>
                </c:pt>
                <c:pt idx="2552">
                  <c:v>24.1</c:v>
                </c:pt>
                <c:pt idx="2553">
                  <c:v>24.1</c:v>
                </c:pt>
                <c:pt idx="2554">
                  <c:v>24.1</c:v>
                </c:pt>
                <c:pt idx="2555">
                  <c:v>24.1</c:v>
                </c:pt>
                <c:pt idx="2556">
                  <c:v>24.1</c:v>
                </c:pt>
                <c:pt idx="2557">
                  <c:v>30.7</c:v>
                </c:pt>
                <c:pt idx="2558">
                  <c:v>30.7</c:v>
                </c:pt>
                <c:pt idx="2559">
                  <c:v>30.7</c:v>
                </c:pt>
                <c:pt idx="2560">
                  <c:v>30.7</c:v>
                </c:pt>
                <c:pt idx="2561">
                  <c:v>30.7</c:v>
                </c:pt>
                <c:pt idx="2562">
                  <c:v>30.7</c:v>
                </c:pt>
                <c:pt idx="2563">
                  <c:v>30.7</c:v>
                </c:pt>
                <c:pt idx="2564">
                  <c:v>30.7</c:v>
                </c:pt>
                <c:pt idx="2565">
                  <c:v>30.7</c:v>
                </c:pt>
                <c:pt idx="2566">
                  <c:v>30.7</c:v>
                </c:pt>
                <c:pt idx="2567">
                  <c:v>30.7</c:v>
                </c:pt>
                <c:pt idx="2568">
                  <c:v>30.7</c:v>
                </c:pt>
                <c:pt idx="2569">
                  <c:v>30.7</c:v>
                </c:pt>
                <c:pt idx="2570">
                  <c:v>30.7</c:v>
                </c:pt>
                <c:pt idx="2571">
                  <c:v>30.7</c:v>
                </c:pt>
                <c:pt idx="2572">
                  <c:v>30.7</c:v>
                </c:pt>
                <c:pt idx="2573">
                  <c:v>30.7</c:v>
                </c:pt>
                <c:pt idx="2574">
                  <c:v>30.7</c:v>
                </c:pt>
                <c:pt idx="2575">
                  <c:v>30.7</c:v>
                </c:pt>
                <c:pt idx="2576">
                  <c:v>30.7</c:v>
                </c:pt>
                <c:pt idx="2577">
                  <c:v>30.7</c:v>
                </c:pt>
                <c:pt idx="2578">
                  <c:v>30.7</c:v>
                </c:pt>
                <c:pt idx="2579">
                  <c:v>30.7</c:v>
                </c:pt>
                <c:pt idx="2580">
                  <c:v>30.7</c:v>
                </c:pt>
                <c:pt idx="2581">
                  <c:v>30.7</c:v>
                </c:pt>
                <c:pt idx="2582">
                  <c:v>30.7</c:v>
                </c:pt>
                <c:pt idx="2583">
                  <c:v>30.7</c:v>
                </c:pt>
                <c:pt idx="2584">
                  <c:v>30.7</c:v>
                </c:pt>
                <c:pt idx="2585">
                  <c:v>30.7</c:v>
                </c:pt>
                <c:pt idx="2586">
                  <c:v>30.7</c:v>
                </c:pt>
                <c:pt idx="2587">
                  <c:v>30.7</c:v>
                </c:pt>
                <c:pt idx="2588">
                  <c:v>30.7</c:v>
                </c:pt>
                <c:pt idx="2589">
                  <c:v>30.7</c:v>
                </c:pt>
                <c:pt idx="2590">
                  <c:v>30.7</c:v>
                </c:pt>
                <c:pt idx="2591">
                  <c:v>30.7</c:v>
                </c:pt>
                <c:pt idx="2592">
                  <c:v>30.7</c:v>
                </c:pt>
                <c:pt idx="2593">
                  <c:v>30.7</c:v>
                </c:pt>
                <c:pt idx="2594">
                  <c:v>30.7</c:v>
                </c:pt>
                <c:pt idx="2595">
                  <c:v>30.7</c:v>
                </c:pt>
                <c:pt idx="2596">
                  <c:v>30.7</c:v>
                </c:pt>
                <c:pt idx="2597">
                  <c:v>30.7</c:v>
                </c:pt>
                <c:pt idx="2598">
                  <c:v>30.7</c:v>
                </c:pt>
                <c:pt idx="2599">
                  <c:v>30.7</c:v>
                </c:pt>
                <c:pt idx="2600">
                  <c:v>30.7</c:v>
                </c:pt>
                <c:pt idx="2601">
                  <c:v>30.7</c:v>
                </c:pt>
                <c:pt idx="2602">
                  <c:v>30.7</c:v>
                </c:pt>
                <c:pt idx="2603">
                  <c:v>30.7</c:v>
                </c:pt>
                <c:pt idx="2604">
                  <c:v>30.7</c:v>
                </c:pt>
                <c:pt idx="2605">
                  <c:v>30.7</c:v>
                </c:pt>
                <c:pt idx="2606">
                  <c:v>30.7</c:v>
                </c:pt>
                <c:pt idx="2607">
                  <c:v>30.7</c:v>
                </c:pt>
                <c:pt idx="2608">
                  <c:v>30.7</c:v>
                </c:pt>
                <c:pt idx="2609">
                  <c:v>30.7</c:v>
                </c:pt>
                <c:pt idx="2610">
                  <c:v>30.7</c:v>
                </c:pt>
                <c:pt idx="2611">
                  <c:v>30.7</c:v>
                </c:pt>
                <c:pt idx="2612">
                  <c:v>30.7</c:v>
                </c:pt>
                <c:pt idx="2613">
                  <c:v>30.7</c:v>
                </c:pt>
                <c:pt idx="2614">
                  <c:v>30.7</c:v>
                </c:pt>
                <c:pt idx="2615">
                  <c:v>30.7</c:v>
                </c:pt>
                <c:pt idx="2616">
                  <c:v>30.7</c:v>
                </c:pt>
                <c:pt idx="2617">
                  <c:v>30.7</c:v>
                </c:pt>
                <c:pt idx="2618">
                  <c:v>30.7</c:v>
                </c:pt>
                <c:pt idx="2619">
                  <c:v>30.7</c:v>
                </c:pt>
                <c:pt idx="2620">
                  <c:v>30.7</c:v>
                </c:pt>
                <c:pt idx="2621">
                  <c:v>30.7</c:v>
                </c:pt>
                <c:pt idx="2622">
                  <c:v>30.7</c:v>
                </c:pt>
                <c:pt idx="2623">
                  <c:v>30.7</c:v>
                </c:pt>
                <c:pt idx="2624">
                  <c:v>30.7</c:v>
                </c:pt>
                <c:pt idx="2625">
                  <c:v>30.7</c:v>
                </c:pt>
                <c:pt idx="2626">
                  <c:v>30.7</c:v>
                </c:pt>
                <c:pt idx="2627">
                  <c:v>30.7</c:v>
                </c:pt>
                <c:pt idx="2628">
                  <c:v>30.7</c:v>
                </c:pt>
                <c:pt idx="2629">
                  <c:v>30.7</c:v>
                </c:pt>
                <c:pt idx="2630">
                  <c:v>30.7</c:v>
                </c:pt>
                <c:pt idx="2631">
                  <c:v>30.7</c:v>
                </c:pt>
                <c:pt idx="2632">
                  <c:v>30.7</c:v>
                </c:pt>
                <c:pt idx="2633">
                  <c:v>30.7</c:v>
                </c:pt>
                <c:pt idx="2634">
                  <c:v>30.7</c:v>
                </c:pt>
                <c:pt idx="2635">
                  <c:v>30.7</c:v>
                </c:pt>
                <c:pt idx="2636">
                  <c:v>30.7</c:v>
                </c:pt>
                <c:pt idx="2637">
                  <c:v>30.7</c:v>
                </c:pt>
                <c:pt idx="2638">
                  <c:v>30.7</c:v>
                </c:pt>
                <c:pt idx="2639">
                  <c:v>30.7</c:v>
                </c:pt>
                <c:pt idx="2640">
                  <c:v>30.7</c:v>
                </c:pt>
                <c:pt idx="2641">
                  <c:v>30.7</c:v>
                </c:pt>
                <c:pt idx="2642">
                  <c:v>30.7</c:v>
                </c:pt>
                <c:pt idx="2643">
                  <c:v>30.7</c:v>
                </c:pt>
                <c:pt idx="2644">
                  <c:v>30.7</c:v>
                </c:pt>
                <c:pt idx="2645">
                  <c:v>30.7</c:v>
                </c:pt>
                <c:pt idx="2646">
                  <c:v>30.7</c:v>
                </c:pt>
                <c:pt idx="2647">
                  <c:v>64.6</c:v>
                </c:pt>
                <c:pt idx="2648">
                  <c:v>64.6</c:v>
                </c:pt>
                <c:pt idx="2649">
                  <c:v>64.6</c:v>
                </c:pt>
                <c:pt idx="2650">
                  <c:v>64.6</c:v>
                </c:pt>
                <c:pt idx="2651">
                  <c:v>64.6</c:v>
                </c:pt>
                <c:pt idx="2652">
                  <c:v>64.6</c:v>
                </c:pt>
                <c:pt idx="2653">
                  <c:v>64.6</c:v>
                </c:pt>
                <c:pt idx="2654">
                  <c:v>64.6</c:v>
                </c:pt>
                <c:pt idx="2655">
                  <c:v>64.6</c:v>
                </c:pt>
                <c:pt idx="2656">
                  <c:v>64.6</c:v>
                </c:pt>
                <c:pt idx="2657">
                  <c:v>64.6</c:v>
                </c:pt>
                <c:pt idx="2658">
                  <c:v>64.6</c:v>
                </c:pt>
                <c:pt idx="2659">
                  <c:v>64.6</c:v>
                </c:pt>
                <c:pt idx="2660">
                  <c:v>64.6</c:v>
                </c:pt>
                <c:pt idx="2661">
                  <c:v>64.6</c:v>
                </c:pt>
                <c:pt idx="2662">
                  <c:v>64.6</c:v>
                </c:pt>
                <c:pt idx="2663">
                  <c:v>64.6</c:v>
                </c:pt>
                <c:pt idx="2664">
                  <c:v>64.6</c:v>
                </c:pt>
                <c:pt idx="2665">
                  <c:v>64.6</c:v>
                </c:pt>
                <c:pt idx="2666">
                  <c:v>64.6</c:v>
                </c:pt>
                <c:pt idx="2667">
                  <c:v>64.6</c:v>
                </c:pt>
                <c:pt idx="2668">
                  <c:v>64.6</c:v>
                </c:pt>
                <c:pt idx="2669">
                  <c:v>64.6</c:v>
                </c:pt>
                <c:pt idx="2670">
                  <c:v>64.6</c:v>
                </c:pt>
                <c:pt idx="2671">
                  <c:v>64.6</c:v>
                </c:pt>
                <c:pt idx="2672">
                  <c:v>64.6</c:v>
                </c:pt>
                <c:pt idx="2673">
                  <c:v>64.6</c:v>
                </c:pt>
                <c:pt idx="2674">
                  <c:v>64.6</c:v>
                </c:pt>
                <c:pt idx="2675">
                  <c:v>64.6</c:v>
                </c:pt>
                <c:pt idx="2676">
                  <c:v>64.6</c:v>
                </c:pt>
                <c:pt idx="2677">
                  <c:v>64.6</c:v>
                </c:pt>
                <c:pt idx="2678">
                  <c:v>64.6</c:v>
                </c:pt>
                <c:pt idx="2679">
                  <c:v>64.6</c:v>
                </c:pt>
                <c:pt idx="2680">
                  <c:v>64.6</c:v>
                </c:pt>
                <c:pt idx="2681">
                  <c:v>64.6</c:v>
                </c:pt>
                <c:pt idx="2682">
                  <c:v>64.6</c:v>
                </c:pt>
                <c:pt idx="2683">
                  <c:v>64.6</c:v>
                </c:pt>
                <c:pt idx="2684">
                  <c:v>64.6</c:v>
                </c:pt>
                <c:pt idx="2685">
                  <c:v>64.6</c:v>
                </c:pt>
                <c:pt idx="2686">
                  <c:v>64.6</c:v>
                </c:pt>
                <c:pt idx="2687">
                  <c:v>64.6</c:v>
                </c:pt>
                <c:pt idx="2688">
                  <c:v>64.6</c:v>
                </c:pt>
                <c:pt idx="2689">
                  <c:v>64.6</c:v>
                </c:pt>
                <c:pt idx="2690">
                  <c:v>64.6</c:v>
                </c:pt>
                <c:pt idx="2691">
                  <c:v>64.6</c:v>
                </c:pt>
                <c:pt idx="2692">
                  <c:v>64.6</c:v>
                </c:pt>
                <c:pt idx="2693">
                  <c:v>64.6</c:v>
                </c:pt>
                <c:pt idx="2694">
                  <c:v>64.6</c:v>
                </c:pt>
                <c:pt idx="2695">
                  <c:v>64.6</c:v>
                </c:pt>
                <c:pt idx="2696">
                  <c:v>64.6</c:v>
                </c:pt>
                <c:pt idx="2697">
                  <c:v>64.6</c:v>
                </c:pt>
                <c:pt idx="2698">
                  <c:v>64.6</c:v>
                </c:pt>
                <c:pt idx="2699">
                  <c:v>64.6</c:v>
                </c:pt>
                <c:pt idx="2700">
                  <c:v>64.6</c:v>
                </c:pt>
                <c:pt idx="2701">
                  <c:v>64.6</c:v>
                </c:pt>
                <c:pt idx="2702">
                  <c:v>64.6</c:v>
                </c:pt>
                <c:pt idx="2703">
                  <c:v>64.6</c:v>
                </c:pt>
                <c:pt idx="2704">
                  <c:v>64.6</c:v>
                </c:pt>
                <c:pt idx="2705">
                  <c:v>64.6</c:v>
                </c:pt>
                <c:pt idx="2706">
                  <c:v>64.6</c:v>
                </c:pt>
                <c:pt idx="2707">
                  <c:v>64.6</c:v>
                </c:pt>
                <c:pt idx="2708">
                  <c:v>64.6</c:v>
                </c:pt>
                <c:pt idx="2709">
                  <c:v>64.6</c:v>
                </c:pt>
                <c:pt idx="2710">
                  <c:v>64.6</c:v>
                </c:pt>
                <c:pt idx="2711">
                  <c:v>64.6</c:v>
                </c:pt>
                <c:pt idx="2712">
                  <c:v>64.6</c:v>
                </c:pt>
                <c:pt idx="2713">
                  <c:v>64.6</c:v>
                </c:pt>
                <c:pt idx="2714">
                  <c:v>64.6</c:v>
                </c:pt>
                <c:pt idx="2715">
                  <c:v>64.6</c:v>
                </c:pt>
                <c:pt idx="2716">
                  <c:v>64.6</c:v>
                </c:pt>
                <c:pt idx="2717">
                  <c:v>64.6</c:v>
                </c:pt>
                <c:pt idx="2718">
                  <c:v>64.6</c:v>
                </c:pt>
                <c:pt idx="2719">
                  <c:v>64.6</c:v>
                </c:pt>
                <c:pt idx="2720">
                  <c:v>64.6</c:v>
                </c:pt>
                <c:pt idx="2721">
                  <c:v>64.6</c:v>
                </c:pt>
                <c:pt idx="2722">
                  <c:v>64.6</c:v>
                </c:pt>
                <c:pt idx="2723">
                  <c:v>64.6</c:v>
                </c:pt>
                <c:pt idx="2724">
                  <c:v>64.6</c:v>
                </c:pt>
                <c:pt idx="2725">
                  <c:v>64.6</c:v>
                </c:pt>
                <c:pt idx="2726">
                  <c:v>64.6</c:v>
                </c:pt>
                <c:pt idx="2727">
                  <c:v>64.6</c:v>
                </c:pt>
                <c:pt idx="2728">
                  <c:v>64.6</c:v>
                </c:pt>
                <c:pt idx="2729">
                  <c:v>64.6</c:v>
                </c:pt>
                <c:pt idx="2730">
                  <c:v>64.6</c:v>
                </c:pt>
                <c:pt idx="2731">
                  <c:v>64.6</c:v>
                </c:pt>
                <c:pt idx="2732">
                  <c:v>64.6</c:v>
                </c:pt>
                <c:pt idx="2733">
                  <c:v>64.6</c:v>
                </c:pt>
                <c:pt idx="2734">
                  <c:v>64.6</c:v>
                </c:pt>
                <c:pt idx="2735">
                  <c:v>64.6</c:v>
                </c:pt>
                <c:pt idx="2736">
                  <c:v>64.6</c:v>
                </c:pt>
                <c:pt idx="2737">
                  <c:v>64.6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6209"/>
                <c:pt idx="0">
                  <c:v>2019-01-01</c:v>
                </c:pt>
                <c:pt idx="1">
                  <c:v>2019-01-02</c:v>
                </c:pt>
                <c:pt idx="2">
                  <c:v>2019-01-03</c:v>
                </c:pt>
                <c:pt idx="3">
                  <c:v>2019-01-04</c:v>
                </c:pt>
                <c:pt idx="4">
                  <c:v>2019-01-05</c:v>
                </c:pt>
                <c:pt idx="5">
                  <c:v>2019-01-06</c:v>
                </c:pt>
                <c:pt idx="6">
                  <c:v>2019-01-07</c:v>
                </c:pt>
                <c:pt idx="7">
                  <c:v>2019-01-08</c:v>
                </c:pt>
                <c:pt idx="8">
                  <c:v>2019-01-09</c:v>
                </c:pt>
                <c:pt idx="9">
                  <c:v>2019-01-10</c:v>
                </c:pt>
                <c:pt idx="10">
                  <c:v>2019-01-11</c:v>
                </c:pt>
                <c:pt idx="11">
                  <c:v>2019-01-12</c:v>
                </c:pt>
                <c:pt idx="12">
                  <c:v>2019-01-13</c:v>
                </c:pt>
                <c:pt idx="13">
                  <c:v>2019-01-14</c:v>
                </c:pt>
                <c:pt idx="14">
                  <c:v>2019-01-15</c:v>
                </c:pt>
                <c:pt idx="15">
                  <c:v>2019-01-16</c:v>
                </c:pt>
                <c:pt idx="16">
                  <c:v>2019-01-17</c:v>
                </c:pt>
                <c:pt idx="17">
                  <c:v>2019-01-18</c:v>
                </c:pt>
                <c:pt idx="18">
                  <c:v>2019-01-19</c:v>
                </c:pt>
                <c:pt idx="19">
                  <c:v>2019-01-20</c:v>
                </c:pt>
                <c:pt idx="20">
                  <c:v>2019-01-21</c:v>
                </c:pt>
                <c:pt idx="21">
                  <c:v>2019-01-22</c:v>
                </c:pt>
                <c:pt idx="22">
                  <c:v>2019-01-23</c:v>
                </c:pt>
                <c:pt idx="23">
                  <c:v>2019-01-24</c:v>
                </c:pt>
                <c:pt idx="24">
                  <c:v>2019-01-25</c:v>
                </c:pt>
                <c:pt idx="25">
                  <c:v>2019-01-26</c:v>
                </c:pt>
                <c:pt idx="26">
                  <c:v>2019-01-27</c:v>
                </c:pt>
                <c:pt idx="27">
                  <c:v>2019-01-28</c:v>
                </c:pt>
                <c:pt idx="28">
                  <c:v>2019-01-29</c:v>
                </c:pt>
                <c:pt idx="29">
                  <c:v>2019-01-30</c:v>
                </c:pt>
                <c:pt idx="30">
                  <c:v>2019-01-31</c:v>
                </c:pt>
                <c:pt idx="31">
                  <c:v>2019-02-01</c:v>
                </c:pt>
                <c:pt idx="32">
                  <c:v>2019-02-02</c:v>
                </c:pt>
                <c:pt idx="33">
                  <c:v>2019-02-03</c:v>
                </c:pt>
                <c:pt idx="34">
                  <c:v>2019-02-04</c:v>
                </c:pt>
                <c:pt idx="35">
                  <c:v>2019-02-05</c:v>
                </c:pt>
                <c:pt idx="36">
                  <c:v>2019-02-06</c:v>
                </c:pt>
                <c:pt idx="37">
                  <c:v>2019-02-07</c:v>
                </c:pt>
                <c:pt idx="38">
                  <c:v>2019-02-08</c:v>
                </c:pt>
                <c:pt idx="39">
                  <c:v>2019-02-09</c:v>
                </c:pt>
                <c:pt idx="40">
                  <c:v>2019-02-10</c:v>
                </c:pt>
                <c:pt idx="41">
                  <c:v>2019-02-11</c:v>
                </c:pt>
                <c:pt idx="42">
                  <c:v>2019-02-12</c:v>
                </c:pt>
                <c:pt idx="43">
                  <c:v>2019-02-13</c:v>
                </c:pt>
                <c:pt idx="44">
                  <c:v>2019-02-14</c:v>
                </c:pt>
                <c:pt idx="45">
                  <c:v>2019-02-15</c:v>
                </c:pt>
                <c:pt idx="46">
                  <c:v>2019-02-16</c:v>
                </c:pt>
                <c:pt idx="47">
                  <c:v>2019-02-17</c:v>
                </c:pt>
                <c:pt idx="48">
                  <c:v>2019-02-18</c:v>
                </c:pt>
                <c:pt idx="49">
                  <c:v>2019-02-19</c:v>
                </c:pt>
                <c:pt idx="50">
                  <c:v>2019-02-20</c:v>
                </c:pt>
                <c:pt idx="51">
                  <c:v>2019-02-21</c:v>
                </c:pt>
                <c:pt idx="52">
                  <c:v>2019-02-22</c:v>
                </c:pt>
                <c:pt idx="53">
                  <c:v>2019-02-23</c:v>
                </c:pt>
                <c:pt idx="54">
                  <c:v>2019-02-24</c:v>
                </c:pt>
                <c:pt idx="55">
                  <c:v>2019-02-25</c:v>
                </c:pt>
                <c:pt idx="56">
                  <c:v>2019-02-26</c:v>
                </c:pt>
                <c:pt idx="57">
                  <c:v>2019-02-27</c:v>
                </c:pt>
                <c:pt idx="58">
                  <c:v>2019-02-28</c:v>
                </c:pt>
                <c:pt idx="59">
                  <c:v>2019-03-01</c:v>
                </c:pt>
                <c:pt idx="60">
                  <c:v>2019-03-02</c:v>
                </c:pt>
                <c:pt idx="61">
                  <c:v>2019-03-03</c:v>
                </c:pt>
                <c:pt idx="62">
                  <c:v>2019-03-04</c:v>
                </c:pt>
                <c:pt idx="63">
                  <c:v>2019-03-05</c:v>
                </c:pt>
                <c:pt idx="64">
                  <c:v>2019-03-06</c:v>
                </c:pt>
                <c:pt idx="65">
                  <c:v>2019-03-07</c:v>
                </c:pt>
                <c:pt idx="66">
                  <c:v>2019-03-08</c:v>
                </c:pt>
                <c:pt idx="67">
                  <c:v>2019-03-09</c:v>
                </c:pt>
                <c:pt idx="68">
                  <c:v>2019-03-10</c:v>
                </c:pt>
                <c:pt idx="69">
                  <c:v>2019-03-11</c:v>
                </c:pt>
                <c:pt idx="70">
                  <c:v>2019-03-12</c:v>
                </c:pt>
                <c:pt idx="71">
                  <c:v>2019-03-13</c:v>
                </c:pt>
                <c:pt idx="72">
                  <c:v>2019-03-14</c:v>
                </c:pt>
                <c:pt idx="73">
                  <c:v>2019-03-15</c:v>
                </c:pt>
                <c:pt idx="74">
                  <c:v>2019-03-16</c:v>
                </c:pt>
                <c:pt idx="75">
                  <c:v>2019-03-17</c:v>
                </c:pt>
                <c:pt idx="76">
                  <c:v>2019-03-18</c:v>
                </c:pt>
                <c:pt idx="77">
                  <c:v>2019-03-19</c:v>
                </c:pt>
                <c:pt idx="78">
                  <c:v>2019-03-20</c:v>
                </c:pt>
                <c:pt idx="79">
                  <c:v>2019-03-21</c:v>
                </c:pt>
                <c:pt idx="80">
                  <c:v>2019-03-22</c:v>
                </c:pt>
                <c:pt idx="81">
                  <c:v>2019-03-23</c:v>
                </c:pt>
                <c:pt idx="82">
                  <c:v>2019-03-24</c:v>
                </c:pt>
                <c:pt idx="83">
                  <c:v>2019-03-25</c:v>
                </c:pt>
                <c:pt idx="84">
                  <c:v>2019-03-26</c:v>
                </c:pt>
                <c:pt idx="85">
                  <c:v>2019-03-27</c:v>
                </c:pt>
                <c:pt idx="86">
                  <c:v>2019-03-28</c:v>
                </c:pt>
                <c:pt idx="87">
                  <c:v>2019-03-29</c:v>
                </c:pt>
                <c:pt idx="88">
                  <c:v>2019-03-30</c:v>
                </c:pt>
                <c:pt idx="89">
                  <c:v>2019-03-31</c:v>
                </c:pt>
                <c:pt idx="90">
                  <c:v>2019-04-01</c:v>
                </c:pt>
                <c:pt idx="91">
                  <c:v>2019-04-02</c:v>
                </c:pt>
                <c:pt idx="92">
                  <c:v>2019-04-03</c:v>
                </c:pt>
                <c:pt idx="93">
                  <c:v>2019-04-04</c:v>
                </c:pt>
                <c:pt idx="94">
                  <c:v>2019-04-05</c:v>
                </c:pt>
                <c:pt idx="95">
                  <c:v>2019-04-06</c:v>
                </c:pt>
                <c:pt idx="96">
                  <c:v>2019-04-07</c:v>
                </c:pt>
                <c:pt idx="97">
                  <c:v>2019-04-08</c:v>
                </c:pt>
                <c:pt idx="98">
                  <c:v>2019-04-09</c:v>
                </c:pt>
                <c:pt idx="99">
                  <c:v>2019-04-10</c:v>
                </c:pt>
                <c:pt idx="100">
                  <c:v>2019-04-11</c:v>
                </c:pt>
                <c:pt idx="101">
                  <c:v>2019-04-12</c:v>
                </c:pt>
                <c:pt idx="102">
                  <c:v>2019-04-13</c:v>
                </c:pt>
                <c:pt idx="103">
                  <c:v>2019-04-14</c:v>
                </c:pt>
                <c:pt idx="104">
                  <c:v>2019-04-15</c:v>
                </c:pt>
                <c:pt idx="105">
                  <c:v>2019-04-16</c:v>
                </c:pt>
                <c:pt idx="106">
                  <c:v>2019-04-17</c:v>
                </c:pt>
                <c:pt idx="107">
                  <c:v>2019-04-18</c:v>
                </c:pt>
                <c:pt idx="108">
                  <c:v>2019-04-19</c:v>
                </c:pt>
                <c:pt idx="109">
                  <c:v>2019-04-20</c:v>
                </c:pt>
                <c:pt idx="110">
                  <c:v>2019-04-21</c:v>
                </c:pt>
                <c:pt idx="111">
                  <c:v>2019-04-22</c:v>
                </c:pt>
                <c:pt idx="112">
                  <c:v>2019-04-23</c:v>
                </c:pt>
                <c:pt idx="113">
                  <c:v>2019-04-24</c:v>
                </c:pt>
                <c:pt idx="114">
                  <c:v>2019-04-25</c:v>
                </c:pt>
                <c:pt idx="115">
                  <c:v>2019-04-26</c:v>
                </c:pt>
                <c:pt idx="116">
                  <c:v>2019-04-27</c:v>
                </c:pt>
                <c:pt idx="117">
                  <c:v>2019-04-28</c:v>
                </c:pt>
                <c:pt idx="118">
                  <c:v>2019-04-29</c:v>
                </c:pt>
                <c:pt idx="119">
                  <c:v>2019-04-30</c:v>
                </c:pt>
                <c:pt idx="120">
                  <c:v>2019-05-01</c:v>
                </c:pt>
                <c:pt idx="121">
                  <c:v>2019-05-02</c:v>
                </c:pt>
                <c:pt idx="122">
                  <c:v>2019-05-03</c:v>
                </c:pt>
                <c:pt idx="123">
                  <c:v>2019-05-04</c:v>
                </c:pt>
                <c:pt idx="124">
                  <c:v>2019-05-05</c:v>
                </c:pt>
                <c:pt idx="125">
                  <c:v>2019-05-06</c:v>
                </c:pt>
                <c:pt idx="126">
                  <c:v>2019-05-07</c:v>
                </c:pt>
                <c:pt idx="127">
                  <c:v>2019-05-08</c:v>
                </c:pt>
                <c:pt idx="128">
                  <c:v>2019-05-09</c:v>
                </c:pt>
                <c:pt idx="129">
                  <c:v>2019-05-10</c:v>
                </c:pt>
                <c:pt idx="130">
                  <c:v>2019-05-11</c:v>
                </c:pt>
                <c:pt idx="131">
                  <c:v>2019-05-12</c:v>
                </c:pt>
                <c:pt idx="132">
                  <c:v>2019-05-13</c:v>
                </c:pt>
                <c:pt idx="133">
                  <c:v>2019-05-14</c:v>
                </c:pt>
                <c:pt idx="134">
                  <c:v>2019-05-15</c:v>
                </c:pt>
                <c:pt idx="135">
                  <c:v>2019-05-16</c:v>
                </c:pt>
                <c:pt idx="136">
                  <c:v>2019-05-17</c:v>
                </c:pt>
                <c:pt idx="137">
                  <c:v>2019-05-18</c:v>
                </c:pt>
                <c:pt idx="138">
                  <c:v>2019-05-19</c:v>
                </c:pt>
                <c:pt idx="139">
                  <c:v>2019-05-20</c:v>
                </c:pt>
                <c:pt idx="140">
                  <c:v>2019-05-21</c:v>
                </c:pt>
                <c:pt idx="141">
                  <c:v>2019-05-22</c:v>
                </c:pt>
                <c:pt idx="142">
                  <c:v>2019-05-23</c:v>
                </c:pt>
                <c:pt idx="143">
                  <c:v>2019-05-24</c:v>
                </c:pt>
                <c:pt idx="144">
                  <c:v>2019-05-25</c:v>
                </c:pt>
                <c:pt idx="145">
                  <c:v>2019-05-26</c:v>
                </c:pt>
                <c:pt idx="146">
                  <c:v>2019-05-27</c:v>
                </c:pt>
                <c:pt idx="147">
                  <c:v>2019-05-28</c:v>
                </c:pt>
                <c:pt idx="148">
                  <c:v>2019-05-29</c:v>
                </c:pt>
                <c:pt idx="149">
                  <c:v>2019-05-30</c:v>
                </c:pt>
                <c:pt idx="150">
                  <c:v>2019-05-31</c:v>
                </c:pt>
                <c:pt idx="151">
                  <c:v>2019-06-01</c:v>
                </c:pt>
                <c:pt idx="152">
                  <c:v>2019-06-02</c:v>
                </c:pt>
                <c:pt idx="153">
                  <c:v>2019-06-03</c:v>
                </c:pt>
                <c:pt idx="154">
                  <c:v>2019-06-04</c:v>
                </c:pt>
                <c:pt idx="155">
                  <c:v>2019-06-05</c:v>
                </c:pt>
                <c:pt idx="156">
                  <c:v>2019-06-06</c:v>
                </c:pt>
                <c:pt idx="157">
                  <c:v>2019-06-07</c:v>
                </c:pt>
                <c:pt idx="158">
                  <c:v>2019-06-08</c:v>
                </c:pt>
                <c:pt idx="159">
                  <c:v>2019-06-09</c:v>
                </c:pt>
                <c:pt idx="160">
                  <c:v>2019-06-10</c:v>
                </c:pt>
                <c:pt idx="161">
                  <c:v>2019-06-11</c:v>
                </c:pt>
                <c:pt idx="162">
                  <c:v>2019-06-12</c:v>
                </c:pt>
                <c:pt idx="163">
                  <c:v>2019-06-13</c:v>
                </c:pt>
                <c:pt idx="164">
                  <c:v>2019-06-14</c:v>
                </c:pt>
                <c:pt idx="165">
                  <c:v>2019-06-15</c:v>
                </c:pt>
                <c:pt idx="166">
                  <c:v>2019-06-16</c:v>
                </c:pt>
                <c:pt idx="167">
                  <c:v>2019-06-17</c:v>
                </c:pt>
                <c:pt idx="168">
                  <c:v>2019-06-18</c:v>
                </c:pt>
                <c:pt idx="169">
                  <c:v>2019-06-19</c:v>
                </c:pt>
                <c:pt idx="170">
                  <c:v>2019-06-20</c:v>
                </c:pt>
                <c:pt idx="171">
                  <c:v>2019-06-21</c:v>
                </c:pt>
                <c:pt idx="172">
                  <c:v>2019-06-22</c:v>
                </c:pt>
                <c:pt idx="173">
                  <c:v>2019-06-23</c:v>
                </c:pt>
                <c:pt idx="174">
                  <c:v>2019-06-24</c:v>
                </c:pt>
                <c:pt idx="175">
                  <c:v>2019-06-25</c:v>
                </c:pt>
                <c:pt idx="176">
                  <c:v>2019-06-26</c:v>
                </c:pt>
                <c:pt idx="177">
                  <c:v>2019-06-27</c:v>
                </c:pt>
                <c:pt idx="178">
                  <c:v>2019-06-28</c:v>
                </c:pt>
                <c:pt idx="179">
                  <c:v>2019-06-29</c:v>
                </c:pt>
                <c:pt idx="180">
                  <c:v>2019-06-30</c:v>
                </c:pt>
                <c:pt idx="181">
                  <c:v>2019-07-01</c:v>
                </c:pt>
                <c:pt idx="182">
                  <c:v>2019-07-02</c:v>
                </c:pt>
                <c:pt idx="183">
                  <c:v>2019-07-03</c:v>
                </c:pt>
                <c:pt idx="184">
                  <c:v>2019-07-04</c:v>
                </c:pt>
                <c:pt idx="185">
                  <c:v>2019-07-05</c:v>
                </c:pt>
                <c:pt idx="186">
                  <c:v>2019-07-06</c:v>
                </c:pt>
                <c:pt idx="187">
                  <c:v>2019-07-07</c:v>
                </c:pt>
                <c:pt idx="188">
                  <c:v>2019-07-08</c:v>
                </c:pt>
                <c:pt idx="189">
                  <c:v>2019-07-09</c:v>
                </c:pt>
                <c:pt idx="190">
                  <c:v>2019-07-10</c:v>
                </c:pt>
                <c:pt idx="191">
                  <c:v>2019-07-11</c:v>
                </c:pt>
                <c:pt idx="192">
                  <c:v>2019-07-12</c:v>
                </c:pt>
                <c:pt idx="193">
                  <c:v>2019-07-13</c:v>
                </c:pt>
                <c:pt idx="194">
                  <c:v>2019-07-14</c:v>
                </c:pt>
                <c:pt idx="195">
                  <c:v>2019-07-15</c:v>
                </c:pt>
                <c:pt idx="196">
                  <c:v>2019-07-16</c:v>
                </c:pt>
                <c:pt idx="197">
                  <c:v>2019-07-17</c:v>
                </c:pt>
                <c:pt idx="198">
                  <c:v>2019-07-18</c:v>
                </c:pt>
                <c:pt idx="199">
                  <c:v>2019-07-19</c:v>
                </c:pt>
                <c:pt idx="200">
                  <c:v>2019-07-20</c:v>
                </c:pt>
                <c:pt idx="201">
                  <c:v>2019-07-21</c:v>
                </c:pt>
                <c:pt idx="202">
                  <c:v>2019-07-22</c:v>
                </c:pt>
                <c:pt idx="203">
                  <c:v>2019-07-23</c:v>
                </c:pt>
                <c:pt idx="204">
                  <c:v>2019-07-24</c:v>
                </c:pt>
                <c:pt idx="205">
                  <c:v>2019-07-25</c:v>
                </c:pt>
                <c:pt idx="206">
                  <c:v>2019-07-26</c:v>
                </c:pt>
                <c:pt idx="207">
                  <c:v>2019-07-27</c:v>
                </c:pt>
                <c:pt idx="208">
                  <c:v>2019-07-28</c:v>
                </c:pt>
                <c:pt idx="209">
                  <c:v>2019-07-29</c:v>
                </c:pt>
                <c:pt idx="210">
                  <c:v>2019-07-30</c:v>
                </c:pt>
                <c:pt idx="211">
                  <c:v>2019-07-31</c:v>
                </c:pt>
                <c:pt idx="212">
                  <c:v>2019-08-01</c:v>
                </c:pt>
                <c:pt idx="213">
                  <c:v>2019-08-02</c:v>
                </c:pt>
                <c:pt idx="214">
                  <c:v>2019-08-03</c:v>
                </c:pt>
                <c:pt idx="215">
                  <c:v>2019-08-04</c:v>
                </c:pt>
                <c:pt idx="216">
                  <c:v>2019-08-05</c:v>
                </c:pt>
                <c:pt idx="217">
                  <c:v>2019-08-06</c:v>
                </c:pt>
                <c:pt idx="218">
                  <c:v>2019-08-07</c:v>
                </c:pt>
                <c:pt idx="219">
                  <c:v>2019-08-08</c:v>
                </c:pt>
                <c:pt idx="220">
                  <c:v>2019-08-09</c:v>
                </c:pt>
                <c:pt idx="221">
                  <c:v>2019-08-10</c:v>
                </c:pt>
                <c:pt idx="222">
                  <c:v>2019-08-11</c:v>
                </c:pt>
                <c:pt idx="223">
                  <c:v>2019-08-12</c:v>
                </c:pt>
                <c:pt idx="224">
                  <c:v>2019-08-13</c:v>
                </c:pt>
                <c:pt idx="225">
                  <c:v>2019-08-14</c:v>
                </c:pt>
                <c:pt idx="226">
                  <c:v>2019-08-15</c:v>
                </c:pt>
                <c:pt idx="227">
                  <c:v>2019-08-16</c:v>
                </c:pt>
                <c:pt idx="228">
                  <c:v>2019-08-17</c:v>
                </c:pt>
                <c:pt idx="229">
                  <c:v>2019-08-18</c:v>
                </c:pt>
                <c:pt idx="230">
                  <c:v>2019-08-19</c:v>
                </c:pt>
                <c:pt idx="231">
                  <c:v>2019-08-20</c:v>
                </c:pt>
                <c:pt idx="232">
                  <c:v>2019-08-21</c:v>
                </c:pt>
                <c:pt idx="233">
                  <c:v>2019-08-22</c:v>
                </c:pt>
                <c:pt idx="234">
                  <c:v>2019-08-23</c:v>
                </c:pt>
                <c:pt idx="235">
                  <c:v>2019-08-24</c:v>
                </c:pt>
                <c:pt idx="236">
                  <c:v>2019-08-25</c:v>
                </c:pt>
                <c:pt idx="237">
                  <c:v>2019-08-26</c:v>
                </c:pt>
                <c:pt idx="238">
                  <c:v>2019-08-27</c:v>
                </c:pt>
                <c:pt idx="239">
                  <c:v>2019-08-28</c:v>
                </c:pt>
                <c:pt idx="240">
                  <c:v>2019-08-29</c:v>
                </c:pt>
                <c:pt idx="241">
                  <c:v>2019-08-30</c:v>
                </c:pt>
                <c:pt idx="242">
                  <c:v>2019-08-31</c:v>
                </c:pt>
                <c:pt idx="243">
                  <c:v>2019-09-01</c:v>
                </c:pt>
                <c:pt idx="244">
                  <c:v>2019-09-02</c:v>
                </c:pt>
                <c:pt idx="245">
                  <c:v>2019-09-03</c:v>
                </c:pt>
                <c:pt idx="246">
                  <c:v>2019-09-04</c:v>
                </c:pt>
                <c:pt idx="247">
                  <c:v>2019-09-05</c:v>
                </c:pt>
                <c:pt idx="248">
                  <c:v>2019-09-06</c:v>
                </c:pt>
                <c:pt idx="249">
                  <c:v>2019-09-07</c:v>
                </c:pt>
                <c:pt idx="250">
                  <c:v>2019-09-08</c:v>
                </c:pt>
                <c:pt idx="251">
                  <c:v>2019-09-09</c:v>
                </c:pt>
                <c:pt idx="252">
                  <c:v>2019-09-10</c:v>
                </c:pt>
                <c:pt idx="253">
                  <c:v>2019-09-11</c:v>
                </c:pt>
                <c:pt idx="254">
                  <c:v>2019-09-12</c:v>
                </c:pt>
                <c:pt idx="255">
                  <c:v>2019-09-13</c:v>
                </c:pt>
                <c:pt idx="256">
                  <c:v>2019-09-14</c:v>
                </c:pt>
                <c:pt idx="257">
                  <c:v>2019-09-15</c:v>
                </c:pt>
                <c:pt idx="258">
                  <c:v>2019-09-16</c:v>
                </c:pt>
                <c:pt idx="259">
                  <c:v>2019-09-17</c:v>
                </c:pt>
                <c:pt idx="260">
                  <c:v>2019-09-18</c:v>
                </c:pt>
                <c:pt idx="261">
                  <c:v>2019-09-19</c:v>
                </c:pt>
                <c:pt idx="262">
                  <c:v>2019-09-20</c:v>
                </c:pt>
                <c:pt idx="263">
                  <c:v>2019-09-21</c:v>
                </c:pt>
                <c:pt idx="264">
                  <c:v>2019-09-22</c:v>
                </c:pt>
                <c:pt idx="265">
                  <c:v>2019-09-23</c:v>
                </c:pt>
                <c:pt idx="266">
                  <c:v>2019-09-24</c:v>
                </c:pt>
                <c:pt idx="267">
                  <c:v>2019-09-25</c:v>
                </c:pt>
                <c:pt idx="268">
                  <c:v>2019-09-26</c:v>
                </c:pt>
                <c:pt idx="269">
                  <c:v>2019-09-27</c:v>
                </c:pt>
                <c:pt idx="270">
                  <c:v>2019-09-28</c:v>
                </c:pt>
                <c:pt idx="271">
                  <c:v>2019-09-29</c:v>
                </c:pt>
                <c:pt idx="272">
                  <c:v>2019-09-30</c:v>
                </c:pt>
                <c:pt idx="273">
                  <c:v>2019-10-01</c:v>
                </c:pt>
                <c:pt idx="274">
                  <c:v>2019-10-02</c:v>
                </c:pt>
                <c:pt idx="275">
                  <c:v>2019-10-03</c:v>
                </c:pt>
                <c:pt idx="276">
                  <c:v>2019-10-04</c:v>
                </c:pt>
                <c:pt idx="277">
                  <c:v>2019-10-05</c:v>
                </c:pt>
                <c:pt idx="278">
                  <c:v>2019-10-06</c:v>
                </c:pt>
                <c:pt idx="279">
                  <c:v>2019-10-07</c:v>
                </c:pt>
                <c:pt idx="280">
                  <c:v>2019-10-08</c:v>
                </c:pt>
                <c:pt idx="281">
                  <c:v>2019-10-09</c:v>
                </c:pt>
                <c:pt idx="282">
                  <c:v>2019-10-10</c:v>
                </c:pt>
                <c:pt idx="283">
                  <c:v>2019-10-11</c:v>
                </c:pt>
                <c:pt idx="284">
                  <c:v>2019-10-12</c:v>
                </c:pt>
                <c:pt idx="285">
                  <c:v>2019-10-13</c:v>
                </c:pt>
                <c:pt idx="286">
                  <c:v>2019-10-14</c:v>
                </c:pt>
                <c:pt idx="287">
                  <c:v>2019-10-15</c:v>
                </c:pt>
                <c:pt idx="288">
                  <c:v>2019-10-16</c:v>
                </c:pt>
                <c:pt idx="289">
                  <c:v>2019-10-17</c:v>
                </c:pt>
                <c:pt idx="290">
                  <c:v>2019-10-18</c:v>
                </c:pt>
                <c:pt idx="291">
                  <c:v>2019-10-19</c:v>
                </c:pt>
                <c:pt idx="292">
                  <c:v>2019-10-20</c:v>
                </c:pt>
                <c:pt idx="293">
                  <c:v>2019-10-21</c:v>
                </c:pt>
                <c:pt idx="294">
                  <c:v>2019-10-22</c:v>
                </c:pt>
                <c:pt idx="295">
                  <c:v>2019-10-23</c:v>
                </c:pt>
                <c:pt idx="296">
                  <c:v>2019-10-24</c:v>
                </c:pt>
                <c:pt idx="297">
                  <c:v>2019-10-25</c:v>
                </c:pt>
                <c:pt idx="298">
                  <c:v>2019-10-26</c:v>
                </c:pt>
                <c:pt idx="299">
                  <c:v>2019-10-27</c:v>
                </c:pt>
                <c:pt idx="300">
                  <c:v>2019-10-28</c:v>
                </c:pt>
                <c:pt idx="301">
                  <c:v>2019-10-29</c:v>
                </c:pt>
                <c:pt idx="302">
                  <c:v>2019-10-30</c:v>
                </c:pt>
                <c:pt idx="303">
                  <c:v>2019-10-31</c:v>
                </c:pt>
                <c:pt idx="304">
                  <c:v>2019-11-01</c:v>
                </c:pt>
                <c:pt idx="305">
                  <c:v>2019-11-02</c:v>
                </c:pt>
                <c:pt idx="306">
                  <c:v>2019-11-03</c:v>
                </c:pt>
                <c:pt idx="307">
                  <c:v>2019-11-04</c:v>
                </c:pt>
                <c:pt idx="308">
                  <c:v>2019-11-05</c:v>
                </c:pt>
                <c:pt idx="309">
                  <c:v>2019-11-06</c:v>
                </c:pt>
                <c:pt idx="310">
                  <c:v>2019-11-07</c:v>
                </c:pt>
                <c:pt idx="311">
                  <c:v>2019-11-08</c:v>
                </c:pt>
                <c:pt idx="312">
                  <c:v>2019-11-09</c:v>
                </c:pt>
                <c:pt idx="313">
                  <c:v>2019-11-10</c:v>
                </c:pt>
                <c:pt idx="314">
                  <c:v>2019-11-11</c:v>
                </c:pt>
                <c:pt idx="315">
                  <c:v>2019-11-12</c:v>
                </c:pt>
                <c:pt idx="316">
                  <c:v>2019-11-13</c:v>
                </c:pt>
                <c:pt idx="317">
                  <c:v>2019-11-14</c:v>
                </c:pt>
                <c:pt idx="318">
                  <c:v>2019-11-15</c:v>
                </c:pt>
                <c:pt idx="319">
                  <c:v>2019-11-16</c:v>
                </c:pt>
                <c:pt idx="320">
                  <c:v>2019-11-17</c:v>
                </c:pt>
                <c:pt idx="321">
                  <c:v>2019-11-18</c:v>
                </c:pt>
                <c:pt idx="322">
                  <c:v>2019-11-19</c:v>
                </c:pt>
                <c:pt idx="323">
                  <c:v>2019-11-20</c:v>
                </c:pt>
                <c:pt idx="324">
                  <c:v>2019-11-21</c:v>
                </c:pt>
                <c:pt idx="325">
                  <c:v>2019-11-22</c:v>
                </c:pt>
                <c:pt idx="326">
                  <c:v>2019-11-23</c:v>
                </c:pt>
                <c:pt idx="327">
                  <c:v>2019-11-24</c:v>
                </c:pt>
                <c:pt idx="328">
                  <c:v>2019-11-25</c:v>
                </c:pt>
                <c:pt idx="329">
                  <c:v>2019-11-26</c:v>
                </c:pt>
                <c:pt idx="330">
                  <c:v>2019-11-27</c:v>
                </c:pt>
                <c:pt idx="331">
                  <c:v>2019-11-28</c:v>
                </c:pt>
                <c:pt idx="332">
                  <c:v>2019-11-29</c:v>
                </c:pt>
                <c:pt idx="333">
                  <c:v>2019-11-30</c:v>
                </c:pt>
                <c:pt idx="334">
                  <c:v>2019-12-01</c:v>
                </c:pt>
                <c:pt idx="335">
                  <c:v>2019-12-02</c:v>
                </c:pt>
                <c:pt idx="336">
                  <c:v>2019-12-03</c:v>
                </c:pt>
                <c:pt idx="337">
                  <c:v>2019-12-04</c:v>
                </c:pt>
                <c:pt idx="338">
                  <c:v>2019-12-05</c:v>
                </c:pt>
                <c:pt idx="339">
                  <c:v>2019-12-06</c:v>
                </c:pt>
                <c:pt idx="340">
                  <c:v>2019-12-07</c:v>
                </c:pt>
                <c:pt idx="341">
                  <c:v>2019-12-08</c:v>
                </c:pt>
                <c:pt idx="342">
                  <c:v>2019-12-09</c:v>
                </c:pt>
                <c:pt idx="343">
                  <c:v>2019-12-10</c:v>
                </c:pt>
                <c:pt idx="344">
                  <c:v>2019-12-11</c:v>
                </c:pt>
                <c:pt idx="345">
                  <c:v>2019-12-12</c:v>
                </c:pt>
                <c:pt idx="346">
                  <c:v>2019-12-13</c:v>
                </c:pt>
                <c:pt idx="347">
                  <c:v>2019-12-14</c:v>
                </c:pt>
                <c:pt idx="348">
                  <c:v>2019-12-15</c:v>
                </c:pt>
                <c:pt idx="349">
                  <c:v>2019-12-16</c:v>
                </c:pt>
                <c:pt idx="350">
                  <c:v>2019-12-17</c:v>
                </c:pt>
                <c:pt idx="351">
                  <c:v>2019-12-18</c:v>
                </c:pt>
                <c:pt idx="352">
                  <c:v>2019-12-19</c:v>
                </c:pt>
                <c:pt idx="353">
                  <c:v>2019-12-20</c:v>
                </c:pt>
                <c:pt idx="354">
                  <c:v>2019-12-21</c:v>
                </c:pt>
                <c:pt idx="355">
                  <c:v>2019-12-22</c:v>
                </c:pt>
                <c:pt idx="356">
                  <c:v>2019-12-23</c:v>
                </c:pt>
                <c:pt idx="357">
                  <c:v>2019-12-24</c:v>
                </c:pt>
                <c:pt idx="358">
                  <c:v>2019-12-25</c:v>
                </c:pt>
                <c:pt idx="359">
                  <c:v>2019-12-26</c:v>
                </c:pt>
                <c:pt idx="360">
                  <c:v>2019-12-27</c:v>
                </c:pt>
                <c:pt idx="361">
                  <c:v>2019-12-28</c:v>
                </c:pt>
                <c:pt idx="362">
                  <c:v>2019-12-29</c:v>
                </c:pt>
                <c:pt idx="363">
                  <c:v>2019-12-30</c:v>
                </c:pt>
                <c:pt idx="364">
                  <c:v>2019-12-31</c:v>
                </c:pt>
                <c:pt idx="365">
                  <c:v>2020-01-01</c:v>
                </c:pt>
                <c:pt idx="366">
                  <c:v>2020-01-02</c:v>
                </c:pt>
                <c:pt idx="367">
                  <c:v>2020-01-03</c:v>
                </c:pt>
                <c:pt idx="368">
                  <c:v>2020-01-04</c:v>
                </c:pt>
                <c:pt idx="369">
                  <c:v>2020-01-05</c:v>
                </c:pt>
                <c:pt idx="370">
                  <c:v>2020-01-06</c:v>
                </c:pt>
                <c:pt idx="371">
                  <c:v>2020-01-07</c:v>
                </c:pt>
                <c:pt idx="372">
                  <c:v>2020-01-08</c:v>
                </c:pt>
                <c:pt idx="373">
                  <c:v>2020-01-09</c:v>
                </c:pt>
                <c:pt idx="374">
                  <c:v>2020-01-10</c:v>
                </c:pt>
                <c:pt idx="375">
                  <c:v>2020-01-11</c:v>
                </c:pt>
                <c:pt idx="376">
                  <c:v>2020-01-12</c:v>
                </c:pt>
                <c:pt idx="377">
                  <c:v>2020-01-13</c:v>
                </c:pt>
                <c:pt idx="378">
                  <c:v>2020-01-14</c:v>
                </c:pt>
                <c:pt idx="379">
                  <c:v>2020-01-15</c:v>
                </c:pt>
                <c:pt idx="380">
                  <c:v>2020-01-16</c:v>
                </c:pt>
                <c:pt idx="381">
                  <c:v>2020-01-17</c:v>
                </c:pt>
                <c:pt idx="382">
                  <c:v>2020-01-18</c:v>
                </c:pt>
                <c:pt idx="383">
                  <c:v>2020-01-19</c:v>
                </c:pt>
                <c:pt idx="384">
                  <c:v>2020-01-20</c:v>
                </c:pt>
                <c:pt idx="385">
                  <c:v>2020-01-21</c:v>
                </c:pt>
                <c:pt idx="386">
                  <c:v>2020-01-22</c:v>
                </c:pt>
                <c:pt idx="387">
                  <c:v>2020-01-23</c:v>
                </c:pt>
                <c:pt idx="388">
                  <c:v>2020-01-24</c:v>
                </c:pt>
                <c:pt idx="389">
                  <c:v>2020-01-25</c:v>
                </c:pt>
                <c:pt idx="390">
                  <c:v>2020-01-26</c:v>
                </c:pt>
                <c:pt idx="391">
                  <c:v>2020-01-27</c:v>
                </c:pt>
                <c:pt idx="392">
                  <c:v>2020-01-28</c:v>
                </c:pt>
                <c:pt idx="393">
                  <c:v>2020-01-29</c:v>
                </c:pt>
                <c:pt idx="394">
                  <c:v>2020-01-30</c:v>
                </c:pt>
                <c:pt idx="395">
                  <c:v>2020-01-31</c:v>
                </c:pt>
                <c:pt idx="396">
                  <c:v>2020-02-01</c:v>
                </c:pt>
                <c:pt idx="397">
                  <c:v>2020-02-02</c:v>
                </c:pt>
                <c:pt idx="398">
                  <c:v>2020-02-03</c:v>
                </c:pt>
                <c:pt idx="399">
                  <c:v>2020-02-04</c:v>
                </c:pt>
                <c:pt idx="400">
                  <c:v>2020-02-05</c:v>
                </c:pt>
                <c:pt idx="401">
                  <c:v>2020-02-06</c:v>
                </c:pt>
                <c:pt idx="402">
                  <c:v>2020-02-07</c:v>
                </c:pt>
                <c:pt idx="403">
                  <c:v>2020-02-08</c:v>
                </c:pt>
                <c:pt idx="404">
                  <c:v>2020-02-09</c:v>
                </c:pt>
                <c:pt idx="405">
                  <c:v>2020-02-10</c:v>
                </c:pt>
                <c:pt idx="406">
                  <c:v>2020-02-11</c:v>
                </c:pt>
                <c:pt idx="407">
                  <c:v>2020-02-12</c:v>
                </c:pt>
                <c:pt idx="408">
                  <c:v>2020-02-13</c:v>
                </c:pt>
                <c:pt idx="409">
                  <c:v>2020-02-14</c:v>
                </c:pt>
                <c:pt idx="410">
                  <c:v>2020-02-15</c:v>
                </c:pt>
                <c:pt idx="411">
                  <c:v>2020-02-16</c:v>
                </c:pt>
                <c:pt idx="412">
                  <c:v>2020-02-17</c:v>
                </c:pt>
                <c:pt idx="413">
                  <c:v>2020-02-18</c:v>
                </c:pt>
                <c:pt idx="414">
                  <c:v>2020-02-19</c:v>
                </c:pt>
                <c:pt idx="415">
                  <c:v>2020-02-20</c:v>
                </c:pt>
                <c:pt idx="416">
                  <c:v>2020-02-21</c:v>
                </c:pt>
                <c:pt idx="417">
                  <c:v>2020-02-22</c:v>
                </c:pt>
                <c:pt idx="418">
                  <c:v>2020-02-23</c:v>
                </c:pt>
                <c:pt idx="419">
                  <c:v>2020-02-24</c:v>
                </c:pt>
                <c:pt idx="420">
                  <c:v>2020-02-25</c:v>
                </c:pt>
                <c:pt idx="421">
                  <c:v>2020-02-26</c:v>
                </c:pt>
                <c:pt idx="422">
                  <c:v>2020-02-27</c:v>
                </c:pt>
                <c:pt idx="423">
                  <c:v>2020-02-28</c:v>
                </c:pt>
                <c:pt idx="424">
                  <c:v>2020-02-29</c:v>
                </c:pt>
                <c:pt idx="425">
                  <c:v>2020-03-01</c:v>
                </c:pt>
                <c:pt idx="426">
                  <c:v>2020-03-02</c:v>
                </c:pt>
                <c:pt idx="427">
                  <c:v>2020-03-03</c:v>
                </c:pt>
                <c:pt idx="428">
                  <c:v>2020-03-04</c:v>
                </c:pt>
                <c:pt idx="429">
                  <c:v>2020-03-05</c:v>
                </c:pt>
                <c:pt idx="430">
                  <c:v>2020-03-06</c:v>
                </c:pt>
                <c:pt idx="431">
                  <c:v>2020-03-07</c:v>
                </c:pt>
                <c:pt idx="432">
                  <c:v>2020-03-08</c:v>
                </c:pt>
                <c:pt idx="433">
                  <c:v>2020-03-09</c:v>
                </c:pt>
                <c:pt idx="434">
                  <c:v>2020-03-10</c:v>
                </c:pt>
                <c:pt idx="435">
                  <c:v>2020-03-11</c:v>
                </c:pt>
                <c:pt idx="436">
                  <c:v>2020-03-12</c:v>
                </c:pt>
                <c:pt idx="437">
                  <c:v>2020-03-13</c:v>
                </c:pt>
                <c:pt idx="438">
                  <c:v>2020-03-14</c:v>
                </c:pt>
                <c:pt idx="439">
                  <c:v>2020-03-15</c:v>
                </c:pt>
                <c:pt idx="440">
                  <c:v>2020-03-16</c:v>
                </c:pt>
                <c:pt idx="441">
                  <c:v>2020-03-17</c:v>
                </c:pt>
                <c:pt idx="442">
                  <c:v>2020-03-18</c:v>
                </c:pt>
                <c:pt idx="443">
                  <c:v>2020-03-19</c:v>
                </c:pt>
                <c:pt idx="444">
                  <c:v>2020-03-20</c:v>
                </c:pt>
                <c:pt idx="445">
                  <c:v>2020-03-21</c:v>
                </c:pt>
                <c:pt idx="446">
                  <c:v>2020-03-22</c:v>
                </c:pt>
                <c:pt idx="447">
                  <c:v>2020-03-23</c:v>
                </c:pt>
                <c:pt idx="448">
                  <c:v>2020-03-24</c:v>
                </c:pt>
                <c:pt idx="449">
                  <c:v>2020-03-25</c:v>
                </c:pt>
                <c:pt idx="450">
                  <c:v>2020-03-26</c:v>
                </c:pt>
                <c:pt idx="451">
                  <c:v>2020-03-27</c:v>
                </c:pt>
                <c:pt idx="452">
                  <c:v>2020-03-28</c:v>
                </c:pt>
                <c:pt idx="453">
                  <c:v>2020-03-29</c:v>
                </c:pt>
                <c:pt idx="454">
                  <c:v>2020-03-30</c:v>
                </c:pt>
                <c:pt idx="455">
                  <c:v>2020-03-31</c:v>
                </c:pt>
                <c:pt idx="456">
                  <c:v>2020-04-01</c:v>
                </c:pt>
                <c:pt idx="457">
                  <c:v>2020-04-02</c:v>
                </c:pt>
                <c:pt idx="458">
                  <c:v>2020-04-03</c:v>
                </c:pt>
                <c:pt idx="459">
                  <c:v>2020-04-04</c:v>
                </c:pt>
                <c:pt idx="460">
                  <c:v>2020-04-05</c:v>
                </c:pt>
                <c:pt idx="461">
                  <c:v>2020-04-06</c:v>
                </c:pt>
                <c:pt idx="462">
                  <c:v>2020-04-07</c:v>
                </c:pt>
                <c:pt idx="463">
                  <c:v>2020-04-08</c:v>
                </c:pt>
                <c:pt idx="464">
                  <c:v>2020-04-09</c:v>
                </c:pt>
                <c:pt idx="465">
                  <c:v>2020-04-10</c:v>
                </c:pt>
                <c:pt idx="466">
                  <c:v>2020-04-11</c:v>
                </c:pt>
                <c:pt idx="467">
                  <c:v>2020-04-12</c:v>
                </c:pt>
                <c:pt idx="468">
                  <c:v>2020-04-13</c:v>
                </c:pt>
                <c:pt idx="469">
                  <c:v>2020-04-14</c:v>
                </c:pt>
                <c:pt idx="470">
                  <c:v>2020-04-15</c:v>
                </c:pt>
                <c:pt idx="471">
                  <c:v>2020-04-16</c:v>
                </c:pt>
                <c:pt idx="472">
                  <c:v>2020-04-17</c:v>
                </c:pt>
                <c:pt idx="473">
                  <c:v>2020-04-18</c:v>
                </c:pt>
                <c:pt idx="474">
                  <c:v>2020-04-19</c:v>
                </c:pt>
                <c:pt idx="475">
                  <c:v>2020-04-20</c:v>
                </c:pt>
                <c:pt idx="476">
                  <c:v>2020-04-21</c:v>
                </c:pt>
                <c:pt idx="477">
                  <c:v>2020-04-22</c:v>
                </c:pt>
                <c:pt idx="478">
                  <c:v>2020-04-23</c:v>
                </c:pt>
                <c:pt idx="479">
                  <c:v>2020-04-24</c:v>
                </c:pt>
                <c:pt idx="480">
                  <c:v>2020-04-25</c:v>
                </c:pt>
                <c:pt idx="481">
                  <c:v>2020-04-26</c:v>
                </c:pt>
                <c:pt idx="482">
                  <c:v>2020-04-27</c:v>
                </c:pt>
                <c:pt idx="483">
                  <c:v>2020-04-28</c:v>
                </c:pt>
                <c:pt idx="484">
                  <c:v>2020-04-29</c:v>
                </c:pt>
                <c:pt idx="485">
                  <c:v>2020-04-30</c:v>
                </c:pt>
                <c:pt idx="486">
                  <c:v>2020-05-01</c:v>
                </c:pt>
                <c:pt idx="487">
                  <c:v>2020-05-02</c:v>
                </c:pt>
                <c:pt idx="488">
                  <c:v>2020-05-03</c:v>
                </c:pt>
                <c:pt idx="489">
                  <c:v>2020-05-04</c:v>
                </c:pt>
                <c:pt idx="490">
                  <c:v>2020-05-05</c:v>
                </c:pt>
                <c:pt idx="491">
                  <c:v>2020-05-06</c:v>
                </c:pt>
                <c:pt idx="492">
                  <c:v>2020-05-07</c:v>
                </c:pt>
                <c:pt idx="493">
                  <c:v>2020-05-08</c:v>
                </c:pt>
                <c:pt idx="494">
                  <c:v>2020-05-09</c:v>
                </c:pt>
                <c:pt idx="495">
                  <c:v>2020-05-10</c:v>
                </c:pt>
                <c:pt idx="496">
                  <c:v>2020-05-11</c:v>
                </c:pt>
                <c:pt idx="497">
                  <c:v>2020-05-12</c:v>
                </c:pt>
                <c:pt idx="498">
                  <c:v>2020-05-13</c:v>
                </c:pt>
                <c:pt idx="499">
                  <c:v>2020-05-14</c:v>
                </c:pt>
                <c:pt idx="500">
                  <c:v>2020-05-15</c:v>
                </c:pt>
                <c:pt idx="501">
                  <c:v>2020-05-16</c:v>
                </c:pt>
                <c:pt idx="502">
                  <c:v>2020-05-17</c:v>
                </c:pt>
                <c:pt idx="503">
                  <c:v>2020-05-18</c:v>
                </c:pt>
                <c:pt idx="504">
                  <c:v>2020-05-19</c:v>
                </c:pt>
                <c:pt idx="505">
                  <c:v>2020-05-20</c:v>
                </c:pt>
                <c:pt idx="506">
                  <c:v>2020-05-21</c:v>
                </c:pt>
                <c:pt idx="507">
                  <c:v>2020-05-22</c:v>
                </c:pt>
                <c:pt idx="508">
                  <c:v>2020-05-23</c:v>
                </c:pt>
                <c:pt idx="509">
                  <c:v>2020-05-24</c:v>
                </c:pt>
                <c:pt idx="510">
                  <c:v>2020-05-25</c:v>
                </c:pt>
                <c:pt idx="511">
                  <c:v>2020-05-26</c:v>
                </c:pt>
                <c:pt idx="512">
                  <c:v>2020-05-27</c:v>
                </c:pt>
                <c:pt idx="513">
                  <c:v>2020-05-28</c:v>
                </c:pt>
                <c:pt idx="514">
                  <c:v>2020-05-29</c:v>
                </c:pt>
                <c:pt idx="515">
                  <c:v>2020-05-30</c:v>
                </c:pt>
                <c:pt idx="516">
                  <c:v>2020-05-31</c:v>
                </c:pt>
                <c:pt idx="517">
                  <c:v>2020-06-01</c:v>
                </c:pt>
                <c:pt idx="518">
                  <c:v>2020-06-02</c:v>
                </c:pt>
                <c:pt idx="519">
                  <c:v>2020-06-03</c:v>
                </c:pt>
                <c:pt idx="520">
                  <c:v>2020-06-04</c:v>
                </c:pt>
                <c:pt idx="521">
                  <c:v>2020-06-05</c:v>
                </c:pt>
                <c:pt idx="522">
                  <c:v>2020-06-06</c:v>
                </c:pt>
                <c:pt idx="523">
                  <c:v>2020-06-07</c:v>
                </c:pt>
                <c:pt idx="524">
                  <c:v>2020-06-08</c:v>
                </c:pt>
                <c:pt idx="525">
                  <c:v>2020-06-09</c:v>
                </c:pt>
                <c:pt idx="526">
                  <c:v>2020-06-10</c:v>
                </c:pt>
                <c:pt idx="527">
                  <c:v>2020-06-11</c:v>
                </c:pt>
                <c:pt idx="528">
                  <c:v>2020-06-12</c:v>
                </c:pt>
                <c:pt idx="529">
                  <c:v>2020-06-13</c:v>
                </c:pt>
                <c:pt idx="530">
                  <c:v>2020-06-14</c:v>
                </c:pt>
                <c:pt idx="531">
                  <c:v>2020-06-15</c:v>
                </c:pt>
                <c:pt idx="532">
                  <c:v>2020-06-16</c:v>
                </c:pt>
                <c:pt idx="533">
                  <c:v>2020-06-17</c:v>
                </c:pt>
                <c:pt idx="534">
                  <c:v>2020-06-18</c:v>
                </c:pt>
                <c:pt idx="535">
                  <c:v>2020-06-19</c:v>
                </c:pt>
                <c:pt idx="536">
                  <c:v>2020-06-20</c:v>
                </c:pt>
                <c:pt idx="537">
                  <c:v>2020-06-21</c:v>
                </c:pt>
                <c:pt idx="538">
                  <c:v>2020-06-22</c:v>
                </c:pt>
                <c:pt idx="539">
                  <c:v>2020-06-23</c:v>
                </c:pt>
                <c:pt idx="540">
                  <c:v>2020-06-24</c:v>
                </c:pt>
                <c:pt idx="541">
                  <c:v>2020-06-25</c:v>
                </c:pt>
                <c:pt idx="542">
                  <c:v>2020-06-26</c:v>
                </c:pt>
                <c:pt idx="543">
                  <c:v>2020-06-27</c:v>
                </c:pt>
                <c:pt idx="544">
                  <c:v>2020-06-28</c:v>
                </c:pt>
                <c:pt idx="545">
                  <c:v>2020-06-29</c:v>
                </c:pt>
                <c:pt idx="546">
                  <c:v>2020-06-30</c:v>
                </c:pt>
                <c:pt idx="547">
                  <c:v>2020-07-01</c:v>
                </c:pt>
                <c:pt idx="548">
                  <c:v>2020-07-02</c:v>
                </c:pt>
                <c:pt idx="549">
                  <c:v>2020-07-03</c:v>
                </c:pt>
                <c:pt idx="550">
                  <c:v>2020-07-04</c:v>
                </c:pt>
                <c:pt idx="551">
                  <c:v>2020-07-05</c:v>
                </c:pt>
                <c:pt idx="552">
                  <c:v>2020-07-06</c:v>
                </c:pt>
                <c:pt idx="553">
                  <c:v>2020-07-07</c:v>
                </c:pt>
                <c:pt idx="554">
                  <c:v>2020-07-08</c:v>
                </c:pt>
                <c:pt idx="555">
                  <c:v>2020-07-09</c:v>
                </c:pt>
                <c:pt idx="556">
                  <c:v>2020-07-10</c:v>
                </c:pt>
                <c:pt idx="557">
                  <c:v>2020-07-11</c:v>
                </c:pt>
                <c:pt idx="558">
                  <c:v>2020-07-12</c:v>
                </c:pt>
                <c:pt idx="559">
                  <c:v>2020-07-13</c:v>
                </c:pt>
                <c:pt idx="560">
                  <c:v>2020-07-14</c:v>
                </c:pt>
                <c:pt idx="561">
                  <c:v>2020-07-15</c:v>
                </c:pt>
                <c:pt idx="562">
                  <c:v>2020-07-16</c:v>
                </c:pt>
                <c:pt idx="563">
                  <c:v>2020-07-17</c:v>
                </c:pt>
                <c:pt idx="564">
                  <c:v>2020-07-18</c:v>
                </c:pt>
                <c:pt idx="565">
                  <c:v>2020-07-19</c:v>
                </c:pt>
                <c:pt idx="566">
                  <c:v>2020-07-20</c:v>
                </c:pt>
                <c:pt idx="567">
                  <c:v>2020-07-21</c:v>
                </c:pt>
                <c:pt idx="568">
                  <c:v>2020-07-22</c:v>
                </c:pt>
                <c:pt idx="569">
                  <c:v>2020-07-23</c:v>
                </c:pt>
                <c:pt idx="570">
                  <c:v>2020-07-24</c:v>
                </c:pt>
                <c:pt idx="571">
                  <c:v>2020-07-25</c:v>
                </c:pt>
                <c:pt idx="572">
                  <c:v>2020-07-26</c:v>
                </c:pt>
                <c:pt idx="573">
                  <c:v>2020-07-27</c:v>
                </c:pt>
                <c:pt idx="574">
                  <c:v>2020-07-28</c:v>
                </c:pt>
                <c:pt idx="575">
                  <c:v>2020-07-29</c:v>
                </c:pt>
                <c:pt idx="576">
                  <c:v>2020-07-30</c:v>
                </c:pt>
                <c:pt idx="577">
                  <c:v>2020-07-31</c:v>
                </c:pt>
                <c:pt idx="578">
                  <c:v>2020-08-01</c:v>
                </c:pt>
                <c:pt idx="579">
                  <c:v>2020-08-02</c:v>
                </c:pt>
                <c:pt idx="580">
                  <c:v>2020-08-03</c:v>
                </c:pt>
                <c:pt idx="581">
                  <c:v>2020-08-04</c:v>
                </c:pt>
                <c:pt idx="582">
                  <c:v>2020-08-05</c:v>
                </c:pt>
                <c:pt idx="583">
                  <c:v>2020-08-06</c:v>
                </c:pt>
                <c:pt idx="584">
                  <c:v>2020-08-07</c:v>
                </c:pt>
                <c:pt idx="585">
                  <c:v>2020-08-08</c:v>
                </c:pt>
                <c:pt idx="586">
                  <c:v>2020-08-09</c:v>
                </c:pt>
                <c:pt idx="587">
                  <c:v>2020-08-10</c:v>
                </c:pt>
                <c:pt idx="588">
                  <c:v>2020-08-11</c:v>
                </c:pt>
                <c:pt idx="589">
                  <c:v>2020-08-12</c:v>
                </c:pt>
                <c:pt idx="590">
                  <c:v>2020-08-13</c:v>
                </c:pt>
                <c:pt idx="591">
                  <c:v>2020-08-14</c:v>
                </c:pt>
                <c:pt idx="592">
                  <c:v>2020-08-15</c:v>
                </c:pt>
                <c:pt idx="593">
                  <c:v>2020-08-16</c:v>
                </c:pt>
                <c:pt idx="594">
                  <c:v>2020-08-17</c:v>
                </c:pt>
                <c:pt idx="595">
                  <c:v>2020-08-18</c:v>
                </c:pt>
                <c:pt idx="596">
                  <c:v>2020-08-19</c:v>
                </c:pt>
                <c:pt idx="597">
                  <c:v>2020-08-20</c:v>
                </c:pt>
                <c:pt idx="598">
                  <c:v>2020-08-21</c:v>
                </c:pt>
                <c:pt idx="599">
                  <c:v>2020-08-22</c:v>
                </c:pt>
                <c:pt idx="600">
                  <c:v>2020-08-23</c:v>
                </c:pt>
                <c:pt idx="601">
                  <c:v>2020-08-24</c:v>
                </c:pt>
                <c:pt idx="602">
                  <c:v>2020-08-25</c:v>
                </c:pt>
                <c:pt idx="603">
                  <c:v>2020-08-26</c:v>
                </c:pt>
                <c:pt idx="604">
                  <c:v>2020-08-27</c:v>
                </c:pt>
                <c:pt idx="605">
                  <c:v>2020-08-28</c:v>
                </c:pt>
                <c:pt idx="606">
                  <c:v>2020-08-29</c:v>
                </c:pt>
                <c:pt idx="607">
                  <c:v>2020-08-30</c:v>
                </c:pt>
                <c:pt idx="608">
                  <c:v>2020-08-31</c:v>
                </c:pt>
                <c:pt idx="609">
                  <c:v>2020-09-01</c:v>
                </c:pt>
                <c:pt idx="610">
                  <c:v>2020-09-02</c:v>
                </c:pt>
                <c:pt idx="611">
                  <c:v>2020-09-03</c:v>
                </c:pt>
                <c:pt idx="612">
                  <c:v>2020-09-04</c:v>
                </c:pt>
                <c:pt idx="613">
                  <c:v>2020-09-05</c:v>
                </c:pt>
                <c:pt idx="614">
                  <c:v>2020-09-06</c:v>
                </c:pt>
                <c:pt idx="615">
                  <c:v>2020-09-07</c:v>
                </c:pt>
                <c:pt idx="616">
                  <c:v>2020-09-08</c:v>
                </c:pt>
                <c:pt idx="617">
                  <c:v>2020-09-09</c:v>
                </c:pt>
                <c:pt idx="618">
                  <c:v>2020-09-10</c:v>
                </c:pt>
                <c:pt idx="619">
                  <c:v>2020-09-11</c:v>
                </c:pt>
                <c:pt idx="620">
                  <c:v>2020-09-12</c:v>
                </c:pt>
                <c:pt idx="621">
                  <c:v>2020-09-13</c:v>
                </c:pt>
                <c:pt idx="622">
                  <c:v>2020-09-14</c:v>
                </c:pt>
                <c:pt idx="623">
                  <c:v>2020-09-15</c:v>
                </c:pt>
                <c:pt idx="624">
                  <c:v>2020-09-16</c:v>
                </c:pt>
                <c:pt idx="625">
                  <c:v>2020-09-17</c:v>
                </c:pt>
                <c:pt idx="626">
                  <c:v>2020-09-18</c:v>
                </c:pt>
                <c:pt idx="627">
                  <c:v>2020-09-19</c:v>
                </c:pt>
                <c:pt idx="628">
                  <c:v>2020-09-20</c:v>
                </c:pt>
                <c:pt idx="629">
                  <c:v>2020-09-21</c:v>
                </c:pt>
                <c:pt idx="630">
                  <c:v>2020-09-22</c:v>
                </c:pt>
                <c:pt idx="631">
                  <c:v>2020-09-23</c:v>
                </c:pt>
                <c:pt idx="632">
                  <c:v>2020-09-24</c:v>
                </c:pt>
                <c:pt idx="633">
                  <c:v>2020-09-25</c:v>
                </c:pt>
                <c:pt idx="634">
                  <c:v>2020-09-26</c:v>
                </c:pt>
                <c:pt idx="635">
                  <c:v>2020-09-27</c:v>
                </c:pt>
                <c:pt idx="636">
                  <c:v>2020-09-28</c:v>
                </c:pt>
                <c:pt idx="637">
                  <c:v>2020-09-29</c:v>
                </c:pt>
                <c:pt idx="638">
                  <c:v>2020-09-30</c:v>
                </c:pt>
                <c:pt idx="639">
                  <c:v>2020-10-01</c:v>
                </c:pt>
                <c:pt idx="640">
                  <c:v>2020-10-02</c:v>
                </c:pt>
                <c:pt idx="641">
                  <c:v>2020-10-03</c:v>
                </c:pt>
                <c:pt idx="642">
                  <c:v>2020-10-04</c:v>
                </c:pt>
                <c:pt idx="643">
                  <c:v>2020-10-05</c:v>
                </c:pt>
                <c:pt idx="644">
                  <c:v>2020-10-06</c:v>
                </c:pt>
                <c:pt idx="645">
                  <c:v>2020-10-07</c:v>
                </c:pt>
                <c:pt idx="646">
                  <c:v>2020-10-08</c:v>
                </c:pt>
                <c:pt idx="647">
                  <c:v>2020-10-09</c:v>
                </c:pt>
                <c:pt idx="648">
                  <c:v>2020-10-10</c:v>
                </c:pt>
                <c:pt idx="649">
                  <c:v>2020-10-11</c:v>
                </c:pt>
                <c:pt idx="650">
                  <c:v>2020-10-12</c:v>
                </c:pt>
                <c:pt idx="651">
                  <c:v>2020-10-13</c:v>
                </c:pt>
                <c:pt idx="652">
                  <c:v>2020-10-14</c:v>
                </c:pt>
                <c:pt idx="653">
                  <c:v>2020-10-15</c:v>
                </c:pt>
                <c:pt idx="654">
                  <c:v>2020-10-16</c:v>
                </c:pt>
                <c:pt idx="655">
                  <c:v>2020-10-17</c:v>
                </c:pt>
                <c:pt idx="656">
                  <c:v>2020-10-18</c:v>
                </c:pt>
                <c:pt idx="657">
                  <c:v>2020-10-19</c:v>
                </c:pt>
                <c:pt idx="658">
                  <c:v>2020-10-20</c:v>
                </c:pt>
                <c:pt idx="659">
                  <c:v>2020-10-21</c:v>
                </c:pt>
                <c:pt idx="660">
                  <c:v>2020-10-22</c:v>
                </c:pt>
                <c:pt idx="661">
                  <c:v>2020-10-23</c:v>
                </c:pt>
                <c:pt idx="662">
                  <c:v>2020-10-24</c:v>
                </c:pt>
                <c:pt idx="663">
                  <c:v>2020-10-25</c:v>
                </c:pt>
                <c:pt idx="664">
                  <c:v>2020-10-26</c:v>
                </c:pt>
                <c:pt idx="665">
                  <c:v>2020-10-27</c:v>
                </c:pt>
                <c:pt idx="666">
                  <c:v>2020-10-28</c:v>
                </c:pt>
                <c:pt idx="667">
                  <c:v>2020-10-29</c:v>
                </c:pt>
                <c:pt idx="668">
                  <c:v>2020-10-30</c:v>
                </c:pt>
                <c:pt idx="669">
                  <c:v>2020-10-31</c:v>
                </c:pt>
                <c:pt idx="670">
                  <c:v>2020-11-01</c:v>
                </c:pt>
                <c:pt idx="671">
                  <c:v>2020-11-02</c:v>
                </c:pt>
                <c:pt idx="672">
                  <c:v>2020-11-03</c:v>
                </c:pt>
                <c:pt idx="673">
                  <c:v>2020-11-04</c:v>
                </c:pt>
                <c:pt idx="674">
                  <c:v>2020-11-05</c:v>
                </c:pt>
                <c:pt idx="675">
                  <c:v>2020-11-06</c:v>
                </c:pt>
                <c:pt idx="676">
                  <c:v>2020-11-07</c:v>
                </c:pt>
                <c:pt idx="677">
                  <c:v>2020-11-08</c:v>
                </c:pt>
                <c:pt idx="678">
                  <c:v>2020-11-09</c:v>
                </c:pt>
                <c:pt idx="679">
                  <c:v>2020-11-10</c:v>
                </c:pt>
                <c:pt idx="680">
                  <c:v>2020-11-11</c:v>
                </c:pt>
                <c:pt idx="681">
                  <c:v>2020-11-12</c:v>
                </c:pt>
                <c:pt idx="682">
                  <c:v>2020-11-13</c:v>
                </c:pt>
                <c:pt idx="683">
                  <c:v>2020-11-14</c:v>
                </c:pt>
                <c:pt idx="684">
                  <c:v>2020-11-15</c:v>
                </c:pt>
                <c:pt idx="685">
                  <c:v>2020-11-16</c:v>
                </c:pt>
                <c:pt idx="686">
                  <c:v>2020-11-17</c:v>
                </c:pt>
                <c:pt idx="687">
                  <c:v>2020-11-18</c:v>
                </c:pt>
                <c:pt idx="688">
                  <c:v>2020-11-19</c:v>
                </c:pt>
                <c:pt idx="689">
                  <c:v>2020-11-20</c:v>
                </c:pt>
                <c:pt idx="690">
                  <c:v>2020-11-21</c:v>
                </c:pt>
                <c:pt idx="691">
                  <c:v>2020-11-22</c:v>
                </c:pt>
                <c:pt idx="692">
                  <c:v>2020-11-23</c:v>
                </c:pt>
                <c:pt idx="693">
                  <c:v>2020-11-24</c:v>
                </c:pt>
                <c:pt idx="694">
                  <c:v>2020-11-25</c:v>
                </c:pt>
                <c:pt idx="695">
                  <c:v>2020-11-26</c:v>
                </c:pt>
                <c:pt idx="696">
                  <c:v>2020-11-27</c:v>
                </c:pt>
                <c:pt idx="697">
                  <c:v>2020-11-28</c:v>
                </c:pt>
                <c:pt idx="698">
                  <c:v>2020-11-29</c:v>
                </c:pt>
                <c:pt idx="699">
                  <c:v>2020-11-30</c:v>
                </c:pt>
                <c:pt idx="700">
                  <c:v>2020-12-01</c:v>
                </c:pt>
                <c:pt idx="701">
                  <c:v>2020-12-02</c:v>
                </c:pt>
                <c:pt idx="702">
                  <c:v>2020-12-03</c:v>
                </c:pt>
                <c:pt idx="703">
                  <c:v>2020-12-04</c:v>
                </c:pt>
                <c:pt idx="704">
                  <c:v>2020-12-05</c:v>
                </c:pt>
                <c:pt idx="705">
                  <c:v>2020-12-06</c:v>
                </c:pt>
                <c:pt idx="706">
                  <c:v>2020-12-07</c:v>
                </c:pt>
                <c:pt idx="707">
                  <c:v>2020-12-08</c:v>
                </c:pt>
                <c:pt idx="708">
                  <c:v>2020-12-09</c:v>
                </c:pt>
                <c:pt idx="709">
                  <c:v>2020-12-10</c:v>
                </c:pt>
                <c:pt idx="710">
                  <c:v>2020-12-11</c:v>
                </c:pt>
                <c:pt idx="711">
                  <c:v>2020-12-12</c:v>
                </c:pt>
                <c:pt idx="712">
                  <c:v>2020-12-13</c:v>
                </c:pt>
                <c:pt idx="713">
                  <c:v>2020-12-14</c:v>
                </c:pt>
                <c:pt idx="714">
                  <c:v>2020-12-15</c:v>
                </c:pt>
                <c:pt idx="715">
                  <c:v>2020-12-16</c:v>
                </c:pt>
                <c:pt idx="716">
                  <c:v>2020-12-17</c:v>
                </c:pt>
                <c:pt idx="717">
                  <c:v>2020-12-18</c:v>
                </c:pt>
                <c:pt idx="718">
                  <c:v>2020-12-19</c:v>
                </c:pt>
                <c:pt idx="719">
                  <c:v>2020-12-20</c:v>
                </c:pt>
                <c:pt idx="720">
                  <c:v>2020-12-21</c:v>
                </c:pt>
                <c:pt idx="721">
                  <c:v>2020-12-22</c:v>
                </c:pt>
                <c:pt idx="722">
                  <c:v>2020-12-23</c:v>
                </c:pt>
                <c:pt idx="723">
                  <c:v>2020-12-24</c:v>
                </c:pt>
                <c:pt idx="724">
                  <c:v>2020-12-25</c:v>
                </c:pt>
                <c:pt idx="725">
                  <c:v>2020-12-26</c:v>
                </c:pt>
                <c:pt idx="726">
                  <c:v>2020-12-27</c:v>
                </c:pt>
                <c:pt idx="727">
                  <c:v>2020-12-28</c:v>
                </c:pt>
                <c:pt idx="728">
                  <c:v>2020-12-29</c:v>
                </c:pt>
                <c:pt idx="729">
                  <c:v>2020-12-30</c:v>
                </c:pt>
                <c:pt idx="730">
                  <c:v>2020-12-31</c:v>
                </c:pt>
                <c:pt idx="731">
                  <c:v>2021-01-01</c:v>
                </c:pt>
                <c:pt idx="732">
                  <c:v>2021-01-02</c:v>
                </c:pt>
                <c:pt idx="733">
                  <c:v>2021-01-03</c:v>
                </c:pt>
                <c:pt idx="734">
                  <c:v>2021-01-04</c:v>
                </c:pt>
                <c:pt idx="735">
                  <c:v>2021-01-05</c:v>
                </c:pt>
                <c:pt idx="736">
                  <c:v>2021-01-06</c:v>
                </c:pt>
                <c:pt idx="737">
                  <c:v>2021-01-07</c:v>
                </c:pt>
                <c:pt idx="738">
                  <c:v>2021-01-08</c:v>
                </c:pt>
                <c:pt idx="739">
                  <c:v>2021-01-09</c:v>
                </c:pt>
                <c:pt idx="740">
                  <c:v>2021-01-10</c:v>
                </c:pt>
                <c:pt idx="741">
                  <c:v>2021-01-11</c:v>
                </c:pt>
                <c:pt idx="742">
                  <c:v>2021-01-12</c:v>
                </c:pt>
                <c:pt idx="743">
                  <c:v>2021-01-13</c:v>
                </c:pt>
                <c:pt idx="744">
                  <c:v>2021-01-14</c:v>
                </c:pt>
                <c:pt idx="745">
                  <c:v>2021-01-15</c:v>
                </c:pt>
                <c:pt idx="746">
                  <c:v>2021-01-16</c:v>
                </c:pt>
                <c:pt idx="747">
                  <c:v>2021-01-17</c:v>
                </c:pt>
                <c:pt idx="748">
                  <c:v>2021-01-18</c:v>
                </c:pt>
                <c:pt idx="749">
                  <c:v>2021-01-19</c:v>
                </c:pt>
                <c:pt idx="750">
                  <c:v>2021-01-20</c:v>
                </c:pt>
                <c:pt idx="751">
                  <c:v>2021-01-21</c:v>
                </c:pt>
                <c:pt idx="752">
                  <c:v>2021-01-22</c:v>
                </c:pt>
                <c:pt idx="753">
                  <c:v>2021-01-23</c:v>
                </c:pt>
                <c:pt idx="754">
                  <c:v>2021-01-24</c:v>
                </c:pt>
                <c:pt idx="755">
                  <c:v>2021-01-25</c:v>
                </c:pt>
                <c:pt idx="756">
                  <c:v>2021-01-26</c:v>
                </c:pt>
                <c:pt idx="757">
                  <c:v>2021-01-27</c:v>
                </c:pt>
                <c:pt idx="758">
                  <c:v>2021-01-28</c:v>
                </c:pt>
                <c:pt idx="759">
                  <c:v>2021-01-29</c:v>
                </c:pt>
                <c:pt idx="760">
                  <c:v>2021-01-30</c:v>
                </c:pt>
                <c:pt idx="761">
                  <c:v>2021-01-31</c:v>
                </c:pt>
                <c:pt idx="762">
                  <c:v>2021-02-01</c:v>
                </c:pt>
                <c:pt idx="763">
                  <c:v>2021-02-02</c:v>
                </c:pt>
                <c:pt idx="764">
                  <c:v>2021-02-03</c:v>
                </c:pt>
                <c:pt idx="765">
                  <c:v>2021-02-04</c:v>
                </c:pt>
                <c:pt idx="766">
                  <c:v>2021-02-05</c:v>
                </c:pt>
                <c:pt idx="767">
                  <c:v>2021-02-06</c:v>
                </c:pt>
                <c:pt idx="768">
                  <c:v>2021-02-07</c:v>
                </c:pt>
                <c:pt idx="769">
                  <c:v>2021-02-08</c:v>
                </c:pt>
                <c:pt idx="770">
                  <c:v>2021-02-09</c:v>
                </c:pt>
                <c:pt idx="771">
                  <c:v>2021-02-10</c:v>
                </c:pt>
                <c:pt idx="772">
                  <c:v>2021-02-11</c:v>
                </c:pt>
                <c:pt idx="773">
                  <c:v>2021-02-12</c:v>
                </c:pt>
                <c:pt idx="774">
                  <c:v>2021-02-13</c:v>
                </c:pt>
                <c:pt idx="775">
                  <c:v>2021-02-14</c:v>
                </c:pt>
                <c:pt idx="776">
                  <c:v>2021-02-15</c:v>
                </c:pt>
                <c:pt idx="777">
                  <c:v>2021-02-16</c:v>
                </c:pt>
                <c:pt idx="778">
                  <c:v>2021-02-17</c:v>
                </c:pt>
                <c:pt idx="779">
                  <c:v>2021-02-18</c:v>
                </c:pt>
                <c:pt idx="780">
                  <c:v>2021-02-19</c:v>
                </c:pt>
                <c:pt idx="781">
                  <c:v>2021-02-20</c:v>
                </c:pt>
                <c:pt idx="782">
                  <c:v>2021-02-21</c:v>
                </c:pt>
                <c:pt idx="783">
                  <c:v>2021-02-22</c:v>
                </c:pt>
                <c:pt idx="784">
                  <c:v>2021-02-23</c:v>
                </c:pt>
                <c:pt idx="785">
                  <c:v>2021-02-24</c:v>
                </c:pt>
                <c:pt idx="786">
                  <c:v>2021-02-25</c:v>
                </c:pt>
                <c:pt idx="787">
                  <c:v>2021-02-26</c:v>
                </c:pt>
                <c:pt idx="788">
                  <c:v>2021-02-27</c:v>
                </c:pt>
                <c:pt idx="789">
                  <c:v>2021-02-28</c:v>
                </c:pt>
                <c:pt idx="790">
                  <c:v>2021-03-01</c:v>
                </c:pt>
                <c:pt idx="791">
                  <c:v>2021-03-02</c:v>
                </c:pt>
                <c:pt idx="792">
                  <c:v>2021-03-03</c:v>
                </c:pt>
                <c:pt idx="793">
                  <c:v>2021-03-04</c:v>
                </c:pt>
                <c:pt idx="794">
                  <c:v>2021-03-05</c:v>
                </c:pt>
                <c:pt idx="795">
                  <c:v>2021-03-06</c:v>
                </c:pt>
                <c:pt idx="796">
                  <c:v>2021-03-07</c:v>
                </c:pt>
                <c:pt idx="797">
                  <c:v>2021-03-08</c:v>
                </c:pt>
                <c:pt idx="798">
                  <c:v>2021-03-09</c:v>
                </c:pt>
                <c:pt idx="799">
                  <c:v>2021-03-10</c:v>
                </c:pt>
                <c:pt idx="800">
                  <c:v>2021-03-11</c:v>
                </c:pt>
                <c:pt idx="801">
                  <c:v>2021-03-12</c:v>
                </c:pt>
                <c:pt idx="802">
                  <c:v>2021-03-13</c:v>
                </c:pt>
                <c:pt idx="803">
                  <c:v>2021-03-14</c:v>
                </c:pt>
                <c:pt idx="804">
                  <c:v>2021-03-15</c:v>
                </c:pt>
                <c:pt idx="805">
                  <c:v>2021-03-16</c:v>
                </c:pt>
                <c:pt idx="806">
                  <c:v>2021-03-17</c:v>
                </c:pt>
                <c:pt idx="807">
                  <c:v>2021-03-18</c:v>
                </c:pt>
                <c:pt idx="808">
                  <c:v>2021-03-19</c:v>
                </c:pt>
                <c:pt idx="809">
                  <c:v>2021-03-20</c:v>
                </c:pt>
                <c:pt idx="810">
                  <c:v>2021-03-21</c:v>
                </c:pt>
                <c:pt idx="811">
                  <c:v>2021-03-22</c:v>
                </c:pt>
                <c:pt idx="812">
                  <c:v>2021-03-23</c:v>
                </c:pt>
                <c:pt idx="813">
                  <c:v>2021-03-24</c:v>
                </c:pt>
                <c:pt idx="814">
                  <c:v>2021-03-25</c:v>
                </c:pt>
                <c:pt idx="815">
                  <c:v>2021-03-26</c:v>
                </c:pt>
                <c:pt idx="816">
                  <c:v>2021-03-27</c:v>
                </c:pt>
                <c:pt idx="817">
                  <c:v>2021-03-28</c:v>
                </c:pt>
                <c:pt idx="818">
                  <c:v>2021-03-29</c:v>
                </c:pt>
                <c:pt idx="819">
                  <c:v>2021-03-30</c:v>
                </c:pt>
                <c:pt idx="820">
                  <c:v>2021-03-31</c:v>
                </c:pt>
                <c:pt idx="821">
                  <c:v>2021-04-01</c:v>
                </c:pt>
                <c:pt idx="822">
                  <c:v>2021-04-02</c:v>
                </c:pt>
                <c:pt idx="823">
                  <c:v>2021-04-03</c:v>
                </c:pt>
                <c:pt idx="824">
                  <c:v>2021-04-04</c:v>
                </c:pt>
                <c:pt idx="825">
                  <c:v>2021-04-05</c:v>
                </c:pt>
                <c:pt idx="826">
                  <c:v>2021-04-06</c:v>
                </c:pt>
                <c:pt idx="827">
                  <c:v>2021-04-07</c:v>
                </c:pt>
                <c:pt idx="828">
                  <c:v>2021-04-08</c:v>
                </c:pt>
                <c:pt idx="829">
                  <c:v>2021-04-09</c:v>
                </c:pt>
                <c:pt idx="830">
                  <c:v>2021-04-10</c:v>
                </c:pt>
                <c:pt idx="831">
                  <c:v>2021-04-11</c:v>
                </c:pt>
                <c:pt idx="832">
                  <c:v>2021-04-12</c:v>
                </c:pt>
                <c:pt idx="833">
                  <c:v>2021-04-13</c:v>
                </c:pt>
                <c:pt idx="834">
                  <c:v>2021-04-14</c:v>
                </c:pt>
                <c:pt idx="835">
                  <c:v>2021-04-15</c:v>
                </c:pt>
                <c:pt idx="836">
                  <c:v>2021-04-16</c:v>
                </c:pt>
                <c:pt idx="837">
                  <c:v>2021-04-17</c:v>
                </c:pt>
                <c:pt idx="838">
                  <c:v>2021-04-18</c:v>
                </c:pt>
                <c:pt idx="839">
                  <c:v>2021-04-19</c:v>
                </c:pt>
                <c:pt idx="840">
                  <c:v>2021-04-20</c:v>
                </c:pt>
                <c:pt idx="841">
                  <c:v>2021-04-21</c:v>
                </c:pt>
                <c:pt idx="842">
                  <c:v>2021-04-22</c:v>
                </c:pt>
                <c:pt idx="843">
                  <c:v>2021-04-23</c:v>
                </c:pt>
                <c:pt idx="844">
                  <c:v>2021-04-24</c:v>
                </c:pt>
                <c:pt idx="845">
                  <c:v>2021-04-25</c:v>
                </c:pt>
                <c:pt idx="846">
                  <c:v>2021-04-26</c:v>
                </c:pt>
                <c:pt idx="847">
                  <c:v>2021-04-27</c:v>
                </c:pt>
                <c:pt idx="848">
                  <c:v>2021-04-28</c:v>
                </c:pt>
                <c:pt idx="849">
                  <c:v>2021-04-29</c:v>
                </c:pt>
                <c:pt idx="850">
                  <c:v>2021-04-30</c:v>
                </c:pt>
                <c:pt idx="851">
                  <c:v>2021-05-01</c:v>
                </c:pt>
                <c:pt idx="852">
                  <c:v>2021-05-02</c:v>
                </c:pt>
                <c:pt idx="853">
                  <c:v>2021-05-03</c:v>
                </c:pt>
                <c:pt idx="854">
                  <c:v>2021-05-04</c:v>
                </c:pt>
                <c:pt idx="855">
                  <c:v>2021-05-05</c:v>
                </c:pt>
                <c:pt idx="856">
                  <c:v>2021-05-06</c:v>
                </c:pt>
                <c:pt idx="857">
                  <c:v>2021-05-07</c:v>
                </c:pt>
                <c:pt idx="858">
                  <c:v>2021-05-08</c:v>
                </c:pt>
                <c:pt idx="859">
                  <c:v>2021-05-09</c:v>
                </c:pt>
                <c:pt idx="860">
                  <c:v>2021-05-10</c:v>
                </c:pt>
                <c:pt idx="861">
                  <c:v>2021-05-11</c:v>
                </c:pt>
                <c:pt idx="862">
                  <c:v>2021-05-12</c:v>
                </c:pt>
                <c:pt idx="863">
                  <c:v>2021-05-13</c:v>
                </c:pt>
                <c:pt idx="864">
                  <c:v>2021-05-14</c:v>
                </c:pt>
                <c:pt idx="865">
                  <c:v>2021-05-15</c:v>
                </c:pt>
                <c:pt idx="866">
                  <c:v>2021-05-16</c:v>
                </c:pt>
                <c:pt idx="867">
                  <c:v>2021-05-17</c:v>
                </c:pt>
                <c:pt idx="868">
                  <c:v>2021-05-18</c:v>
                </c:pt>
                <c:pt idx="869">
                  <c:v>2021-05-19</c:v>
                </c:pt>
                <c:pt idx="870">
                  <c:v>2021-05-20</c:v>
                </c:pt>
                <c:pt idx="871">
                  <c:v>2021-05-21</c:v>
                </c:pt>
                <c:pt idx="872">
                  <c:v>2021-05-22</c:v>
                </c:pt>
                <c:pt idx="873">
                  <c:v>2021-05-23</c:v>
                </c:pt>
                <c:pt idx="874">
                  <c:v>2021-05-24</c:v>
                </c:pt>
                <c:pt idx="875">
                  <c:v>2021-05-25</c:v>
                </c:pt>
                <c:pt idx="876">
                  <c:v>2021-05-26</c:v>
                </c:pt>
                <c:pt idx="877">
                  <c:v>2021-05-27</c:v>
                </c:pt>
                <c:pt idx="878">
                  <c:v>2021-05-28</c:v>
                </c:pt>
                <c:pt idx="879">
                  <c:v>2021-05-29</c:v>
                </c:pt>
                <c:pt idx="880">
                  <c:v>2021-05-30</c:v>
                </c:pt>
                <c:pt idx="881">
                  <c:v>2021-05-31</c:v>
                </c:pt>
                <c:pt idx="882">
                  <c:v>2021-06-01</c:v>
                </c:pt>
                <c:pt idx="883">
                  <c:v>2021-06-02</c:v>
                </c:pt>
                <c:pt idx="884">
                  <c:v>2021-06-03</c:v>
                </c:pt>
                <c:pt idx="885">
                  <c:v>2021-06-04</c:v>
                </c:pt>
                <c:pt idx="886">
                  <c:v>2021-06-05</c:v>
                </c:pt>
                <c:pt idx="887">
                  <c:v>2021-06-06</c:v>
                </c:pt>
                <c:pt idx="888">
                  <c:v>2021-06-07</c:v>
                </c:pt>
                <c:pt idx="889">
                  <c:v>2021-06-08</c:v>
                </c:pt>
                <c:pt idx="890">
                  <c:v>2021-06-09</c:v>
                </c:pt>
                <c:pt idx="891">
                  <c:v>2021-06-10</c:v>
                </c:pt>
                <c:pt idx="892">
                  <c:v>2021-06-11</c:v>
                </c:pt>
                <c:pt idx="893">
                  <c:v>2021-06-12</c:v>
                </c:pt>
                <c:pt idx="894">
                  <c:v>2021-06-13</c:v>
                </c:pt>
                <c:pt idx="895">
                  <c:v>2021-06-14</c:v>
                </c:pt>
                <c:pt idx="896">
                  <c:v>2021-06-15</c:v>
                </c:pt>
                <c:pt idx="897">
                  <c:v>2021-06-16</c:v>
                </c:pt>
                <c:pt idx="898">
                  <c:v>2021-06-17</c:v>
                </c:pt>
                <c:pt idx="899">
                  <c:v>2021-06-18</c:v>
                </c:pt>
                <c:pt idx="900">
                  <c:v>2021-06-19</c:v>
                </c:pt>
                <c:pt idx="901">
                  <c:v>2021-06-20</c:v>
                </c:pt>
                <c:pt idx="902">
                  <c:v>2021-06-21</c:v>
                </c:pt>
                <c:pt idx="903">
                  <c:v>2021-06-22</c:v>
                </c:pt>
                <c:pt idx="904">
                  <c:v>2021-06-23</c:v>
                </c:pt>
                <c:pt idx="905">
                  <c:v>2021-06-24</c:v>
                </c:pt>
                <c:pt idx="906">
                  <c:v>2021-06-25</c:v>
                </c:pt>
                <c:pt idx="907">
                  <c:v>2021-06-26</c:v>
                </c:pt>
                <c:pt idx="908">
                  <c:v>2021-06-27</c:v>
                </c:pt>
                <c:pt idx="909">
                  <c:v>2021-06-28</c:v>
                </c:pt>
                <c:pt idx="910">
                  <c:v>2021-06-29</c:v>
                </c:pt>
                <c:pt idx="911">
                  <c:v>2021-06-30</c:v>
                </c:pt>
                <c:pt idx="912">
                  <c:v>2021-07-01</c:v>
                </c:pt>
                <c:pt idx="913">
                  <c:v>2021-07-02</c:v>
                </c:pt>
                <c:pt idx="914">
                  <c:v>2021-07-03</c:v>
                </c:pt>
                <c:pt idx="915">
                  <c:v>2021-07-04</c:v>
                </c:pt>
                <c:pt idx="916">
                  <c:v>2021-07-05</c:v>
                </c:pt>
                <c:pt idx="917">
                  <c:v>2021-07-06</c:v>
                </c:pt>
                <c:pt idx="918">
                  <c:v>2021-07-07</c:v>
                </c:pt>
                <c:pt idx="919">
                  <c:v>2021-07-08</c:v>
                </c:pt>
                <c:pt idx="920">
                  <c:v>2021-07-09</c:v>
                </c:pt>
                <c:pt idx="921">
                  <c:v>2021-07-10</c:v>
                </c:pt>
                <c:pt idx="922">
                  <c:v>2021-07-11</c:v>
                </c:pt>
                <c:pt idx="923">
                  <c:v>2021-07-12</c:v>
                </c:pt>
                <c:pt idx="924">
                  <c:v>2021-07-13</c:v>
                </c:pt>
                <c:pt idx="925">
                  <c:v>2021-07-14</c:v>
                </c:pt>
                <c:pt idx="926">
                  <c:v>2021-07-15</c:v>
                </c:pt>
                <c:pt idx="927">
                  <c:v>2021-07-16</c:v>
                </c:pt>
                <c:pt idx="928">
                  <c:v>2021-07-17</c:v>
                </c:pt>
                <c:pt idx="929">
                  <c:v>2021-07-18</c:v>
                </c:pt>
                <c:pt idx="930">
                  <c:v>2021-07-19</c:v>
                </c:pt>
                <c:pt idx="931">
                  <c:v>2021-07-20</c:v>
                </c:pt>
                <c:pt idx="932">
                  <c:v>2021-07-21</c:v>
                </c:pt>
                <c:pt idx="933">
                  <c:v>2021-07-22</c:v>
                </c:pt>
                <c:pt idx="934">
                  <c:v>2021-07-23</c:v>
                </c:pt>
                <c:pt idx="935">
                  <c:v>2021-07-24</c:v>
                </c:pt>
                <c:pt idx="936">
                  <c:v>2021-07-25</c:v>
                </c:pt>
                <c:pt idx="937">
                  <c:v>2021-07-26</c:v>
                </c:pt>
                <c:pt idx="938">
                  <c:v>2021-07-27</c:v>
                </c:pt>
                <c:pt idx="939">
                  <c:v>2021-07-28</c:v>
                </c:pt>
                <c:pt idx="940">
                  <c:v>2021-07-29</c:v>
                </c:pt>
                <c:pt idx="941">
                  <c:v>2021-07-30</c:v>
                </c:pt>
                <c:pt idx="942">
                  <c:v>2021-07-31</c:v>
                </c:pt>
                <c:pt idx="943">
                  <c:v>2021-08-01</c:v>
                </c:pt>
                <c:pt idx="944">
                  <c:v>2021-08-02</c:v>
                </c:pt>
                <c:pt idx="945">
                  <c:v>2021-08-03</c:v>
                </c:pt>
                <c:pt idx="946">
                  <c:v>2021-08-04</c:v>
                </c:pt>
                <c:pt idx="947">
                  <c:v>2021-08-05</c:v>
                </c:pt>
                <c:pt idx="948">
                  <c:v>2021-08-06</c:v>
                </c:pt>
                <c:pt idx="949">
                  <c:v>2021-08-07</c:v>
                </c:pt>
                <c:pt idx="950">
                  <c:v>2021-08-08</c:v>
                </c:pt>
                <c:pt idx="951">
                  <c:v>2021-08-09</c:v>
                </c:pt>
                <c:pt idx="952">
                  <c:v>2021-08-10</c:v>
                </c:pt>
                <c:pt idx="953">
                  <c:v>2021-08-11</c:v>
                </c:pt>
                <c:pt idx="954">
                  <c:v>2021-08-12</c:v>
                </c:pt>
                <c:pt idx="955">
                  <c:v>2021-08-13</c:v>
                </c:pt>
                <c:pt idx="956">
                  <c:v>2021-08-14</c:v>
                </c:pt>
                <c:pt idx="957">
                  <c:v>2021-08-15</c:v>
                </c:pt>
                <c:pt idx="958">
                  <c:v>2021-08-16</c:v>
                </c:pt>
                <c:pt idx="959">
                  <c:v>2021-08-17</c:v>
                </c:pt>
                <c:pt idx="960">
                  <c:v>2021-08-18</c:v>
                </c:pt>
                <c:pt idx="961">
                  <c:v>2021-08-19</c:v>
                </c:pt>
                <c:pt idx="962">
                  <c:v>2021-08-20</c:v>
                </c:pt>
                <c:pt idx="963">
                  <c:v>2021-08-21</c:v>
                </c:pt>
                <c:pt idx="964">
                  <c:v>2021-08-22</c:v>
                </c:pt>
                <c:pt idx="965">
                  <c:v>2021-08-23</c:v>
                </c:pt>
                <c:pt idx="966">
                  <c:v>2021-08-24</c:v>
                </c:pt>
                <c:pt idx="967">
                  <c:v>2021-08-25</c:v>
                </c:pt>
                <c:pt idx="968">
                  <c:v>2021-08-26</c:v>
                </c:pt>
                <c:pt idx="969">
                  <c:v>2021-08-27</c:v>
                </c:pt>
                <c:pt idx="970">
                  <c:v>2021-08-28</c:v>
                </c:pt>
                <c:pt idx="971">
                  <c:v>2021-08-29</c:v>
                </c:pt>
                <c:pt idx="972">
                  <c:v>2021-08-30</c:v>
                </c:pt>
                <c:pt idx="973">
                  <c:v>2021-08-31</c:v>
                </c:pt>
                <c:pt idx="974">
                  <c:v>2021-09-01</c:v>
                </c:pt>
                <c:pt idx="975">
                  <c:v>2021-09-02</c:v>
                </c:pt>
                <c:pt idx="976">
                  <c:v>2021-09-03</c:v>
                </c:pt>
                <c:pt idx="977">
                  <c:v>2021-09-04</c:v>
                </c:pt>
                <c:pt idx="978">
                  <c:v>2021-09-05</c:v>
                </c:pt>
                <c:pt idx="979">
                  <c:v>2021-09-06</c:v>
                </c:pt>
                <c:pt idx="980">
                  <c:v>2021-09-07</c:v>
                </c:pt>
                <c:pt idx="981">
                  <c:v>2021-09-08</c:v>
                </c:pt>
                <c:pt idx="982">
                  <c:v>2021-09-09</c:v>
                </c:pt>
                <c:pt idx="983">
                  <c:v>2021-09-10</c:v>
                </c:pt>
                <c:pt idx="984">
                  <c:v>2021-09-11</c:v>
                </c:pt>
                <c:pt idx="985">
                  <c:v>2021-09-12</c:v>
                </c:pt>
                <c:pt idx="986">
                  <c:v>2021-09-13</c:v>
                </c:pt>
                <c:pt idx="987">
                  <c:v>2021-09-14</c:v>
                </c:pt>
                <c:pt idx="988">
                  <c:v>2021-09-15</c:v>
                </c:pt>
                <c:pt idx="989">
                  <c:v>2021-09-16</c:v>
                </c:pt>
                <c:pt idx="990">
                  <c:v>2021-09-17</c:v>
                </c:pt>
                <c:pt idx="991">
                  <c:v>2021-09-18</c:v>
                </c:pt>
                <c:pt idx="992">
                  <c:v>2021-09-19</c:v>
                </c:pt>
                <c:pt idx="993">
                  <c:v>2021-09-20</c:v>
                </c:pt>
                <c:pt idx="994">
                  <c:v>2021-09-21</c:v>
                </c:pt>
                <c:pt idx="995">
                  <c:v>2021-09-22</c:v>
                </c:pt>
                <c:pt idx="996">
                  <c:v>2021-09-23</c:v>
                </c:pt>
                <c:pt idx="997">
                  <c:v>2021-09-24</c:v>
                </c:pt>
                <c:pt idx="998">
                  <c:v>2021-09-25</c:v>
                </c:pt>
                <c:pt idx="999">
                  <c:v>2021-09-26</c:v>
                </c:pt>
                <c:pt idx="1000">
                  <c:v>2021-09-27</c:v>
                </c:pt>
                <c:pt idx="1001">
                  <c:v>2021-09-28</c:v>
                </c:pt>
                <c:pt idx="1002">
                  <c:v>2021-09-29</c:v>
                </c:pt>
                <c:pt idx="1003">
                  <c:v>2021-09-30</c:v>
                </c:pt>
                <c:pt idx="1004">
                  <c:v>2021-10-01</c:v>
                </c:pt>
                <c:pt idx="1005">
                  <c:v>2021-10-02</c:v>
                </c:pt>
                <c:pt idx="1006">
                  <c:v>2021-10-03</c:v>
                </c:pt>
                <c:pt idx="1007">
                  <c:v>2021-10-04</c:v>
                </c:pt>
                <c:pt idx="1008">
                  <c:v>2021-10-05</c:v>
                </c:pt>
                <c:pt idx="1009">
                  <c:v>2021-10-06</c:v>
                </c:pt>
                <c:pt idx="1010">
                  <c:v>2021-10-07</c:v>
                </c:pt>
                <c:pt idx="1011">
                  <c:v>2021-10-08</c:v>
                </c:pt>
                <c:pt idx="1012">
                  <c:v>2021-10-09</c:v>
                </c:pt>
                <c:pt idx="1013">
                  <c:v>2021-10-10</c:v>
                </c:pt>
                <c:pt idx="1014">
                  <c:v>2021-10-11</c:v>
                </c:pt>
                <c:pt idx="1015">
                  <c:v>2021-10-12</c:v>
                </c:pt>
                <c:pt idx="1016">
                  <c:v>2021-10-13</c:v>
                </c:pt>
                <c:pt idx="1017">
                  <c:v>2021-10-14</c:v>
                </c:pt>
                <c:pt idx="1018">
                  <c:v>2021-10-15</c:v>
                </c:pt>
                <c:pt idx="1019">
                  <c:v>2021-10-16</c:v>
                </c:pt>
                <c:pt idx="1020">
                  <c:v>2021-10-17</c:v>
                </c:pt>
                <c:pt idx="1021">
                  <c:v>2021-10-18</c:v>
                </c:pt>
                <c:pt idx="1022">
                  <c:v>2021-10-19</c:v>
                </c:pt>
                <c:pt idx="1023">
                  <c:v>2021-10-20</c:v>
                </c:pt>
                <c:pt idx="1024">
                  <c:v>2021-10-21</c:v>
                </c:pt>
                <c:pt idx="1025">
                  <c:v>2021-10-22</c:v>
                </c:pt>
                <c:pt idx="1026">
                  <c:v>2021-10-23</c:v>
                </c:pt>
                <c:pt idx="1027">
                  <c:v>2021-10-24</c:v>
                </c:pt>
                <c:pt idx="1028">
                  <c:v>2021-10-25</c:v>
                </c:pt>
                <c:pt idx="1029">
                  <c:v>2021-10-26</c:v>
                </c:pt>
                <c:pt idx="1030">
                  <c:v>2021-10-27</c:v>
                </c:pt>
                <c:pt idx="1031">
                  <c:v>2021-10-28</c:v>
                </c:pt>
                <c:pt idx="1032">
                  <c:v>2021-10-29</c:v>
                </c:pt>
                <c:pt idx="1033">
                  <c:v>2021-10-30</c:v>
                </c:pt>
                <c:pt idx="1034">
                  <c:v>2021-10-31</c:v>
                </c:pt>
                <c:pt idx="1035">
                  <c:v>2021-11-01</c:v>
                </c:pt>
                <c:pt idx="1036">
                  <c:v>2021-11-02</c:v>
                </c:pt>
                <c:pt idx="1037">
                  <c:v>2021-11-03</c:v>
                </c:pt>
                <c:pt idx="1038">
                  <c:v>2021-11-04</c:v>
                </c:pt>
                <c:pt idx="1039">
                  <c:v>2021-11-05</c:v>
                </c:pt>
                <c:pt idx="1040">
                  <c:v>2021-11-06</c:v>
                </c:pt>
                <c:pt idx="1041">
                  <c:v>2021-11-07</c:v>
                </c:pt>
                <c:pt idx="1042">
                  <c:v>2021-11-08</c:v>
                </c:pt>
                <c:pt idx="1043">
                  <c:v>2021-11-09</c:v>
                </c:pt>
                <c:pt idx="1044">
                  <c:v>2021-11-10</c:v>
                </c:pt>
                <c:pt idx="1045">
                  <c:v>2021-11-11</c:v>
                </c:pt>
                <c:pt idx="1046">
                  <c:v>2021-11-12</c:v>
                </c:pt>
                <c:pt idx="1047">
                  <c:v>2021-11-13</c:v>
                </c:pt>
                <c:pt idx="1048">
                  <c:v>2021-11-14</c:v>
                </c:pt>
                <c:pt idx="1049">
                  <c:v>2021-11-15</c:v>
                </c:pt>
                <c:pt idx="1050">
                  <c:v>2021-11-16</c:v>
                </c:pt>
                <c:pt idx="1051">
                  <c:v>2021-11-17</c:v>
                </c:pt>
                <c:pt idx="1052">
                  <c:v>2021-11-18</c:v>
                </c:pt>
                <c:pt idx="1053">
                  <c:v>2021-11-19</c:v>
                </c:pt>
                <c:pt idx="1054">
                  <c:v>2021-11-20</c:v>
                </c:pt>
                <c:pt idx="1055">
                  <c:v>2021-11-21</c:v>
                </c:pt>
                <c:pt idx="1056">
                  <c:v>2021-11-22</c:v>
                </c:pt>
                <c:pt idx="1057">
                  <c:v>2021-11-23</c:v>
                </c:pt>
                <c:pt idx="1058">
                  <c:v>2021-11-24</c:v>
                </c:pt>
                <c:pt idx="1059">
                  <c:v>2021-11-25</c:v>
                </c:pt>
                <c:pt idx="1060">
                  <c:v>2021-11-26</c:v>
                </c:pt>
                <c:pt idx="1061">
                  <c:v>2021-11-27</c:v>
                </c:pt>
                <c:pt idx="1062">
                  <c:v>2021-11-28</c:v>
                </c:pt>
                <c:pt idx="1063">
                  <c:v>2021-11-29</c:v>
                </c:pt>
                <c:pt idx="1064">
                  <c:v>2021-11-30</c:v>
                </c:pt>
                <c:pt idx="1065">
                  <c:v>2021-12-01</c:v>
                </c:pt>
                <c:pt idx="1066">
                  <c:v>2021-12-02</c:v>
                </c:pt>
                <c:pt idx="1067">
                  <c:v>2021-12-03</c:v>
                </c:pt>
                <c:pt idx="1068">
                  <c:v>2021-12-04</c:v>
                </c:pt>
                <c:pt idx="1069">
                  <c:v>2021-12-05</c:v>
                </c:pt>
                <c:pt idx="1070">
                  <c:v>2021-12-06</c:v>
                </c:pt>
                <c:pt idx="1071">
                  <c:v>2021-12-07</c:v>
                </c:pt>
                <c:pt idx="1072">
                  <c:v>2021-12-08</c:v>
                </c:pt>
                <c:pt idx="1073">
                  <c:v>2021-12-09</c:v>
                </c:pt>
                <c:pt idx="1074">
                  <c:v>2021-12-10</c:v>
                </c:pt>
                <c:pt idx="1075">
                  <c:v>2021-12-11</c:v>
                </c:pt>
                <c:pt idx="1076">
                  <c:v>2021-12-12</c:v>
                </c:pt>
                <c:pt idx="1077">
                  <c:v>2021-12-13</c:v>
                </c:pt>
                <c:pt idx="1078">
                  <c:v>2021-12-14</c:v>
                </c:pt>
                <c:pt idx="1079">
                  <c:v>2021-12-15</c:v>
                </c:pt>
                <c:pt idx="1080">
                  <c:v>2021-12-16</c:v>
                </c:pt>
                <c:pt idx="1081">
                  <c:v>2021-12-17</c:v>
                </c:pt>
                <c:pt idx="1082">
                  <c:v>2021-12-18</c:v>
                </c:pt>
                <c:pt idx="1083">
                  <c:v>2021-12-19</c:v>
                </c:pt>
                <c:pt idx="1084">
                  <c:v>2021-12-20</c:v>
                </c:pt>
                <c:pt idx="1085">
                  <c:v>2021-12-21</c:v>
                </c:pt>
                <c:pt idx="1086">
                  <c:v>2021-12-22</c:v>
                </c:pt>
                <c:pt idx="1087">
                  <c:v>2021-12-23</c:v>
                </c:pt>
                <c:pt idx="1088">
                  <c:v>2021-12-24</c:v>
                </c:pt>
                <c:pt idx="1089">
                  <c:v>2021-12-25</c:v>
                </c:pt>
                <c:pt idx="1090">
                  <c:v>2021-12-26</c:v>
                </c:pt>
                <c:pt idx="1091">
                  <c:v>2021-12-27</c:v>
                </c:pt>
                <c:pt idx="1092">
                  <c:v>2021-12-28</c:v>
                </c:pt>
                <c:pt idx="1093">
                  <c:v>2021-12-29</c:v>
                </c:pt>
                <c:pt idx="1094">
                  <c:v>2021-12-30</c:v>
                </c:pt>
                <c:pt idx="1095">
                  <c:v>2021-12-31</c:v>
                </c:pt>
                <c:pt idx="1096">
                  <c:v>2022-01-01</c:v>
                </c:pt>
                <c:pt idx="1097">
                  <c:v>2022-01-02</c:v>
                </c:pt>
                <c:pt idx="1098">
                  <c:v>2022-01-03</c:v>
                </c:pt>
                <c:pt idx="1099">
                  <c:v>2022-01-04</c:v>
                </c:pt>
                <c:pt idx="1100">
                  <c:v>2022-01-05</c:v>
                </c:pt>
                <c:pt idx="1101">
                  <c:v>2022-01-06</c:v>
                </c:pt>
                <c:pt idx="1102">
                  <c:v>2022-01-07</c:v>
                </c:pt>
                <c:pt idx="1103">
                  <c:v>2022-01-08</c:v>
                </c:pt>
                <c:pt idx="1104">
                  <c:v>2022-01-09</c:v>
                </c:pt>
                <c:pt idx="1105">
                  <c:v>2022-01-10</c:v>
                </c:pt>
                <c:pt idx="1106">
                  <c:v>2022-01-11</c:v>
                </c:pt>
                <c:pt idx="1107">
                  <c:v>2022-01-12</c:v>
                </c:pt>
                <c:pt idx="1108">
                  <c:v>2022-01-13</c:v>
                </c:pt>
                <c:pt idx="1109">
                  <c:v>2022-01-14</c:v>
                </c:pt>
                <c:pt idx="1110">
                  <c:v>2022-01-15</c:v>
                </c:pt>
                <c:pt idx="1111">
                  <c:v>2022-01-16</c:v>
                </c:pt>
                <c:pt idx="1112">
                  <c:v>2022-01-17</c:v>
                </c:pt>
                <c:pt idx="1113">
                  <c:v>2022-01-18</c:v>
                </c:pt>
                <c:pt idx="1114">
                  <c:v>2022-01-19</c:v>
                </c:pt>
                <c:pt idx="1115">
                  <c:v>2022-01-20</c:v>
                </c:pt>
                <c:pt idx="1116">
                  <c:v>2022-01-21</c:v>
                </c:pt>
                <c:pt idx="1117">
                  <c:v>2022-01-22</c:v>
                </c:pt>
                <c:pt idx="1118">
                  <c:v>2022-01-23</c:v>
                </c:pt>
                <c:pt idx="1119">
                  <c:v>2022-01-24</c:v>
                </c:pt>
                <c:pt idx="1120">
                  <c:v>2022-01-25</c:v>
                </c:pt>
                <c:pt idx="1121">
                  <c:v>2022-01-26</c:v>
                </c:pt>
                <c:pt idx="1122">
                  <c:v>2022-01-27</c:v>
                </c:pt>
                <c:pt idx="1123">
                  <c:v>2022-01-28</c:v>
                </c:pt>
                <c:pt idx="1124">
                  <c:v>2022-01-29</c:v>
                </c:pt>
                <c:pt idx="1125">
                  <c:v>2022-01-30</c:v>
                </c:pt>
                <c:pt idx="1126">
                  <c:v>2022-01-31</c:v>
                </c:pt>
                <c:pt idx="1127">
                  <c:v>2022-02-01</c:v>
                </c:pt>
                <c:pt idx="1128">
                  <c:v>2022-02-02</c:v>
                </c:pt>
                <c:pt idx="1129">
                  <c:v>2022-02-03</c:v>
                </c:pt>
                <c:pt idx="1130">
                  <c:v>2022-02-04</c:v>
                </c:pt>
                <c:pt idx="1131">
                  <c:v>2022-02-05</c:v>
                </c:pt>
                <c:pt idx="1132">
                  <c:v>2022-02-06</c:v>
                </c:pt>
                <c:pt idx="1133">
                  <c:v>2022-02-07</c:v>
                </c:pt>
                <c:pt idx="1134">
                  <c:v>2022-02-08</c:v>
                </c:pt>
                <c:pt idx="1135">
                  <c:v>2022-02-09</c:v>
                </c:pt>
                <c:pt idx="1136">
                  <c:v>2022-02-10</c:v>
                </c:pt>
                <c:pt idx="1137">
                  <c:v>2022-02-11</c:v>
                </c:pt>
                <c:pt idx="1138">
                  <c:v>2022-02-12</c:v>
                </c:pt>
                <c:pt idx="1139">
                  <c:v>2022-02-13</c:v>
                </c:pt>
                <c:pt idx="1140">
                  <c:v>2022-02-14</c:v>
                </c:pt>
                <c:pt idx="1141">
                  <c:v>2022-02-15</c:v>
                </c:pt>
                <c:pt idx="1142">
                  <c:v>2022-02-16</c:v>
                </c:pt>
                <c:pt idx="1143">
                  <c:v>2022-02-17</c:v>
                </c:pt>
                <c:pt idx="1144">
                  <c:v>2022-02-18</c:v>
                </c:pt>
                <c:pt idx="1145">
                  <c:v>2022-02-19</c:v>
                </c:pt>
                <c:pt idx="1146">
                  <c:v>2022-02-20</c:v>
                </c:pt>
                <c:pt idx="1147">
                  <c:v>2022-02-21</c:v>
                </c:pt>
                <c:pt idx="1148">
                  <c:v>2022-02-22</c:v>
                </c:pt>
                <c:pt idx="1149">
                  <c:v>2022-02-23</c:v>
                </c:pt>
                <c:pt idx="1150">
                  <c:v>2022-02-24</c:v>
                </c:pt>
                <c:pt idx="1151">
                  <c:v>2022-02-25</c:v>
                </c:pt>
                <c:pt idx="1152">
                  <c:v>2022-02-26</c:v>
                </c:pt>
                <c:pt idx="1153">
                  <c:v>2022-02-27</c:v>
                </c:pt>
                <c:pt idx="1154">
                  <c:v>2022-02-28</c:v>
                </c:pt>
                <c:pt idx="1155">
                  <c:v>2022-03-01</c:v>
                </c:pt>
                <c:pt idx="1156">
                  <c:v>2022-03-02</c:v>
                </c:pt>
                <c:pt idx="1157">
                  <c:v>2022-03-03</c:v>
                </c:pt>
                <c:pt idx="1158">
                  <c:v>2022-03-04</c:v>
                </c:pt>
                <c:pt idx="1159">
                  <c:v>2022-03-05</c:v>
                </c:pt>
                <c:pt idx="1160">
                  <c:v>2022-03-06</c:v>
                </c:pt>
                <c:pt idx="1161">
                  <c:v>2022-03-07</c:v>
                </c:pt>
                <c:pt idx="1162">
                  <c:v>2022-03-08</c:v>
                </c:pt>
                <c:pt idx="1163">
                  <c:v>2022-03-09</c:v>
                </c:pt>
                <c:pt idx="1164">
                  <c:v>2022-03-10</c:v>
                </c:pt>
                <c:pt idx="1165">
                  <c:v>2022-03-11</c:v>
                </c:pt>
                <c:pt idx="1166">
                  <c:v>2022-03-12</c:v>
                </c:pt>
                <c:pt idx="1167">
                  <c:v>2022-03-13</c:v>
                </c:pt>
                <c:pt idx="1168">
                  <c:v>2022-03-14</c:v>
                </c:pt>
                <c:pt idx="1169">
                  <c:v>2022-03-15</c:v>
                </c:pt>
                <c:pt idx="1170">
                  <c:v>2022-03-16</c:v>
                </c:pt>
                <c:pt idx="1171">
                  <c:v>2022-03-17</c:v>
                </c:pt>
                <c:pt idx="1172">
                  <c:v>2022-03-18</c:v>
                </c:pt>
                <c:pt idx="1173">
                  <c:v>2022-03-19</c:v>
                </c:pt>
                <c:pt idx="1174">
                  <c:v>2022-03-20</c:v>
                </c:pt>
                <c:pt idx="1175">
                  <c:v>2022-03-21</c:v>
                </c:pt>
                <c:pt idx="1176">
                  <c:v>2022-03-22</c:v>
                </c:pt>
                <c:pt idx="1177">
                  <c:v>2022-03-23</c:v>
                </c:pt>
                <c:pt idx="1178">
                  <c:v>2022-03-24</c:v>
                </c:pt>
                <c:pt idx="1179">
                  <c:v>2022-03-25</c:v>
                </c:pt>
                <c:pt idx="1180">
                  <c:v>2022-03-26</c:v>
                </c:pt>
                <c:pt idx="1181">
                  <c:v>2022-03-27</c:v>
                </c:pt>
                <c:pt idx="1182">
                  <c:v>2022-03-28</c:v>
                </c:pt>
                <c:pt idx="1183">
                  <c:v>2022-03-29</c:v>
                </c:pt>
                <c:pt idx="1184">
                  <c:v>2022-03-30</c:v>
                </c:pt>
                <c:pt idx="1185">
                  <c:v>2022-03-31</c:v>
                </c:pt>
                <c:pt idx="1186">
                  <c:v>2022-04-01</c:v>
                </c:pt>
                <c:pt idx="1187">
                  <c:v>2022-04-02</c:v>
                </c:pt>
                <c:pt idx="1188">
                  <c:v>2022-04-03</c:v>
                </c:pt>
                <c:pt idx="1189">
                  <c:v>2022-04-04</c:v>
                </c:pt>
                <c:pt idx="1190">
                  <c:v>2022-04-05</c:v>
                </c:pt>
                <c:pt idx="1191">
                  <c:v>2022-04-06</c:v>
                </c:pt>
                <c:pt idx="1192">
                  <c:v>2022-04-07</c:v>
                </c:pt>
                <c:pt idx="1193">
                  <c:v>2022-04-08</c:v>
                </c:pt>
                <c:pt idx="1194">
                  <c:v>2022-04-09</c:v>
                </c:pt>
                <c:pt idx="1195">
                  <c:v>2022-04-10</c:v>
                </c:pt>
                <c:pt idx="1196">
                  <c:v>2022-04-11</c:v>
                </c:pt>
                <c:pt idx="1197">
                  <c:v>2022-04-12</c:v>
                </c:pt>
                <c:pt idx="1198">
                  <c:v>2022-04-13</c:v>
                </c:pt>
                <c:pt idx="1199">
                  <c:v>2022-04-14</c:v>
                </c:pt>
                <c:pt idx="1200">
                  <c:v>2022-04-15</c:v>
                </c:pt>
                <c:pt idx="1201">
                  <c:v>2022-04-16</c:v>
                </c:pt>
                <c:pt idx="1202">
                  <c:v>2022-04-17</c:v>
                </c:pt>
                <c:pt idx="1203">
                  <c:v>2022-04-18</c:v>
                </c:pt>
                <c:pt idx="1204">
                  <c:v>2022-04-19</c:v>
                </c:pt>
                <c:pt idx="1205">
                  <c:v>2022-04-20</c:v>
                </c:pt>
                <c:pt idx="1206">
                  <c:v>2022-04-21</c:v>
                </c:pt>
                <c:pt idx="1207">
                  <c:v>2022-04-22</c:v>
                </c:pt>
                <c:pt idx="1208">
                  <c:v>2022-04-23</c:v>
                </c:pt>
                <c:pt idx="1209">
                  <c:v>2022-04-24</c:v>
                </c:pt>
                <c:pt idx="1210">
                  <c:v>2022-04-25</c:v>
                </c:pt>
                <c:pt idx="1211">
                  <c:v>2022-04-26</c:v>
                </c:pt>
                <c:pt idx="1212">
                  <c:v>2022-04-27</c:v>
                </c:pt>
                <c:pt idx="1213">
                  <c:v>2022-04-28</c:v>
                </c:pt>
                <c:pt idx="1214">
                  <c:v>2022-04-29</c:v>
                </c:pt>
                <c:pt idx="1215">
                  <c:v>2022-04-30</c:v>
                </c:pt>
                <c:pt idx="1216">
                  <c:v>2022-05-01</c:v>
                </c:pt>
                <c:pt idx="1217">
                  <c:v>2022-05-02</c:v>
                </c:pt>
                <c:pt idx="1218">
                  <c:v>2022-05-03</c:v>
                </c:pt>
                <c:pt idx="1219">
                  <c:v>2022-05-04</c:v>
                </c:pt>
                <c:pt idx="1220">
                  <c:v>2022-05-05</c:v>
                </c:pt>
                <c:pt idx="1221">
                  <c:v>2022-05-06</c:v>
                </c:pt>
                <c:pt idx="1222">
                  <c:v>2022-05-07</c:v>
                </c:pt>
                <c:pt idx="1223">
                  <c:v>2022-05-08</c:v>
                </c:pt>
                <c:pt idx="1224">
                  <c:v>2022-05-09</c:v>
                </c:pt>
                <c:pt idx="1225">
                  <c:v>2022-05-10</c:v>
                </c:pt>
                <c:pt idx="1226">
                  <c:v>2022-05-11</c:v>
                </c:pt>
                <c:pt idx="1227">
                  <c:v>2022-05-12</c:v>
                </c:pt>
                <c:pt idx="1228">
                  <c:v>2022-05-13</c:v>
                </c:pt>
                <c:pt idx="1229">
                  <c:v>2022-05-14</c:v>
                </c:pt>
                <c:pt idx="1230">
                  <c:v>2022-05-15</c:v>
                </c:pt>
                <c:pt idx="1231">
                  <c:v>2022-05-16</c:v>
                </c:pt>
                <c:pt idx="1232">
                  <c:v>2022-05-17</c:v>
                </c:pt>
                <c:pt idx="1233">
                  <c:v>2022-05-18</c:v>
                </c:pt>
                <c:pt idx="1234">
                  <c:v>2022-05-19</c:v>
                </c:pt>
                <c:pt idx="1235">
                  <c:v>2022-05-20</c:v>
                </c:pt>
                <c:pt idx="1236">
                  <c:v>2022-05-21</c:v>
                </c:pt>
                <c:pt idx="1237">
                  <c:v>2022-05-22</c:v>
                </c:pt>
                <c:pt idx="1238">
                  <c:v>2022-05-23</c:v>
                </c:pt>
                <c:pt idx="1239">
                  <c:v>2022-05-24</c:v>
                </c:pt>
                <c:pt idx="1240">
                  <c:v>2022-05-25</c:v>
                </c:pt>
                <c:pt idx="1241">
                  <c:v>2022-05-26</c:v>
                </c:pt>
                <c:pt idx="1242">
                  <c:v>2022-05-27</c:v>
                </c:pt>
                <c:pt idx="1243">
                  <c:v>2022-05-28</c:v>
                </c:pt>
                <c:pt idx="1244">
                  <c:v>2022-05-29</c:v>
                </c:pt>
                <c:pt idx="1245">
                  <c:v>2022-05-30</c:v>
                </c:pt>
                <c:pt idx="1246">
                  <c:v>2022-05-31</c:v>
                </c:pt>
                <c:pt idx="1247">
                  <c:v>2022-06-01</c:v>
                </c:pt>
                <c:pt idx="1248">
                  <c:v>2022-06-02</c:v>
                </c:pt>
                <c:pt idx="1249">
                  <c:v>2022-06-03</c:v>
                </c:pt>
                <c:pt idx="1250">
                  <c:v>2022-06-04</c:v>
                </c:pt>
                <c:pt idx="1251">
                  <c:v>2022-06-05</c:v>
                </c:pt>
                <c:pt idx="1252">
                  <c:v>2022-06-06</c:v>
                </c:pt>
                <c:pt idx="1253">
                  <c:v>2022-06-07</c:v>
                </c:pt>
                <c:pt idx="1254">
                  <c:v>2022-06-08</c:v>
                </c:pt>
                <c:pt idx="1255">
                  <c:v>2022-06-09</c:v>
                </c:pt>
                <c:pt idx="1256">
                  <c:v>2022-06-10</c:v>
                </c:pt>
                <c:pt idx="1257">
                  <c:v>2022-06-11</c:v>
                </c:pt>
                <c:pt idx="1258">
                  <c:v>2022-06-12</c:v>
                </c:pt>
                <c:pt idx="1259">
                  <c:v>2022-06-13</c:v>
                </c:pt>
                <c:pt idx="1260">
                  <c:v>2022-06-14</c:v>
                </c:pt>
                <c:pt idx="1261">
                  <c:v>2022-06-15</c:v>
                </c:pt>
                <c:pt idx="1262">
                  <c:v>2022-06-16</c:v>
                </c:pt>
                <c:pt idx="1263">
                  <c:v>2022-06-17</c:v>
                </c:pt>
                <c:pt idx="1264">
                  <c:v>2022-06-18</c:v>
                </c:pt>
                <c:pt idx="1265">
                  <c:v>2022-06-19</c:v>
                </c:pt>
                <c:pt idx="1266">
                  <c:v>2022-06-20</c:v>
                </c:pt>
                <c:pt idx="1267">
                  <c:v>2022-06-21</c:v>
                </c:pt>
                <c:pt idx="1268">
                  <c:v>2022-06-22</c:v>
                </c:pt>
                <c:pt idx="1269">
                  <c:v>2022-06-23</c:v>
                </c:pt>
                <c:pt idx="1270">
                  <c:v>2022-06-24</c:v>
                </c:pt>
                <c:pt idx="1271">
                  <c:v>2022-06-25</c:v>
                </c:pt>
                <c:pt idx="1272">
                  <c:v>2022-06-26</c:v>
                </c:pt>
                <c:pt idx="1273">
                  <c:v>2022-06-27</c:v>
                </c:pt>
                <c:pt idx="1274">
                  <c:v>2022-06-28</c:v>
                </c:pt>
                <c:pt idx="1275">
                  <c:v>2022-06-29</c:v>
                </c:pt>
                <c:pt idx="1276">
                  <c:v>2022-06-30</c:v>
                </c:pt>
                <c:pt idx="1277">
                  <c:v>2022-07-01</c:v>
                </c:pt>
                <c:pt idx="1278">
                  <c:v>2022-07-02</c:v>
                </c:pt>
                <c:pt idx="1279">
                  <c:v>2022-07-03</c:v>
                </c:pt>
                <c:pt idx="1280">
                  <c:v>2022-07-04</c:v>
                </c:pt>
                <c:pt idx="1281">
                  <c:v>2022-07-05</c:v>
                </c:pt>
                <c:pt idx="1282">
                  <c:v>2022-07-06</c:v>
                </c:pt>
                <c:pt idx="1283">
                  <c:v>2022-07-07</c:v>
                </c:pt>
                <c:pt idx="1284">
                  <c:v>2022-07-08</c:v>
                </c:pt>
                <c:pt idx="1285">
                  <c:v>2022-07-09</c:v>
                </c:pt>
                <c:pt idx="1286">
                  <c:v>2022-07-10</c:v>
                </c:pt>
                <c:pt idx="1287">
                  <c:v>2022-07-11</c:v>
                </c:pt>
                <c:pt idx="1288">
                  <c:v>2022-07-12</c:v>
                </c:pt>
                <c:pt idx="1289">
                  <c:v>2022-07-13</c:v>
                </c:pt>
                <c:pt idx="1290">
                  <c:v>2022-07-14</c:v>
                </c:pt>
                <c:pt idx="1291">
                  <c:v>2022-07-15</c:v>
                </c:pt>
                <c:pt idx="1292">
                  <c:v>2022-07-16</c:v>
                </c:pt>
                <c:pt idx="1293">
                  <c:v>2022-07-17</c:v>
                </c:pt>
                <c:pt idx="1294">
                  <c:v>2022-07-18</c:v>
                </c:pt>
                <c:pt idx="1295">
                  <c:v>2022-07-19</c:v>
                </c:pt>
                <c:pt idx="1296">
                  <c:v>2022-07-20</c:v>
                </c:pt>
                <c:pt idx="1297">
                  <c:v>2022-07-21</c:v>
                </c:pt>
                <c:pt idx="1298">
                  <c:v>2022-07-22</c:v>
                </c:pt>
                <c:pt idx="1299">
                  <c:v>2022-07-23</c:v>
                </c:pt>
                <c:pt idx="1300">
                  <c:v>2022-07-24</c:v>
                </c:pt>
                <c:pt idx="1301">
                  <c:v>2022-07-25</c:v>
                </c:pt>
                <c:pt idx="1302">
                  <c:v>2022-07-26</c:v>
                </c:pt>
                <c:pt idx="1303">
                  <c:v>2022-07-27</c:v>
                </c:pt>
                <c:pt idx="1304">
                  <c:v>2022-07-28</c:v>
                </c:pt>
                <c:pt idx="1305">
                  <c:v>2022-07-29</c:v>
                </c:pt>
                <c:pt idx="1306">
                  <c:v>2022-07-30</c:v>
                </c:pt>
                <c:pt idx="1307">
                  <c:v>2022-07-31</c:v>
                </c:pt>
                <c:pt idx="1308">
                  <c:v>2022-08-01</c:v>
                </c:pt>
                <c:pt idx="1309">
                  <c:v>2022-08-02</c:v>
                </c:pt>
                <c:pt idx="1310">
                  <c:v>2022-08-03</c:v>
                </c:pt>
                <c:pt idx="1311">
                  <c:v>2022-08-04</c:v>
                </c:pt>
                <c:pt idx="1312">
                  <c:v>2022-08-05</c:v>
                </c:pt>
                <c:pt idx="1313">
                  <c:v>2022-08-06</c:v>
                </c:pt>
                <c:pt idx="1314">
                  <c:v>2022-08-07</c:v>
                </c:pt>
                <c:pt idx="1315">
                  <c:v>2022-08-08</c:v>
                </c:pt>
                <c:pt idx="1316">
                  <c:v>2022-08-09</c:v>
                </c:pt>
                <c:pt idx="1317">
                  <c:v>2022-08-10</c:v>
                </c:pt>
                <c:pt idx="1318">
                  <c:v>2022-08-11</c:v>
                </c:pt>
                <c:pt idx="1319">
                  <c:v>2022-08-12</c:v>
                </c:pt>
                <c:pt idx="1320">
                  <c:v>2022-08-13</c:v>
                </c:pt>
                <c:pt idx="1321">
                  <c:v>2022-08-14</c:v>
                </c:pt>
                <c:pt idx="1322">
                  <c:v>2022-08-15</c:v>
                </c:pt>
                <c:pt idx="1323">
                  <c:v>2022-08-16</c:v>
                </c:pt>
                <c:pt idx="1324">
                  <c:v>2022-08-17</c:v>
                </c:pt>
                <c:pt idx="1325">
                  <c:v>2022-08-18</c:v>
                </c:pt>
                <c:pt idx="1326">
                  <c:v>2022-08-19</c:v>
                </c:pt>
                <c:pt idx="1327">
                  <c:v>2022-08-20</c:v>
                </c:pt>
                <c:pt idx="1328">
                  <c:v>2022-08-21</c:v>
                </c:pt>
                <c:pt idx="1329">
                  <c:v>2022-08-22</c:v>
                </c:pt>
                <c:pt idx="1330">
                  <c:v>2022-08-23</c:v>
                </c:pt>
                <c:pt idx="1331">
                  <c:v>2022-08-24</c:v>
                </c:pt>
                <c:pt idx="1332">
                  <c:v>2022-08-25</c:v>
                </c:pt>
                <c:pt idx="1333">
                  <c:v>2022-08-26</c:v>
                </c:pt>
                <c:pt idx="1334">
                  <c:v>2022-08-27</c:v>
                </c:pt>
                <c:pt idx="1335">
                  <c:v>2022-08-28</c:v>
                </c:pt>
                <c:pt idx="1336">
                  <c:v>2022-08-29</c:v>
                </c:pt>
                <c:pt idx="1337">
                  <c:v>2022-08-30</c:v>
                </c:pt>
                <c:pt idx="1338">
                  <c:v>2022-08-31</c:v>
                </c:pt>
                <c:pt idx="1339">
                  <c:v>2022-09-01</c:v>
                </c:pt>
                <c:pt idx="1340">
                  <c:v>2022-09-02</c:v>
                </c:pt>
                <c:pt idx="1341">
                  <c:v>2022-09-03</c:v>
                </c:pt>
                <c:pt idx="1342">
                  <c:v>2022-09-04</c:v>
                </c:pt>
                <c:pt idx="1343">
                  <c:v>2022-09-05</c:v>
                </c:pt>
                <c:pt idx="1344">
                  <c:v>2022-09-06</c:v>
                </c:pt>
                <c:pt idx="1345">
                  <c:v>2022-09-07</c:v>
                </c:pt>
                <c:pt idx="1346">
                  <c:v>2022-09-08</c:v>
                </c:pt>
                <c:pt idx="1347">
                  <c:v>2022-09-09</c:v>
                </c:pt>
                <c:pt idx="1348">
                  <c:v>2022-09-10</c:v>
                </c:pt>
                <c:pt idx="1349">
                  <c:v>2022-09-11</c:v>
                </c:pt>
                <c:pt idx="1350">
                  <c:v>2022-09-12</c:v>
                </c:pt>
                <c:pt idx="1351">
                  <c:v>2022-09-13</c:v>
                </c:pt>
                <c:pt idx="1352">
                  <c:v>2022-09-14</c:v>
                </c:pt>
                <c:pt idx="1353">
                  <c:v>2022-09-15</c:v>
                </c:pt>
                <c:pt idx="1354">
                  <c:v>2022-09-16</c:v>
                </c:pt>
                <c:pt idx="1355">
                  <c:v>2022-09-17</c:v>
                </c:pt>
                <c:pt idx="1356">
                  <c:v>2022-09-18</c:v>
                </c:pt>
                <c:pt idx="1357">
                  <c:v>2022-09-19</c:v>
                </c:pt>
                <c:pt idx="1358">
                  <c:v>2022-09-20</c:v>
                </c:pt>
                <c:pt idx="1359">
                  <c:v>2022-09-21</c:v>
                </c:pt>
                <c:pt idx="1360">
                  <c:v>2022-09-22</c:v>
                </c:pt>
                <c:pt idx="1361">
                  <c:v>2022-09-23</c:v>
                </c:pt>
                <c:pt idx="1362">
                  <c:v>2022-09-24</c:v>
                </c:pt>
                <c:pt idx="1363">
                  <c:v>2022-09-25</c:v>
                </c:pt>
                <c:pt idx="1364">
                  <c:v>2022-09-26</c:v>
                </c:pt>
                <c:pt idx="1365">
                  <c:v>2022-09-27</c:v>
                </c:pt>
                <c:pt idx="1366">
                  <c:v>2022-09-28</c:v>
                </c:pt>
                <c:pt idx="1367">
                  <c:v>2022-09-29</c:v>
                </c:pt>
                <c:pt idx="1368">
                  <c:v>2022-09-30</c:v>
                </c:pt>
                <c:pt idx="1369">
                  <c:v>2022-10-01</c:v>
                </c:pt>
                <c:pt idx="1370">
                  <c:v>2022-10-02</c:v>
                </c:pt>
                <c:pt idx="1371">
                  <c:v>2022-10-03</c:v>
                </c:pt>
                <c:pt idx="1372">
                  <c:v>2022-10-04</c:v>
                </c:pt>
                <c:pt idx="1373">
                  <c:v>2022-10-05</c:v>
                </c:pt>
                <c:pt idx="1374">
                  <c:v>2022-10-06</c:v>
                </c:pt>
                <c:pt idx="1375">
                  <c:v>2022-10-07</c:v>
                </c:pt>
                <c:pt idx="1376">
                  <c:v>2022-10-08</c:v>
                </c:pt>
                <c:pt idx="1377">
                  <c:v>2022-10-09</c:v>
                </c:pt>
                <c:pt idx="1378">
                  <c:v>2022-10-10</c:v>
                </c:pt>
                <c:pt idx="1379">
                  <c:v>2022-10-11</c:v>
                </c:pt>
                <c:pt idx="1380">
                  <c:v>2022-10-12</c:v>
                </c:pt>
                <c:pt idx="1381">
                  <c:v>2022-10-13</c:v>
                </c:pt>
                <c:pt idx="1382">
                  <c:v>2022-10-14</c:v>
                </c:pt>
                <c:pt idx="1383">
                  <c:v>2022-10-15</c:v>
                </c:pt>
                <c:pt idx="1384">
                  <c:v>2022-10-16</c:v>
                </c:pt>
                <c:pt idx="1385">
                  <c:v>2022-10-17</c:v>
                </c:pt>
                <c:pt idx="1386">
                  <c:v>2022-10-18</c:v>
                </c:pt>
                <c:pt idx="1387">
                  <c:v>2022-10-19</c:v>
                </c:pt>
                <c:pt idx="1388">
                  <c:v>2022-10-20</c:v>
                </c:pt>
                <c:pt idx="1389">
                  <c:v>2022-10-21</c:v>
                </c:pt>
                <c:pt idx="1390">
                  <c:v>2022-10-22</c:v>
                </c:pt>
                <c:pt idx="1391">
                  <c:v>2022-10-23</c:v>
                </c:pt>
                <c:pt idx="1392">
                  <c:v>2022-10-24</c:v>
                </c:pt>
                <c:pt idx="1393">
                  <c:v>2022-10-25</c:v>
                </c:pt>
                <c:pt idx="1394">
                  <c:v>2022-10-26</c:v>
                </c:pt>
                <c:pt idx="1395">
                  <c:v>2022-10-27</c:v>
                </c:pt>
                <c:pt idx="1396">
                  <c:v>2022-10-28</c:v>
                </c:pt>
                <c:pt idx="1397">
                  <c:v>2022-10-29</c:v>
                </c:pt>
                <c:pt idx="1398">
                  <c:v>2022-10-30</c:v>
                </c:pt>
                <c:pt idx="1399">
                  <c:v>2022-10-31</c:v>
                </c:pt>
                <c:pt idx="1400">
                  <c:v>2022-11-01</c:v>
                </c:pt>
                <c:pt idx="1401">
                  <c:v>2022-11-02</c:v>
                </c:pt>
                <c:pt idx="1402">
                  <c:v>2022-11-03</c:v>
                </c:pt>
                <c:pt idx="1403">
                  <c:v>2022-11-04</c:v>
                </c:pt>
                <c:pt idx="1404">
                  <c:v>2022-11-05</c:v>
                </c:pt>
                <c:pt idx="1405">
                  <c:v>2022-11-06</c:v>
                </c:pt>
                <c:pt idx="1406">
                  <c:v>2022-11-07</c:v>
                </c:pt>
                <c:pt idx="1407">
                  <c:v>2022-11-08</c:v>
                </c:pt>
                <c:pt idx="1408">
                  <c:v>2022-11-09</c:v>
                </c:pt>
                <c:pt idx="1409">
                  <c:v>2022-11-10</c:v>
                </c:pt>
                <c:pt idx="1410">
                  <c:v>2022-11-11</c:v>
                </c:pt>
                <c:pt idx="1411">
                  <c:v>2022-11-12</c:v>
                </c:pt>
                <c:pt idx="1412">
                  <c:v>2022-11-13</c:v>
                </c:pt>
                <c:pt idx="1413">
                  <c:v>2022-11-14</c:v>
                </c:pt>
                <c:pt idx="1414">
                  <c:v>2022-11-15</c:v>
                </c:pt>
                <c:pt idx="1415">
                  <c:v>2022-11-16</c:v>
                </c:pt>
                <c:pt idx="1416">
                  <c:v>2022-11-17</c:v>
                </c:pt>
                <c:pt idx="1417">
                  <c:v>2022-11-18</c:v>
                </c:pt>
                <c:pt idx="1418">
                  <c:v>2022-11-19</c:v>
                </c:pt>
                <c:pt idx="1419">
                  <c:v>2022-11-20</c:v>
                </c:pt>
                <c:pt idx="1420">
                  <c:v>2022-11-21</c:v>
                </c:pt>
                <c:pt idx="1421">
                  <c:v>2022-11-22</c:v>
                </c:pt>
                <c:pt idx="1422">
                  <c:v>2022-11-23</c:v>
                </c:pt>
                <c:pt idx="1423">
                  <c:v>2022-11-24</c:v>
                </c:pt>
                <c:pt idx="1424">
                  <c:v>2022-11-25</c:v>
                </c:pt>
                <c:pt idx="1425">
                  <c:v>2022-11-26</c:v>
                </c:pt>
                <c:pt idx="1426">
                  <c:v>2022-11-27</c:v>
                </c:pt>
                <c:pt idx="1427">
                  <c:v>2022-11-28</c:v>
                </c:pt>
                <c:pt idx="1428">
                  <c:v>2022-11-29</c:v>
                </c:pt>
                <c:pt idx="1429">
                  <c:v>2022-11-30</c:v>
                </c:pt>
                <c:pt idx="1430">
                  <c:v>2022-12-01</c:v>
                </c:pt>
                <c:pt idx="1431">
                  <c:v>2022-12-02</c:v>
                </c:pt>
                <c:pt idx="1432">
                  <c:v>2022-12-03</c:v>
                </c:pt>
                <c:pt idx="1433">
                  <c:v>2022-12-04</c:v>
                </c:pt>
                <c:pt idx="1434">
                  <c:v>2022-12-05</c:v>
                </c:pt>
                <c:pt idx="1435">
                  <c:v>2022-12-06</c:v>
                </c:pt>
                <c:pt idx="1436">
                  <c:v>2022-12-07</c:v>
                </c:pt>
                <c:pt idx="1437">
                  <c:v>2022-12-08</c:v>
                </c:pt>
                <c:pt idx="1438">
                  <c:v>2022-12-09</c:v>
                </c:pt>
                <c:pt idx="1439">
                  <c:v>2022-12-10</c:v>
                </c:pt>
                <c:pt idx="1440">
                  <c:v>2022-12-11</c:v>
                </c:pt>
                <c:pt idx="1441">
                  <c:v>2022-12-12</c:v>
                </c:pt>
                <c:pt idx="1442">
                  <c:v>2022-12-13</c:v>
                </c:pt>
                <c:pt idx="1443">
                  <c:v>2022-12-14</c:v>
                </c:pt>
                <c:pt idx="1444">
                  <c:v>2022-12-15</c:v>
                </c:pt>
                <c:pt idx="1445">
                  <c:v>2022-12-16</c:v>
                </c:pt>
                <c:pt idx="1446">
                  <c:v>2022-12-17</c:v>
                </c:pt>
                <c:pt idx="1447">
                  <c:v>2022-12-18</c:v>
                </c:pt>
                <c:pt idx="1448">
                  <c:v>2022-12-19</c:v>
                </c:pt>
                <c:pt idx="1449">
                  <c:v>2022-12-20</c:v>
                </c:pt>
                <c:pt idx="1450">
                  <c:v>2022-12-21</c:v>
                </c:pt>
                <c:pt idx="1451">
                  <c:v>2022-12-22</c:v>
                </c:pt>
                <c:pt idx="1452">
                  <c:v>2022-12-23</c:v>
                </c:pt>
                <c:pt idx="1453">
                  <c:v>2022-12-24</c:v>
                </c:pt>
                <c:pt idx="1454">
                  <c:v>2022-12-25</c:v>
                </c:pt>
                <c:pt idx="1455">
                  <c:v>2022-12-26</c:v>
                </c:pt>
                <c:pt idx="1456">
                  <c:v>2022-12-27</c:v>
                </c:pt>
                <c:pt idx="1457">
                  <c:v>2022-12-28</c:v>
                </c:pt>
                <c:pt idx="1458">
                  <c:v>2022-12-29</c:v>
                </c:pt>
                <c:pt idx="1459">
                  <c:v>2022-12-30</c:v>
                </c:pt>
                <c:pt idx="1460">
                  <c:v>2022-12-31</c:v>
                </c:pt>
                <c:pt idx="1461">
                  <c:v>2023-01-01</c:v>
                </c:pt>
                <c:pt idx="1462">
                  <c:v>2023-01-02</c:v>
                </c:pt>
                <c:pt idx="1463">
                  <c:v>2023-01-03</c:v>
                </c:pt>
                <c:pt idx="1464">
                  <c:v>2023-01-04</c:v>
                </c:pt>
                <c:pt idx="1465">
                  <c:v>2023-01-05</c:v>
                </c:pt>
                <c:pt idx="1466">
                  <c:v>2023-01-06</c:v>
                </c:pt>
                <c:pt idx="1467">
                  <c:v>2023-01-07</c:v>
                </c:pt>
                <c:pt idx="1468">
                  <c:v>2023-01-08</c:v>
                </c:pt>
                <c:pt idx="1469">
                  <c:v>2023-01-09</c:v>
                </c:pt>
                <c:pt idx="1470">
                  <c:v>2023-01-10</c:v>
                </c:pt>
                <c:pt idx="1471">
                  <c:v>2023-01-11</c:v>
                </c:pt>
                <c:pt idx="1472">
                  <c:v>2023-01-12</c:v>
                </c:pt>
                <c:pt idx="1473">
                  <c:v>2023-01-13</c:v>
                </c:pt>
                <c:pt idx="1474">
                  <c:v>2023-01-14</c:v>
                </c:pt>
                <c:pt idx="1475">
                  <c:v>2023-01-15</c:v>
                </c:pt>
                <c:pt idx="1476">
                  <c:v>2023-01-16</c:v>
                </c:pt>
                <c:pt idx="1477">
                  <c:v>2023-01-17</c:v>
                </c:pt>
                <c:pt idx="1478">
                  <c:v>2023-01-18</c:v>
                </c:pt>
                <c:pt idx="1479">
                  <c:v>2023-01-19</c:v>
                </c:pt>
                <c:pt idx="1480">
                  <c:v>2023-01-20</c:v>
                </c:pt>
                <c:pt idx="1481">
                  <c:v>2023-01-21</c:v>
                </c:pt>
                <c:pt idx="1482">
                  <c:v>2023-01-22</c:v>
                </c:pt>
                <c:pt idx="1483">
                  <c:v>2023-01-23</c:v>
                </c:pt>
                <c:pt idx="1484">
                  <c:v>2023-01-24</c:v>
                </c:pt>
                <c:pt idx="1485">
                  <c:v>2023-01-25</c:v>
                </c:pt>
                <c:pt idx="1486">
                  <c:v>2023-01-26</c:v>
                </c:pt>
                <c:pt idx="1487">
                  <c:v>2023-01-27</c:v>
                </c:pt>
                <c:pt idx="1488">
                  <c:v>2023-01-28</c:v>
                </c:pt>
                <c:pt idx="1489">
                  <c:v>2023-01-29</c:v>
                </c:pt>
                <c:pt idx="1490">
                  <c:v>2023-01-30</c:v>
                </c:pt>
                <c:pt idx="1491">
                  <c:v>2023-01-31</c:v>
                </c:pt>
                <c:pt idx="1492">
                  <c:v>2023-02-01</c:v>
                </c:pt>
                <c:pt idx="1493">
                  <c:v>2023-02-02</c:v>
                </c:pt>
                <c:pt idx="1494">
                  <c:v>2023-02-03</c:v>
                </c:pt>
                <c:pt idx="1495">
                  <c:v>2023-02-04</c:v>
                </c:pt>
                <c:pt idx="1496">
                  <c:v>2023-02-05</c:v>
                </c:pt>
                <c:pt idx="1497">
                  <c:v>2023-02-06</c:v>
                </c:pt>
                <c:pt idx="1498">
                  <c:v>2023-02-07</c:v>
                </c:pt>
                <c:pt idx="1499">
                  <c:v>2023-02-08</c:v>
                </c:pt>
                <c:pt idx="1500">
                  <c:v>2023-02-09</c:v>
                </c:pt>
                <c:pt idx="1501">
                  <c:v>2023-02-10</c:v>
                </c:pt>
                <c:pt idx="1502">
                  <c:v>2023-02-11</c:v>
                </c:pt>
                <c:pt idx="1503">
                  <c:v>2023-02-12</c:v>
                </c:pt>
                <c:pt idx="1504">
                  <c:v>2023-02-13</c:v>
                </c:pt>
                <c:pt idx="1505">
                  <c:v>2023-02-14</c:v>
                </c:pt>
                <c:pt idx="1506">
                  <c:v>2023-02-15</c:v>
                </c:pt>
                <c:pt idx="1507">
                  <c:v>2023-02-16</c:v>
                </c:pt>
                <c:pt idx="1508">
                  <c:v>2023-02-17</c:v>
                </c:pt>
                <c:pt idx="1509">
                  <c:v>2023-02-18</c:v>
                </c:pt>
                <c:pt idx="1510">
                  <c:v>2023-02-19</c:v>
                </c:pt>
                <c:pt idx="1511">
                  <c:v>2023-02-20</c:v>
                </c:pt>
                <c:pt idx="1512">
                  <c:v>2023-02-21</c:v>
                </c:pt>
                <c:pt idx="1513">
                  <c:v>2023-02-22</c:v>
                </c:pt>
                <c:pt idx="1514">
                  <c:v>2023-02-23</c:v>
                </c:pt>
                <c:pt idx="1515">
                  <c:v>2023-02-24</c:v>
                </c:pt>
                <c:pt idx="1516">
                  <c:v>2023-02-25</c:v>
                </c:pt>
                <c:pt idx="1517">
                  <c:v>2023-02-26</c:v>
                </c:pt>
                <c:pt idx="1518">
                  <c:v>2023-02-27</c:v>
                </c:pt>
                <c:pt idx="1519">
                  <c:v>2023-02-28</c:v>
                </c:pt>
                <c:pt idx="1520">
                  <c:v>2023-03-01</c:v>
                </c:pt>
                <c:pt idx="1521">
                  <c:v>2023-03-02</c:v>
                </c:pt>
                <c:pt idx="1522">
                  <c:v>2023-03-03</c:v>
                </c:pt>
                <c:pt idx="1523">
                  <c:v>2023-03-04</c:v>
                </c:pt>
                <c:pt idx="1524">
                  <c:v>2023-03-05</c:v>
                </c:pt>
                <c:pt idx="1525">
                  <c:v>2023-03-06</c:v>
                </c:pt>
                <c:pt idx="1526">
                  <c:v>2023-03-07</c:v>
                </c:pt>
                <c:pt idx="1527">
                  <c:v>2023-03-08</c:v>
                </c:pt>
                <c:pt idx="1528">
                  <c:v>2023-03-09</c:v>
                </c:pt>
                <c:pt idx="1529">
                  <c:v>2023-03-10</c:v>
                </c:pt>
                <c:pt idx="1530">
                  <c:v>2023-03-11</c:v>
                </c:pt>
                <c:pt idx="1531">
                  <c:v>2023-03-12</c:v>
                </c:pt>
                <c:pt idx="1532">
                  <c:v>2023-03-13</c:v>
                </c:pt>
                <c:pt idx="1533">
                  <c:v>2023-03-14</c:v>
                </c:pt>
                <c:pt idx="1534">
                  <c:v>2023-03-15</c:v>
                </c:pt>
                <c:pt idx="1535">
                  <c:v>2023-03-16</c:v>
                </c:pt>
                <c:pt idx="1536">
                  <c:v>2023-03-17</c:v>
                </c:pt>
                <c:pt idx="1537">
                  <c:v>2023-03-18</c:v>
                </c:pt>
                <c:pt idx="1538">
                  <c:v>2023-03-19</c:v>
                </c:pt>
                <c:pt idx="1539">
                  <c:v>2023-03-20</c:v>
                </c:pt>
                <c:pt idx="1540">
                  <c:v>2023-03-21</c:v>
                </c:pt>
                <c:pt idx="1541">
                  <c:v>2023-03-22</c:v>
                </c:pt>
                <c:pt idx="1542">
                  <c:v>2023-03-23</c:v>
                </c:pt>
                <c:pt idx="1543">
                  <c:v>2023-03-24</c:v>
                </c:pt>
                <c:pt idx="1544">
                  <c:v>2023-03-25</c:v>
                </c:pt>
                <c:pt idx="1545">
                  <c:v>2023-03-26</c:v>
                </c:pt>
                <c:pt idx="1546">
                  <c:v>2023-03-27</c:v>
                </c:pt>
                <c:pt idx="1547">
                  <c:v>2023-03-28</c:v>
                </c:pt>
                <c:pt idx="1548">
                  <c:v>2023-03-29</c:v>
                </c:pt>
                <c:pt idx="1549">
                  <c:v>2023-03-30</c:v>
                </c:pt>
                <c:pt idx="1550">
                  <c:v>2023-03-31</c:v>
                </c:pt>
                <c:pt idx="1551">
                  <c:v>2023-04-01</c:v>
                </c:pt>
                <c:pt idx="1552">
                  <c:v>2023-04-02</c:v>
                </c:pt>
                <c:pt idx="1553">
                  <c:v>2023-04-03</c:v>
                </c:pt>
                <c:pt idx="1554">
                  <c:v>2023-04-04</c:v>
                </c:pt>
                <c:pt idx="1555">
                  <c:v>2023-04-05</c:v>
                </c:pt>
                <c:pt idx="1556">
                  <c:v>2023-04-06</c:v>
                </c:pt>
                <c:pt idx="1557">
                  <c:v>2023-04-07</c:v>
                </c:pt>
                <c:pt idx="1558">
                  <c:v>2023-04-08</c:v>
                </c:pt>
                <c:pt idx="1559">
                  <c:v>2023-04-09</c:v>
                </c:pt>
                <c:pt idx="1560">
                  <c:v>2023-04-10</c:v>
                </c:pt>
                <c:pt idx="1561">
                  <c:v>2023-04-11</c:v>
                </c:pt>
                <c:pt idx="1562">
                  <c:v>2023-04-12</c:v>
                </c:pt>
                <c:pt idx="1563">
                  <c:v>2023-04-13</c:v>
                </c:pt>
                <c:pt idx="1564">
                  <c:v>2023-04-14</c:v>
                </c:pt>
                <c:pt idx="1565">
                  <c:v>2023-04-15</c:v>
                </c:pt>
                <c:pt idx="1566">
                  <c:v>2023-04-16</c:v>
                </c:pt>
                <c:pt idx="1567">
                  <c:v>2023-04-17</c:v>
                </c:pt>
                <c:pt idx="1568">
                  <c:v>2023-04-18</c:v>
                </c:pt>
                <c:pt idx="1569">
                  <c:v>2023-04-19</c:v>
                </c:pt>
                <c:pt idx="1570">
                  <c:v>2023-04-20</c:v>
                </c:pt>
                <c:pt idx="1571">
                  <c:v>2023-04-21</c:v>
                </c:pt>
                <c:pt idx="1572">
                  <c:v>2023-04-22</c:v>
                </c:pt>
                <c:pt idx="1573">
                  <c:v>2023-04-23</c:v>
                </c:pt>
                <c:pt idx="1574">
                  <c:v>2023-04-24</c:v>
                </c:pt>
                <c:pt idx="1575">
                  <c:v>2023-04-25</c:v>
                </c:pt>
                <c:pt idx="1576">
                  <c:v>2023-04-26</c:v>
                </c:pt>
                <c:pt idx="1577">
                  <c:v>2023-04-27</c:v>
                </c:pt>
                <c:pt idx="1578">
                  <c:v>2023-04-28</c:v>
                </c:pt>
                <c:pt idx="1579">
                  <c:v>2023-04-29</c:v>
                </c:pt>
                <c:pt idx="1580">
                  <c:v>2023-04-30</c:v>
                </c:pt>
                <c:pt idx="1581">
                  <c:v>2023-05-01</c:v>
                </c:pt>
                <c:pt idx="1582">
                  <c:v>2023-05-02</c:v>
                </c:pt>
                <c:pt idx="1583">
                  <c:v>2023-05-03</c:v>
                </c:pt>
                <c:pt idx="1584">
                  <c:v>2023-05-04</c:v>
                </c:pt>
                <c:pt idx="1585">
                  <c:v>2023-05-05</c:v>
                </c:pt>
                <c:pt idx="1586">
                  <c:v>2023-05-06</c:v>
                </c:pt>
                <c:pt idx="1587">
                  <c:v>2023-05-07</c:v>
                </c:pt>
                <c:pt idx="1588">
                  <c:v>2023-05-08</c:v>
                </c:pt>
                <c:pt idx="1589">
                  <c:v>2023-05-09</c:v>
                </c:pt>
                <c:pt idx="1590">
                  <c:v>2023-05-10</c:v>
                </c:pt>
                <c:pt idx="1591">
                  <c:v>2023-05-11</c:v>
                </c:pt>
                <c:pt idx="1592">
                  <c:v>2023-05-12</c:v>
                </c:pt>
                <c:pt idx="1593">
                  <c:v>2023-05-13</c:v>
                </c:pt>
                <c:pt idx="1594">
                  <c:v>2023-05-14</c:v>
                </c:pt>
                <c:pt idx="1595">
                  <c:v>2023-05-15</c:v>
                </c:pt>
                <c:pt idx="1596">
                  <c:v>2023-05-16</c:v>
                </c:pt>
                <c:pt idx="1597">
                  <c:v>2023-05-17</c:v>
                </c:pt>
                <c:pt idx="1598">
                  <c:v>2023-05-18</c:v>
                </c:pt>
                <c:pt idx="1599">
                  <c:v>2023-05-19</c:v>
                </c:pt>
                <c:pt idx="1600">
                  <c:v>2023-05-20</c:v>
                </c:pt>
                <c:pt idx="1601">
                  <c:v>2023-05-21</c:v>
                </c:pt>
                <c:pt idx="1602">
                  <c:v>2023-05-22</c:v>
                </c:pt>
                <c:pt idx="1603">
                  <c:v>2023-05-23</c:v>
                </c:pt>
                <c:pt idx="1604">
                  <c:v>2023-05-24</c:v>
                </c:pt>
                <c:pt idx="1605">
                  <c:v>2023-05-25</c:v>
                </c:pt>
                <c:pt idx="1606">
                  <c:v>2023-05-26</c:v>
                </c:pt>
                <c:pt idx="1607">
                  <c:v>2023-05-27</c:v>
                </c:pt>
                <c:pt idx="1608">
                  <c:v>2023-05-28</c:v>
                </c:pt>
                <c:pt idx="1609">
                  <c:v>2023-05-29</c:v>
                </c:pt>
                <c:pt idx="1610">
                  <c:v>2023-05-30</c:v>
                </c:pt>
                <c:pt idx="1611">
                  <c:v>2023-05-31</c:v>
                </c:pt>
                <c:pt idx="1612">
                  <c:v>2023-06-01</c:v>
                </c:pt>
                <c:pt idx="1613">
                  <c:v>2023-06-02</c:v>
                </c:pt>
                <c:pt idx="1614">
                  <c:v>2023-06-03</c:v>
                </c:pt>
                <c:pt idx="1615">
                  <c:v>2023-06-04</c:v>
                </c:pt>
                <c:pt idx="1616">
                  <c:v>2023-06-05</c:v>
                </c:pt>
                <c:pt idx="1617">
                  <c:v>2023-06-06</c:v>
                </c:pt>
                <c:pt idx="1618">
                  <c:v>2023-06-07</c:v>
                </c:pt>
                <c:pt idx="1619">
                  <c:v>2023-06-08</c:v>
                </c:pt>
                <c:pt idx="1620">
                  <c:v>2023-06-09</c:v>
                </c:pt>
                <c:pt idx="1621">
                  <c:v>2023-06-10</c:v>
                </c:pt>
                <c:pt idx="1622">
                  <c:v>2023-06-11</c:v>
                </c:pt>
                <c:pt idx="1623">
                  <c:v>2023-06-12</c:v>
                </c:pt>
                <c:pt idx="1624">
                  <c:v>2023-06-13</c:v>
                </c:pt>
                <c:pt idx="1625">
                  <c:v>2023-06-14</c:v>
                </c:pt>
                <c:pt idx="1626">
                  <c:v>2023-06-15</c:v>
                </c:pt>
                <c:pt idx="1627">
                  <c:v>2023-06-16</c:v>
                </c:pt>
                <c:pt idx="1628">
                  <c:v>2023-06-17</c:v>
                </c:pt>
                <c:pt idx="1629">
                  <c:v>2023-06-18</c:v>
                </c:pt>
                <c:pt idx="1630">
                  <c:v>2023-06-19</c:v>
                </c:pt>
                <c:pt idx="1631">
                  <c:v>2023-06-20</c:v>
                </c:pt>
                <c:pt idx="1632">
                  <c:v>2023-06-21</c:v>
                </c:pt>
                <c:pt idx="1633">
                  <c:v>2023-06-22</c:v>
                </c:pt>
                <c:pt idx="1634">
                  <c:v>2023-06-23</c:v>
                </c:pt>
                <c:pt idx="1635">
                  <c:v>2023-06-24</c:v>
                </c:pt>
                <c:pt idx="1636">
                  <c:v>2023-06-25</c:v>
                </c:pt>
                <c:pt idx="1637">
                  <c:v>2023-06-26</c:v>
                </c:pt>
                <c:pt idx="1638">
                  <c:v>2023-06-27</c:v>
                </c:pt>
                <c:pt idx="1639">
                  <c:v>2023-06-28</c:v>
                </c:pt>
                <c:pt idx="1640">
                  <c:v>2023-06-29</c:v>
                </c:pt>
                <c:pt idx="1641">
                  <c:v>2023-06-30</c:v>
                </c:pt>
                <c:pt idx="1642">
                  <c:v>2023-07-01</c:v>
                </c:pt>
                <c:pt idx="1643">
                  <c:v>2023-07-02</c:v>
                </c:pt>
                <c:pt idx="1644">
                  <c:v>2023-07-03</c:v>
                </c:pt>
                <c:pt idx="1645">
                  <c:v>2023-07-04</c:v>
                </c:pt>
                <c:pt idx="1646">
                  <c:v>2023-07-05</c:v>
                </c:pt>
                <c:pt idx="1647">
                  <c:v>2023-07-06</c:v>
                </c:pt>
                <c:pt idx="1648">
                  <c:v>2023-07-07</c:v>
                </c:pt>
                <c:pt idx="1649">
                  <c:v>2023-07-08</c:v>
                </c:pt>
                <c:pt idx="1650">
                  <c:v>2023-07-09</c:v>
                </c:pt>
                <c:pt idx="1651">
                  <c:v>2023-07-10</c:v>
                </c:pt>
                <c:pt idx="1652">
                  <c:v>2023-07-11</c:v>
                </c:pt>
                <c:pt idx="1653">
                  <c:v>2023-07-12</c:v>
                </c:pt>
                <c:pt idx="1654">
                  <c:v>2023-07-13</c:v>
                </c:pt>
                <c:pt idx="1655">
                  <c:v>2023-07-14</c:v>
                </c:pt>
                <c:pt idx="1656">
                  <c:v>2023-07-15</c:v>
                </c:pt>
                <c:pt idx="1657">
                  <c:v>2023-07-16</c:v>
                </c:pt>
                <c:pt idx="1658">
                  <c:v>2023-07-17</c:v>
                </c:pt>
                <c:pt idx="1659">
                  <c:v>2023-07-18</c:v>
                </c:pt>
                <c:pt idx="1660">
                  <c:v>2023-07-19</c:v>
                </c:pt>
                <c:pt idx="1661">
                  <c:v>2023-07-20</c:v>
                </c:pt>
                <c:pt idx="1662">
                  <c:v>2023-07-21</c:v>
                </c:pt>
                <c:pt idx="1663">
                  <c:v>2023-07-22</c:v>
                </c:pt>
                <c:pt idx="1664">
                  <c:v>2023-07-23</c:v>
                </c:pt>
                <c:pt idx="1665">
                  <c:v>2023-07-24</c:v>
                </c:pt>
                <c:pt idx="1666">
                  <c:v>2023-07-25</c:v>
                </c:pt>
                <c:pt idx="1667">
                  <c:v>2023-07-26</c:v>
                </c:pt>
                <c:pt idx="1668">
                  <c:v>2023-07-27</c:v>
                </c:pt>
                <c:pt idx="1669">
                  <c:v>2023-07-28</c:v>
                </c:pt>
                <c:pt idx="1670">
                  <c:v>2023-07-29</c:v>
                </c:pt>
                <c:pt idx="1671">
                  <c:v>2023-07-30</c:v>
                </c:pt>
                <c:pt idx="1672">
                  <c:v>2023-07-31</c:v>
                </c:pt>
                <c:pt idx="1673">
                  <c:v>2023-08-01</c:v>
                </c:pt>
                <c:pt idx="1674">
                  <c:v>2023-08-02</c:v>
                </c:pt>
                <c:pt idx="1675">
                  <c:v>2023-08-03</c:v>
                </c:pt>
                <c:pt idx="1676">
                  <c:v>2023-08-04</c:v>
                </c:pt>
                <c:pt idx="1677">
                  <c:v>2023-08-05</c:v>
                </c:pt>
                <c:pt idx="1678">
                  <c:v>2023-08-06</c:v>
                </c:pt>
                <c:pt idx="1679">
                  <c:v>2023-08-07</c:v>
                </c:pt>
                <c:pt idx="1680">
                  <c:v>2023-08-08</c:v>
                </c:pt>
                <c:pt idx="1681">
                  <c:v>2023-08-09</c:v>
                </c:pt>
                <c:pt idx="1682">
                  <c:v>2023-08-10</c:v>
                </c:pt>
                <c:pt idx="1683">
                  <c:v>2023-08-11</c:v>
                </c:pt>
                <c:pt idx="1684">
                  <c:v>2023-08-12</c:v>
                </c:pt>
                <c:pt idx="1685">
                  <c:v>2023-08-13</c:v>
                </c:pt>
                <c:pt idx="1686">
                  <c:v>2023-08-14</c:v>
                </c:pt>
                <c:pt idx="1687">
                  <c:v>2023-08-15</c:v>
                </c:pt>
                <c:pt idx="1688">
                  <c:v>2023-08-16</c:v>
                </c:pt>
                <c:pt idx="1689">
                  <c:v>2023-08-17</c:v>
                </c:pt>
                <c:pt idx="1690">
                  <c:v>2023-08-18</c:v>
                </c:pt>
                <c:pt idx="1691">
                  <c:v>2023-08-19</c:v>
                </c:pt>
                <c:pt idx="1692">
                  <c:v>2023-08-20</c:v>
                </c:pt>
                <c:pt idx="1693">
                  <c:v>2023-08-21</c:v>
                </c:pt>
                <c:pt idx="1694">
                  <c:v>2023-08-22</c:v>
                </c:pt>
                <c:pt idx="1695">
                  <c:v>2023-08-23</c:v>
                </c:pt>
                <c:pt idx="1696">
                  <c:v>2023-08-24</c:v>
                </c:pt>
                <c:pt idx="1697">
                  <c:v>2023-08-25</c:v>
                </c:pt>
                <c:pt idx="1698">
                  <c:v>2023-08-26</c:v>
                </c:pt>
                <c:pt idx="1699">
                  <c:v>2023-08-27</c:v>
                </c:pt>
                <c:pt idx="1700">
                  <c:v>2023-08-28</c:v>
                </c:pt>
                <c:pt idx="1701">
                  <c:v>2023-08-29</c:v>
                </c:pt>
                <c:pt idx="1702">
                  <c:v>2023-08-30</c:v>
                </c:pt>
                <c:pt idx="1703">
                  <c:v>2023-08-31</c:v>
                </c:pt>
                <c:pt idx="1704">
                  <c:v>2023-09-01</c:v>
                </c:pt>
                <c:pt idx="1705">
                  <c:v>2023-09-02</c:v>
                </c:pt>
                <c:pt idx="1706">
                  <c:v>2023-09-03</c:v>
                </c:pt>
                <c:pt idx="1707">
                  <c:v>2023-09-04</c:v>
                </c:pt>
                <c:pt idx="1708">
                  <c:v>2023-09-05</c:v>
                </c:pt>
                <c:pt idx="1709">
                  <c:v>2023-09-06</c:v>
                </c:pt>
                <c:pt idx="1710">
                  <c:v>2023-09-07</c:v>
                </c:pt>
                <c:pt idx="1711">
                  <c:v>2023-09-08</c:v>
                </c:pt>
                <c:pt idx="1712">
                  <c:v>2023-09-09</c:v>
                </c:pt>
                <c:pt idx="1713">
                  <c:v>2023-09-10</c:v>
                </c:pt>
                <c:pt idx="1714">
                  <c:v>2023-09-11</c:v>
                </c:pt>
                <c:pt idx="1715">
                  <c:v>2023-09-12</c:v>
                </c:pt>
                <c:pt idx="1716">
                  <c:v>2023-09-13</c:v>
                </c:pt>
                <c:pt idx="1717">
                  <c:v>2023-09-14</c:v>
                </c:pt>
                <c:pt idx="1718">
                  <c:v>2023-09-15</c:v>
                </c:pt>
                <c:pt idx="1719">
                  <c:v>2023-09-16</c:v>
                </c:pt>
                <c:pt idx="1720">
                  <c:v>2023-09-17</c:v>
                </c:pt>
                <c:pt idx="1721">
                  <c:v>2023-09-18</c:v>
                </c:pt>
                <c:pt idx="1722">
                  <c:v>2023-09-19</c:v>
                </c:pt>
                <c:pt idx="1723">
                  <c:v>2023-09-20</c:v>
                </c:pt>
                <c:pt idx="1724">
                  <c:v>2023-09-21</c:v>
                </c:pt>
                <c:pt idx="1725">
                  <c:v>2023-09-22</c:v>
                </c:pt>
                <c:pt idx="1726">
                  <c:v>2023-09-23</c:v>
                </c:pt>
                <c:pt idx="1727">
                  <c:v>2023-09-24</c:v>
                </c:pt>
                <c:pt idx="1728">
                  <c:v>2023-09-25</c:v>
                </c:pt>
                <c:pt idx="1729">
                  <c:v>2023-09-26</c:v>
                </c:pt>
                <c:pt idx="1730">
                  <c:v>2023-09-27</c:v>
                </c:pt>
                <c:pt idx="1731">
                  <c:v>2023-09-28</c:v>
                </c:pt>
                <c:pt idx="1732">
                  <c:v>2023-09-29</c:v>
                </c:pt>
                <c:pt idx="1733">
                  <c:v>2023-09-30</c:v>
                </c:pt>
                <c:pt idx="1734">
                  <c:v>2023-10-01</c:v>
                </c:pt>
                <c:pt idx="1735">
                  <c:v>2023-10-02</c:v>
                </c:pt>
                <c:pt idx="1736">
                  <c:v>2023-10-03</c:v>
                </c:pt>
                <c:pt idx="1737">
                  <c:v>2023-10-04</c:v>
                </c:pt>
                <c:pt idx="1738">
                  <c:v>2023-10-05</c:v>
                </c:pt>
                <c:pt idx="1739">
                  <c:v>2023-10-06</c:v>
                </c:pt>
                <c:pt idx="1740">
                  <c:v>2023-10-07</c:v>
                </c:pt>
                <c:pt idx="1741">
                  <c:v>2023-10-08</c:v>
                </c:pt>
                <c:pt idx="1742">
                  <c:v>2023-10-09</c:v>
                </c:pt>
                <c:pt idx="1743">
                  <c:v>2023-10-10</c:v>
                </c:pt>
                <c:pt idx="1744">
                  <c:v>2023-10-11</c:v>
                </c:pt>
                <c:pt idx="1745">
                  <c:v>2023-10-12</c:v>
                </c:pt>
                <c:pt idx="1746">
                  <c:v>2023-10-13</c:v>
                </c:pt>
                <c:pt idx="1747">
                  <c:v>2023-10-14</c:v>
                </c:pt>
                <c:pt idx="1748">
                  <c:v>2023-10-15</c:v>
                </c:pt>
                <c:pt idx="1749">
                  <c:v>2023-10-16</c:v>
                </c:pt>
                <c:pt idx="1750">
                  <c:v>2023-10-17</c:v>
                </c:pt>
                <c:pt idx="1751">
                  <c:v>2023-10-18</c:v>
                </c:pt>
                <c:pt idx="1752">
                  <c:v>2023-10-19</c:v>
                </c:pt>
                <c:pt idx="1753">
                  <c:v>2023-10-20</c:v>
                </c:pt>
                <c:pt idx="1754">
                  <c:v>2023-10-21</c:v>
                </c:pt>
                <c:pt idx="1755">
                  <c:v>2023-10-22</c:v>
                </c:pt>
                <c:pt idx="1756">
                  <c:v>2023-10-23</c:v>
                </c:pt>
                <c:pt idx="1757">
                  <c:v>2023-10-24</c:v>
                </c:pt>
                <c:pt idx="1758">
                  <c:v>2023-10-25</c:v>
                </c:pt>
                <c:pt idx="1759">
                  <c:v>2023-10-26</c:v>
                </c:pt>
                <c:pt idx="1760">
                  <c:v>2023-10-27</c:v>
                </c:pt>
                <c:pt idx="1761">
                  <c:v>2023-10-28</c:v>
                </c:pt>
                <c:pt idx="1762">
                  <c:v>2023-10-29</c:v>
                </c:pt>
                <c:pt idx="1763">
                  <c:v>2023-10-30</c:v>
                </c:pt>
                <c:pt idx="1764">
                  <c:v>2023-10-31</c:v>
                </c:pt>
                <c:pt idx="1765">
                  <c:v>2023-11-01</c:v>
                </c:pt>
                <c:pt idx="1766">
                  <c:v>2023-11-02</c:v>
                </c:pt>
                <c:pt idx="1767">
                  <c:v>2023-11-03</c:v>
                </c:pt>
                <c:pt idx="1768">
                  <c:v>2023-11-04</c:v>
                </c:pt>
                <c:pt idx="1769">
                  <c:v>2023-11-05</c:v>
                </c:pt>
                <c:pt idx="1770">
                  <c:v>2023-11-06</c:v>
                </c:pt>
                <c:pt idx="1771">
                  <c:v>2023-11-07</c:v>
                </c:pt>
                <c:pt idx="1772">
                  <c:v>2023-11-08</c:v>
                </c:pt>
                <c:pt idx="1773">
                  <c:v>2023-11-09</c:v>
                </c:pt>
                <c:pt idx="1774">
                  <c:v>2023-11-10</c:v>
                </c:pt>
                <c:pt idx="1775">
                  <c:v>2023-11-11</c:v>
                </c:pt>
                <c:pt idx="1776">
                  <c:v>2023-11-12</c:v>
                </c:pt>
                <c:pt idx="1777">
                  <c:v>2023-11-13</c:v>
                </c:pt>
                <c:pt idx="1778">
                  <c:v>2023-11-14</c:v>
                </c:pt>
                <c:pt idx="1779">
                  <c:v>2023-11-15</c:v>
                </c:pt>
                <c:pt idx="1780">
                  <c:v>2023-11-16</c:v>
                </c:pt>
                <c:pt idx="1781">
                  <c:v>2023-11-17</c:v>
                </c:pt>
                <c:pt idx="1782">
                  <c:v>2023-11-18</c:v>
                </c:pt>
                <c:pt idx="1783">
                  <c:v>2023-11-19</c:v>
                </c:pt>
                <c:pt idx="1784">
                  <c:v>2023-11-20</c:v>
                </c:pt>
                <c:pt idx="1785">
                  <c:v>2023-11-21</c:v>
                </c:pt>
                <c:pt idx="1786">
                  <c:v>2023-11-22</c:v>
                </c:pt>
                <c:pt idx="1787">
                  <c:v>2023-11-23</c:v>
                </c:pt>
                <c:pt idx="1788">
                  <c:v>2023-11-24</c:v>
                </c:pt>
                <c:pt idx="1789">
                  <c:v>2023-11-25</c:v>
                </c:pt>
                <c:pt idx="1790">
                  <c:v>2023-11-26</c:v>
                </c:pt>
                <c:pt idx="1791">
                  <c:v>2023-11-27</c:v>
                </c:pt>
                <c:pt idx="1792">
                  <c:v>2023-11-28</c:v>
                </c:pt>
                <c:pt idx="1793">
                  <c:v>2023-11-29</c:v>
                </c:pt>
                <c:pt idx="1794">
                  <c:v>2023-11-30</c:v>
                </c:pt>
                <c:pt idx="1795">
                  <c:v>2023-12-01</c:v>
                </c:pt>
                <c:pt idx="1796">
                  <c:v>2023-12-02</c:v>
                </c:pt>
                <c:pt idx="1797">
                  <c:v>2023-12-03</c:v>
                </c:pt>
                <c:pt idx="1798">
                  <c:v>2023-12-04</c:v>
                </c:pt>
                <c:pt idx="1799">
                  <c:v>2023-12-05</c:v>
                </c:pt>
                <c:pt idx="1800">
                  <c:v>2023-12-06</c:v>
                </c:pt>
                <c:pt idx="1801">
                  <c:v>2023-12-07</c:v>
                </c:pt>
                <c:pt idx="1802">
                  <c:v>2023-12-08</c:v>
                </c:pt>
                <c:pt idx="1803">
                  <c:v>2023-12-09</c:v>
                </c:pt>
                <c:pt idx="1804">
                  <c:v>2023-12-10</c:v>
                </c:pt>
                <c:pt idx="1805">
                  <c:v>2023-12-11</c:v>
                </c:pt>
                <c:pt idx="1806">
                  <c:v>2023-12-12</c:v>
                </c:pt>
                <c:pt idx="1807">
                  <c:v>2023-12-13</c:v>
                </c:pt>
                <c:pt idx="1808">
                  <c:v>2023-12-14</c:v>
                </c:pt>
                <c:pt idx="1809">
                  <c:v>2023-12-15</c:v>
                </c:pt>
                <c:pt idx="1810">
                  <c:v>2023-12-16</c:v>
                </c:pt>
                <c:pt idx="1811">
                  <c:v>2023-12-17</c:v>
                </c:pt>
                <c:pt idx="1812">
                  <c:v>2023-12-18</c:v>
                </c:pt>
                <c:pt idx="1813">
                  <c:v>2023-12-19</c:v>
                </c:pt>
                <c:pt idx="1814">
                  <c:v>2023-12-20</c:v>
                </c:pt>
                <c:pt idx="1815">
                  <c:v>2023-12-21</c:v>
                </c:pt>
                <c:pt idx="1816">
                  <c:v>2023-12-22</c:v>
                </c:pt>
                <c:pt idx="1817">
                  <c:v>2023-12-23</c:v>
                </c:pt>
                <c:pt idx="1818">
                  <c:v>2023-12-24</c:v>
                </c:pt>
                <c:pt idx="1819">
                  <c:v>2023-12-25</c:v>
                </c:pt>
                <c:pt idx="1820">
                  <c:v>2023-12-26</c:v>
                </c:pt>
                <c:pt idx="1821">
                  <c:v>2023-12-27</c:v>
                </c:pt>
                <c:pt idx="1822">
                  <c:v>2023-12-28</c:v>
                </c:pt>
                <c:pt idx="1823">
                  <c:v>2023-12-29</c:v>
                </c:pt>
                <c:pt idx="1824">
                  <c:v>2023-12-30</c:v>
                </c:pt>
                <c:pt idx="1825">
                  <c:v>2023-12-31</c:v>
                </c:pt>
                <c:pt idx="1826">
                  <c:v>2024-01-01</c:v>
                </c:pt>
                <c:pt idx="1827">
                  <c:v>2024-01-02</c:v>
                </c:pt>
                <c:pt idx="1828">
                  <c:v>2024-01-03</c:v>
                </c:pt>
                <c:pt idx="1829">
                  <c:v>2024-01-04</c:v>
                </c:pt>
                <c:pt idx="1830">
                  <c:v>2024-01-05</c:v>
                </c:pt>
                <c:pt idx="1831">
                  <c:v>2024-01-06</c:v>
                </c:pt>
                <c:pt idx="1832">
                  <c:v>2024-01-07</c:v>
                </c:pt>
                <c:pt idx="1833">
                  <c:v>2024-01-08</c:v>
                </c:pt>
                <c:pt idx="1834">
                  <c:v>2024-01-09</c:v>
                </c:pt>
                <c:pt idx="1835">
                  <c:v>2024-01-10</c:v>
                </c:pt>
                <c:pt idx="1836">
                  <c:v>2024-01-11</c:v>
                </c:pt>
                <c:pt idx="1837">
                  <c:v>2024-01-12</c:v>
                </c:pt>
                <c:pt idx="1838">
                  <c:v>2024-01-13</c:v>
                </c:pt>
                <c:pt idx="1839">
                  <c:v>2024-01-14</c:v>
                </c:pt>
                <c:pt idx="1840">
                  <c:v>2024-01-15</c:v>
                </c:pt>
                <c:pt idx="1841">
                  <c:v>2024-01-16</c:v>
                </c:pt>
                <c:pt idx="1842">
                  <c:v>2024-01-17</c:v>
                </c:pt>
                <c:pt idx="1843">
                  <c:v>2024-01-18</c:v>
                </c:pt>
                <c:pt idx="1844">
                  <c:v>2024-01-19</c:v>
                </c:pt>
                <c:pt idx="1845">
                  <c:v>2024-01-20</c:v>
                </c:pt>
                <c:pt idx="1846">
                  <c:v>2024-01-21</c:v>
                </c:pt>
                <c:pt idx="1847">
                  <c:v>2024-01-22</c:v>
                </c:pt>
                <c:pt idx="1848">
                  <c:v>2024-01-23</c:v>
                </c:pt>
                <c:pt idx="1849">
                  <c:v>2024-01-24</c:v>
                </c:pt>
                <c:pt idx="1850">
                  <c:v>2024-01-25</c:v>
                </c:pt>
                <c:pt idx="1851">
                  <c:v>2024-01-26</c:v>
                </c:pt>
                <c:pt idx="1852">
                  <c:v>2024-01-27</c:v>
                </c:pt>
                <c:pt idx="1853">
                  <c:v>2024-01-28</c:v>
                </c:pt>
                <c:pt idx="1854">
                  <c:v>2024-01-29</c:v>
                </c:pt>
                <c:pt idx="1855">
                  <c:v>2024-01-30</c:v>
                </c:pt>
                <c:pt idx="1856">
                  <c:v>2024-01-31</c:v>
                </c:pt>
                <c:pt idx="1857">
                  <c:v>2024-02-01</c:v>
                </c:pt>
                <c:pt idx="1858">
                  <c:v>2024-02-02</c:v>
                </c:pt>
                <c:pt idx="1859">
                  <c:v>2024-02-03</c:v>
                </c:pt>
                <c:pt idx="1860">
                  <c:v>2024-02-04</c:v>
                </c:pt>
                <c:pt idx="1861">
                  <c:v>2024-02-05</c:v>
                </c:pt>
                <c:pt idx="1862">
                  <c:v>2024-02-06</c:v>
                </c:pt>
                <c:pt idx="1863">
                  <c:v>2024-02-07</c:v>
                </c:pt>
                <c:pt idx="1864">
                  <c:v>2024-02-08</c:v>
                </c:pt>
                <c:pt idx="1865">
                  <c:v>2024-02-09</c:v>
                </c:pt>
                <c:pt idx="1866">
                  <c:v>2024-02-10</c:v>
                </c:pt>
                <c:pt idx="1867">
                  <c:v>2024-02-11</c:v>
                </c:pt>
                <c:pt idx="1868">
                  <c:v>2024-02-12</c:v>
                </c:pt>
                <c:pt idx="1869">
                  <c:v>2024-02-13</c:v>
                </c:pt>
                <c:pt idx="1870">
                  <c:v>2024-02-14</c:v>
                </c:pt>
                <c:pt idx="1871">
                  <c:v>2024-02-15</c:v>
                </c:pt>
                <c:pt idx="1872">
                  <c:v>2024-02-16</c:v>
                </c:pt>
                <c:pt idx="1873">
                  <c:v>2024-02-17</c:v>
                </c:pt>
                <c:pt idx="1874">
                  <c:v>2024-02-18</c:v>
                </c:pt>
                <c:pt idx="1875">
                  <c:v>2024-02-19</c:v>
                </c:pt>
                <c:pt idx="1876">
                  <c:v>2024-02-20</c:v>
                </c:pt>
                <c:pt idx="1877">
                  <c:v>2024-02-21</c:v>
                </c:pt>
                <c:pt idx="1878">
                  <c:v>2024-02-22</c:v>
                </c:pt>
                <c:pt idx="1879">
                  <c:v>2024-02-23</c:v>
                </c:pt>
                <c:pt idx="1880">
                  <c:v>2024-02-24</c:v>
                </c:pt>
                <c:pt idx="1881">
                  <c:v>2024-02-25</c:v>
                </c:pt>
                <c:pt idx="1882">
                  <c:v>2024-02-26</c:v>
                </c:pt>
                <c:pt idx="1883">
                  <c:v>2024-02-27</c:v>
                </c:pt>
                <c:pt idx="1884">
                  <c:v>2024-02-28</c:v>
                </c:pt>
                <c:pt idx="1885">
                  <c:v>2024-02-29</c:v>
                </c:pt>
                <c:pt idx="1886">
                  <c:v>2024-03-01</c:v>
                </c:pt>
                <c:pt idx="1887">
                  <c:v>2024-03-02</c:v>
                </c:pt>
                <c:pt idx="1888">
                  <c:v>2024-03-03</c:v>
                </c:pt>
                <c:pt idx="1889">
                  <c:v>2024-03-04</c:v>
                </c:pt>
                <c:pt idx="1890">
                  <c:v>2024-03-05</c:v>
                </c:pt>
                <c:pt idx="1891">
                  <c:v>2024-03-06</c:v>
                </c:pt>
                <c:pt idx="1892">
                  <c:v>2024-03-07</c:v>
                </c:pt>
                <c:pt idx="1893">
                  <c:v>2024-03-08</c:v>
                </c:pt>
                <c:pt idx="1894">
                  <c:v>2024-03-09</c:v>
                </c:pt>
                <c:pt idx="1895">
                  <c:v>2024-03-10</c:v>
                </c:pt>
                <c:pt idx="1896">
                  <c:v>2024-03-11</c:v>
                </c:pt>
                <c:pt idx="1897">
                  <c:v>2024-03-12</c:v>
                </c:pt>
                <c:pt idx="1898">
                  <c:v>2024-03-13</c:v>
                </c:pt>
                <c:pt idx="1899">
                  <c:v>2024-03-14</c:v>
                </c:pt>
                <c:pt idx="1900">
                  <c:v>2024-03-15</c:v>
                </c:pt>
                <c:pt idx="1901">
                  <c:v>2024-03-16</c:v>
                </c:pt>
                <c:pt idx="1902">
                  <c:v>2024-03-17</c:v>
                </c:pt>
                <c:pt idx="1903">
                  <c:v>2024-03-18</c:v>
                </c:pt>
                <c:pt idx="1904">
                  <c:v>2024-03-19</c:v>
                </c:pt>
                <c:pt idx="1905">
                  <c:v>2024-03-20</c:v>
                </c:pt>
                <c:pt idx="1906">
                  <c:v>2024-03-21</c:v>
                </c:pt>
                <c:pt idx="1907">
                  <c:v>2024-03-22</c:v>
                </c:pt>
                <c:pt idx="1908">
                  <c:v>2024-03-23</c:v>
                </c:pt>
                <c:pt idx="1909">
                  <c:v>2024-03-24</c:v>
                </c:pt>
                <c:pt idx="1910">
                  <c:v>2024-03-25</c:v>
                </c:pt>
                <c:pt idx="1911">
                  <c:v>2024-03-26</c:v>
                </c:pt>
                <c:pt idx="1912">
                  <c:v>2024-03-27</c:v>
                </c:pt>
                <c:pt idx="1913">
                  <c:v>2024-03-28</c:v>
                </c:pt>
                <c:pt idx="1914">
                  <c:v>2024-03-29</c:v>
                </c:pt>
                <c:pt idx="1915">
                  <c:v>2024-03-30</c:v>
                </c:pt>
                <c:pt idx="1916">
                  <c:v>2024-03-31</c:v>
                </c:pt>
                <c:pt idx="1917">
                  <c:v>2024-04-01</c:v>
                </c:pt>
                <c:pt idx="1918">
                  <c:v>2024-04-02</c:v>
                </c:pt>
                <c:pt idx="1919">
                  <c:v>2024-04-03</c:v>
                </c:pt>
                <c:pt idx="1920">
                  <c:v>2024-04-04</c:v>
                </c:pt>
                <c:pt idx="1921">
                  <c:v>2024-04-05</c:v>
                </c:pt>
                <c:pt idx="1922">
                  <c:v>2024-04-06</c:v>
                </c:pt>
                <c:pt idx="1923">
                  <c:v>2024-04-07</c:v>
                </c:pt>
                <c:pt idx="1924">
                  <c:v>2024-04-08</c:v>
                </c:pt>
                <c:pt idx="1925">
                  <c:v>2024-04-09</c:v>
                </c:pt>
                <c:pt idx="1926">
                  <c:v>2024-04-10</c:v>
                </c:pt>
                <c:pt idx="1927">
                  <c:v>2024-04-11</c:v>
                </c:pt>
                <c:pt idx="1928">
                  <c:v>2024-04-12</c:v>
                </c:pt>
                <c:pt idx="1929">
                  <c:v>2024-04-13</c:v>
                </c:pt>
                <c:pt idx="1930">
                  <c:v>2024-04-14</c:v>
                </c:pt>
                <c:pt idx="1931">
                  <c:v>2024-04-15</c:v>
                </c:pt>
                <c:pt idx="1932">
                  <c:v>2024-04-16</c:v>
                </c:pt>
                <c:pt idx="1933">
                  <c:v>2024-04-17</c:v>
                </c:pt>
                <c:pt idx="1934">
                  <c:v>2024-04-18</c:v>
                </c:pt>
                <c:pt idx="1935">
                  <c:v>2024-04-19</c:v>
                </c:pt>
                <c:pt idx="1936">
                  <c:v>2024-04-20</c:v>
                </c:pt>
                <c:pt idx="1937">
                  <c:v>2024-04-21</c:v>
                </c:pt>
                <c:pt idx="1938">
                  <c:v>2024-04-22</c:v>
                </c:pt>
                <c:pt idx="1939">
                  <c:v>2024-04-23</c:v>
                </c:pt>
                <c:pt idx="1940">
                  <c:v>2024-04-24</c:v>
                </c:pt>
                <c:pt idx="1941">
                  <c:v>2024-04-25</c:v>
                </c:pt>
                <c:pt idx="1942">
                  <c:v>2024-04-26</c:v>
                </c:pt>
                <c:pt idx="1943">
                  <c:v>2024-04-27</c:v>
                </c:pt>
                <c:pt idx="1944">
                  <c:v>2024-04-28</c:v>
                </c:pt>
                <c:pt idx="1945">
                  <c:v>2024-04-29</c:v>
                </c:pt>
                <c:pt idx="1946">
                  <c:v>2024-04-30</c:v>
                </c:pt>
                <c:pt idx="1947">
                  <c:v>2024-05-01</c:v>
                </c:pt>
                <c:pt idx="1948">
                  <c:v>2024-05-02</c:v>
                </c:pt>
                <c:pt idx="1949">
                  <c:v>2024-05-03</c:v>
                </c:pt>
                <c:pt idx="1950">
                  <c:v>2024-05-04</c:v>
                </c:pt>
                <c:pt idx="1951">
                  <c:v>2024-05-05</c:v>
                </c:pt>
                <c:pt idx="1952">
                  <c:v>2024-05-06</c:v>
                </c:pt>
                <c:pt idx="1953">
                  <c:v>2024-05-07</c:v>
                </c:pt>
                <c:pt idx="1954">
                  <c:v>2024-05-08</c:v>
                </c:pt>
                <c:pt idx="1955">
                  <c:v>2024-05-09</c:v>
                </c:pt>
                <c:pt idx="1956">
                  <c:v>2024-05-10</c:v>
                </c:pt>
                <c:pt idx="1957">
                  <c:v>2024-05-11</c:v>
                </c:pt>
                <c:pt idx="1958">
                  <c:v>2024-05-12</c:v>
                </c:pt>
                <c:pt idx="1959">
                  <c:v>2024-05-13</c:v>
                </c:pt>
                <c:pt idx="1960">
                  <c:v>2024-05-14</c:v>
                </c:pt>
                <c:pt idx="1961">
                  <c:v>2024-05-15</c:v>
                </c:pt>
                <c:pt idx="1962">
                  <c:v>2024-05-16</c:v>
                </c:pt>
                <c:pt idx="1963">
                  <c:v>2024-05-17</c:v>
                </c:pt>
                <c:pt idx="1964">
                  <c:v>2024-05-18</c:v>
                </c:pt>
                <c:pt idx="1965">
                  <c:v>2024-05-19</c:v>
                </c:pt>
                <c:pt idx="1966">
                  <c:v>2024-05-20</c:v>
                </c:pt>
                <c:pt idx="1967">
                  <c:v>2024-05-21</c:v>
                </c:pt>
                <c:pt idx="1968">
                  <c:v>2024-05-22</c:v>
                </c:pt>
                <c:pt idx="1969">
                  <c:v>2024-05-23</c:v>
                </c:pt>
                <c:pt idx="1970">
                  <c:v>2024-05-24</c:v>
                </c:pt>
                <c:pt idx="1971">
                  <c:v>2024-05-25</c:v>
                </c:pt>
                <c:pt idx="1972">
                  <c:v>2024-05-26</c:v>
                </c:pt>
                <c:pt idx="1973">
                  <c:v>2024-05-27</c:v>
                </c:pt>
                <c:pt idx="1974">
                  <c:v>2024-05-28</c:v>
                </c:pt>
                <c:pt idx="1975">
                  <c:v>2024-05-29</c:v>
                </c:pt>
                <c:pt idx="1976">
                  <c:v>2024-05-30</c:v>
                </c:pt>
                <c:pt idx="1977">
                  <c:v>2024-05-31</c:v>
                </c:pt>
                <c:pt idx="1978">
                  <c:v>2024-06-01</c:v>
                </c:pt>
                <c:pt idx="1979">
                  <c:v>2024-06-02</c:v>
                </c:pt>
                <c:pt idx="1980">
                  <c:v>2024-06-03</c:v>
                </c:pt>
                <c:pt idx="1981">
                  <c:v>2024-06-04</c:v>
                </c:pt>
                <c:pt idx="1982">
                  <c:v>2024-06-05</c:v>
                </c:pt>
                <c:pt idx="1983">
                  <c:v>2024-06-06</c:v>
                </c:pt>
                <c:pt idx="1984">
                  <c:v>2024-06-07</c:v>
                </c:pt>
                <c:pt idx="1985">
                  <c:v>2024-06-08</c:v>
                </c:pt>
                <c:pt idx="1986">
                  <c:v>2024-06-09</c:v>
                </c:pt>
                <c:pt idx="1987">
                  <c:v>2024-06-10</c:v>
                </c:pt>
                <c:pt idx="1988">
                  <c:v>2024-06-11</c:v>
                </c:pt>
                <c:pt idx="1989">
                  <c:v>2024-06-12</c:v>
                </c:pt>
                <c:pt idx="1990">
                  <c:v>2024-06-13</c:v>
                </c:pt>
                <c:pt idx="1991">
                  <c:v>2024-06-14</c:v>
                </c:pt>
                <c:pt idx="1992">
                  <c:v>2024-06-15</c:v>
                </c:pt>
                <c:pt idx="1993">
                  <c:v>2024-06-16</c:v>
                </c:pt>
                <c:pt idx="1994">
                  <c:v>2024-06-17</c:v>
                </c:pt>
                <c:pt idx="1995">
                  <c:v>2024-06-18</c:v>
                </c:pt>
                <c:pt idx="1996">
                  <c:v>2024-06-19</c:v>
                </c:pt>
                <c:pt idx="1997">
                  <c:v>2024-06-20</c:v>
                </c:pt>
                <c:pt idx="1998">
                  <c:v>2024-06-21</c:v>
                </c:pt>
                <c:pt idx="1999">
                  <c:v>2024-06-22</c:v>
                </c:pt>
                <c:pt idx="2000">
                  <c:v>2024-06-23</c:v>
                </c:pt>
                <c:pt idx="2001">
                  <c:v>2024-06-24</c:v>
                </c:pt>
                <c:pt idx="2002">
                  <c:v>2024-06-25</c:v>
                </c:pt>
                <c:pt idx="2003">
                  <c:v>2024-06-26</c:v>
                </c:pt>
                <c:pt idx="2004">
                  <c:v>2024-06-27</c:v>
                </c:pt>
                <c:pt idx="2005">
                  <c:v>2024-06-28</c:v>
                </c:pt>
                <c:pt idx="2006">
                  <c:v>2024-06-29</c:v>
                </c:pt>
                <c:pt idx="2007">
                  <c:v>2024-06-30</c:v>
                </c:pt>
                <c:pt idx="2008">
                  <c:v>2024-07-01</c:v>
                </c:pt>
                <c:pt idx="2009">
                  <c:v>2024-07-02</c:v>
                </c:pt>
                <c:pt idx="2010">
                  <c:v>2024-07-03</c:v>
                </c:pt>
                <c:pt idx="2011">
                  <c:v>2024-07-04</c:v>
                </c:pt>
                <c:pt idx="2012">
                  <c:v>2024-07-05</c:v>
                </c:pt>
                <c:pt idx="2013">
                  <c:v>2024-07-06</c:v>
                </c:pt>
                <c:pt idx="2014">
                  <c:v>2024-07-07</c:v>
                </c:pt>
                <c:pt idx="2015">
                  <c:v>2024-07-08</c:v>
                </c:pt>
                <c:pt idx="2016">
                  <c:v>2024-07-09</c:v>
                </c:pt>
                <c:pt idx="2017">
                  <c:v>2024-07-10</c:v>
                </c:pt>
                <c:pt idx="2018">
                  <c:v>2024-07-11</c:v>
                </c:pt>
                <c:pt idx="2019">
                  <c:v>2024-07-12</c:v>
                </c:pt>
                <c:pt idx="2020">
                  <c:v>2024-07-13</c:v>
                </c:pt>
                <c:pt idx="2021">
                  <c:v>2024-07-14</c:v>
                </c:pt>
                <c:pt idx="2022">
                  <c:v>2024-07-15</c:v>
                </c:pt>
                <c:pt idx="2023">
                  <c:v>2024-07-16</c:v>
                </c:pt>
                <c:pt idx="2024">
                  <c:v>2024-07-17</c:v>
                </c:pt>
                <c:pt idx="2025">
                  <c:v>2024-07-18</c:v>
                </c:pt>
                <c:pt idx="2026">
                  <c:v>2024-07-19</c:v>
                </c:pt>
                <c:pt idx="2027">
                  <c:v>2024-07-20</c:v>
                </c:pt>
                <c:pt idx="2028">
                  <c:v>2024-07-21</c:v>
                </c:pt>
                <c:pt idx="2029">
                  <c:v>2024-07-22</c:v>
                </c:pt>
                <c:pt idx="2030">
                  <c:v>2024-07-23</c:v>
                </c:pt>
                <c:pt idx="2031">
                  <c:v>2024-07-24</c:v>
                </c:pt>
                <c:pt idx="2032">
                  <c:v>2024-07-25</c:v>
                </c:pt>
                <c:pt idx="2033">
                  <c:v>2024-07-26</c:v>
                </c:pt>
                <c:pt idx="2034">
                  <c:v>2024-07-27</c:v>
                </c:pt>
                <c:pt idx="2035">
                  <c:v>2024-07-28</c:v>
                </c:pt>
                <c:pt idx="2036">
                  <c:v>2024-07-29</c:v>
                </c:pt>
                <c:pt idx="2037">
                  <c:v>2024-07-30</c:v>
                </c:pt>
                <c:pt idx="2038">
                  <c:v>2024-07-31</c:v>
                </c:pt>
                <c:pt idx="2039">
                  <c:v>2024-08-01</c:v>
                </c:pt>
                <c:pt idx="2040">
                  <c:v>2024-08-02</c:v>
                </c:pt>
                <c:pt idx="2041">
                  <c:v>2024-08-03</c:v>
                </c:pt>
                <c:pt idx="2042">
                  <c:v>2024-08-04</c:v>
                </c:pt>
                <c:pt idx="2043">
                  <c:v>2024-08-05</c:v>
                </c:pt>
                <c:pt idx="2044">
                  <c:v>2024-08-06</c:v>
                </c:pt>
                <c:pt idx="2045">
                  <c:v>2024-08-07</c:v>
                </c:pt>
                <c:pt idx="2046">
                  <c:v>2024-08-08</c:v>
                </c:pt>
                <c:pt idx="2047">
                  <c:v>2024-08-09</c:v>
                </c:pt>
                <c:pt idx="2048">
                  <c:v>2024-08-10</c:v>
                </c:pt>
                <c:pt idx="2049">
                  <c:v>2024-08-11</c:v>
                </c:pt>
                <c:pt idx="2050">
                  <c:v>2024-08-12</c:v>
                </c:pt>
                <c:pt idx="2051">
                  <c:v>2024-08-13</c:v>
                </c:pt>
                <c:pt idx="2052">
                  <c:v>2024-08-14</c:v>
                </c:pt>
                <c:pt idx="2053">
                  <c:v>2024-08-15</c:v>
                </c:pt>
                <c:pt idx="2054">
                  <c:v>2024-08-16</c:v>
                </c:pt>
                <c:pt idx="2055">
                  <c:v>2024-08-17</c:v>
                </c:pt>
                <c:pt idx="2056">
                  <c:v>2024-08-18</c:v>
                </c:pt>
                <c:pt idx="2057">
                  <c:v>2024-08-19</c:v>
                </c:pt>
                <c:pt idx="2058">
                  <c:v>2024-08-20</c:v>
                </c:pt>
                <c:pt idx="2059">
                  <c:v>2024-08-21</c:v>
                </c:pt>
                <c:pt idx="2060">
                  <c:v>2024-08-22</c:v>
                </c:pt>
                <c:pt idx="2061">
                  <c:v>2024-08-23</c:v>
                </c:pt>
                <c:pt idx="2062">
                  <c:v>2024-08-24</c:v>
                </c:pt>
                <c:pt idx="2063">
                  <c:v>2024-08-25</c:v>
                </c:pt>
                <c:pt idx="2064">
                  <c:v>2024-08-26</c:v>
                </c:pt>
                <c:pt idx="2065">
                  <c:v>2024-08-27</c:v>
                </c:pt>
                <c:pt idx="2066">
                  <c:v>2024-08-28</c:v>
                </c:pt>
                <c:pt idx="2067">
                  <c:v>2024-08-29</c:v>
                </c:pt>
                <c:pt idx="2068">
                  <c:v>2024-08-30</c:v>
                </c:pt>
                <c:pt idx="2069">
                  <c:v>2024-08-31</c:v>
                </c:pt>
                <c:pt idx="2070">
                  <c:v>2024-09-01</c:v>
                </c:pt>
                <c:pt idx="2071">
                  <c:v>2024-09-02</c:v>
                </c:pt>
                <c:pt idx="2072">
                  <c:v>2024-09-03</c:v>
                </c:pt>
                <c:pt idx="2073">
                  <c:v>2024-09-04</c:v>
                </c:pt>
                <c:pt idx="2074">
                  <c:v>2024-09-05</c:v>
                </c:pt>
                <c:pt idx="2075">
                  <c:v>2024-09-06</c:v>
                </c:pt>
                <c:pt idx="2076">
                  <c:v>2024-09-07</c:v>
                </c:pt>
                <c:pt idx="2077">
                  <c:v>2024-09-08</c:v>
                </c:pt>
                <c:pt idx="2078">
                  <c:v>2024-09-09</c:v>
                </c:pt>
                <c:pt idx="2079">
                  <c:v>2024-09-10</c:v>
                </c:pt>
                <c:pt idx="2080">
                  <c:v>2024-09-11</c:v>
                </c:pt>
                <c:pt idx="2081">
                  <c:v>2024-09-12</c:v>
                </c:pt>
                <c:pt idx="2082">
                  <c:v>2024-09-13</c:v>
                </c:pt>
                <c:pt idx="2083">
                  <c:v>2024-09-14</c:v>
                </c:pt>
                <c:pt idx="2084">
                  <c:v>2024-09-15</c:v>
                </c:pt>
                <c:pt idx="2085">
                  <c:v>2024-09-16</c:v>
                </c:pt>
                <c:pt idx="2086">
                  <c:v>2024-09-17</c:v>
                </c:pt>
                <c:pt idx="2087">
                  <c:v>2024-09-18</c:v>
                </c:pt>
                <c:pt idx="2088">
                  <c:v>2024-09-19</c:v>
                </c:pt>
                <c:pt idx="2089">
                  <c:v>2024-09-20</c:v>
                </c:pt>
                <c:pt idx="2090">
                  <c:v>2024-09-21</c:v>
                </c:pt>
                <c:pt idx="2091">
                  <c:v>2024-09-22</c:v>
                </c:pt>
                <c:pt idx="2092">
                  <c:v>2024-09-23</c:v>
                </c:pt>
                <c:pt idx="2093">
                  <c:v>2024-09-24</c:v>
                </c:pt>
                <c:pt idx="2094">
                  <c:v>2024-09-25</c:v>
                </c:pt>
                <c:pt idx="2095">
                  <c:v>2024-09-26</c:v>
                </c:pt>
                <c:pt idx="2096">
                  <c:v>2024-09-27</c:v>
                </c:pt>
                <c:pt idx="2097">
                  <c:v>2024-09-28</c:v>
                </c:pt>
                <c:pt idx="2098">
                  <c:v>2024-09-29</c:v>
                </c:pt>
                <c:pt idx="2099">
                  <c:v>2024-09-30</c:v>
                </c:pt>
                <c:pt idx="2100">
                  <c:v>2024-10-01</c:v>
                </c:pt>
                <c:pt idx="2101">
                  <c:v>2024-10-02</c:v>
                </c:pt>
                <c:pt idx="2102">
                  <c:v>2024-10-03</c:v>
                </c:pt>
                <c:pt idx="2103">
                  <c:v>2024-10-04</c:v>
                </c:pt>
                <c:pt idx="2104">
                  <c:v>2024-10-05</c:v>
                </c:pt>
                <c:pt idx="2105">
                  <c:v>2024-10-06</c:v>
                </c:pt>
                <c:pt idx="2106">
                  <c:v>2024-10-07</c:v>
                </c:pt>
                <c:pt idx="2107">
                  <c:v>2024-10-08</c:v>
                </c:pt>
                <c:pt idx="2108">
                  <c:v>2024-10-09</c:v>
                </c:pt>
                <c:pt idx="2109">
                  <c:v>2024-10-10</c:v>
                </c:pt>
                <c:pt idx="2110">
                  <c:v>2024-10-11</c:v>
                </c:pt>
                <c:pt idx="2111">
                  <c:v>2024-10-12</c:v>
                </c:pt>
                <c:pt idx="2112">
                  <c:v>2024-10-13</c:v>
                </c:pt>
                <c:pt idx="2113">
                  <c:v>2024-10-14</c:v>
                </c:pt>
                <c:pt idx="2114">
                  <c:v>2024-10-15</c:v>
                </c:pt>
                <c:pt idx="2115">
                  <c:v>2024-10-16</c:v>
                </c:pt>
                <c:pt idx="2116">
                  <c:v>2024-10-17</c:v>
                </c:pt>
                <c:pt idx="2117">
                  <c:v>2024-10-18</c:v>
                </c:pt>
                <c:pt idx="2118">
                  <c:v>2024-10-19</c:v>
                </c:pt>
                <c:pt idx="2119">
                  <c:v>2024-10-20</c:v>
                </c:pt>
                <c:pt idx="2120">
                  <c:v>2024-10-21</c:v>
                </c:pt>
                <c:pt idx="2121">
                  <c:v>2024-10-22</c:v>
                </c:pt>
                <c:pt idx="2122">
                  <c:v>2024-10-23</c:v>
                </c:pt>
                <c:pt idx="2123">
                  <c:v>2024-10-24</c:v>
                </c:pt>
                <c:pt idx="2124">
                  <c:v>2024-10-25</c:v>
                </c:pt>
                <c:pt idx="2125">
                  <c:v>2024-10-26</c:v>
                </c:pt>
                <c:pt idx="2126">
                  <c:v>2024-10-27</c:v>
                </c:pt>
                <c:pt idx="2127">
                  <c:v>2024-10-28</c:v>
                </c:pt>
                <c:pt idx="2128">
                  <c:v>2024-10-29</c:v>
                </c:pt>
                <c:pt idx="2129">
                  <c:v>2024-10-30</c:v>
                </c:pt>
                <c:pt idx="2130">
                  <c:v>2024-10-31</c:v>
                </c:pt>
                <c:pt idx="2131">
                  <c:v>2024-11-01</c:v>
                </c:pt>
                <c:pt idx="2132">
                  <c:v>2024-11-02</c:v>
                </c:pt>
                <c:pt idx="2133">
                  <c:v>2024-11-03</c:v>
                </c:pt>
                <c:pt idx="2134">
                  <c:v>2024-11-04</c:v>
                </c:pt>
                <c:pt idx="2135">
                  <c:v>2024-11-05</c:v>
                </c:pt>
                <c:pt idx="2136">
                  <c:v>2024-11-06</c:v>
                </c:pt>
                <c:pt idx="2137">
                  <c:v>2024-11-07</c:v>
                </c:pt>
                <c:pt idx="2138">
                  <c:v>2024-11-08</c:v>
                </c:pt>
                <c:pt idx="2139">
                  <c:v>2024-11-09</c:v>
                </c:pt>
                <c:pt idx="2140">
                  <c:v>2024-11-10</c:v>
                </c:pt>
                <c:pt idx="2141">
                  <c:v>2024-11-11</c:v>
                </c:pt>
                <c:pt idx="2142">
                  <c:v>2024-11-12</c:v>
                </c:pt>
                <c:pt idx="2143">
                  <c:v>2024-11-13</c:v>
                </c:pt>
                <c:pt idx="2144">
                  <c:v>2024-11-14</c:v>
                </c:pt>
                <c:pt idx="2145">
                  <c:v>2024-11-15</c:v>
                </c:pt>
                <c:pt idx="2146">
                  <c:v>2024-11-16</c:v>
                </c:pt>
                <c:pt idx="2147">
                  <c:v>2024-11-17</c:v>
                </c:pt>
                <c:pt idx="2148">
                  <c:v>2024-11-18</c:v>
                </c:pt>
                <c:pt idx="2149">
                  <c:v>2024-11-19</c:v>
                </c:pt>
                <c:pt idx="2150">
                  <c:v>2024-11-20</c:v>
                </c:pt>
                <c:pt idx="2151">
                  <c:v>2024-11-21</c:v>
                </c:pt>
                <c:pt idx="2152">
                  <c:v>2024-11-22</c:v>
                </c:pt>
                <c:pt idx="2153">
                  <c:v>2024-11-23</c:v>
                </c:pt>
                <c:pt idx="2154">
                  <c:v>2024-11-24</c:v>
                </c:pt>
                <c:pt idx="2155">
                  <c:v>2024-11-25</c:v>
                </c:pt>
                <c:pt idx="2156">
                  <c:v>2024-11-26</c:v>
                </c:pt>
                <c:pt idx="2157">
                  <c:v>2024-11-27</c:v>
                </c:pt>
                <c:pt idx="2158">
                  <c:v>2024-11-28</c:v>
                </c:pt>
                <c:pt idx="2159">
                  <c:v>2024-11-29</c:v>
                </c:pt>
                <c:pt idx="2160">
                  <c:v>2024-11-30</c:v>
                </c:pt>
                <c:pt idx="2161">
                  <c:v>2024-12-01</c:v>
                </c:pt>
                <c:pt idx="2162">
                  <c:v>2024-12-02</c:v>
                </c:pt>
                <c:pt idx="2163">
                  <c:v>2024-12-03</c:v>
                </c:pt>
                <c:pt idx="2164">
                  <c:v>2024-12-04</c:v>
                </c:pt>
                <c:pt idx="2165">
                  <c:v>2024-12-05</c:v>
                </c:pt>
                <c:pt idx="2166">
                  <c:v>2024-12-06</c:v>
                </c:pt>
                <c:pt idx="2167">
                  <c:v>2024-12-07</c:v>
                </c:pt>
                <c:pt idx="2168">
                  <c:v>2024-12-08</c:v>
                </c:pt>
                <c:pt idx="2169">
                  <c:v>2024-12-09</c:v>
                </c:pt>
                <c:pt idx="2170">
                  <c:v>2024-12-10</c:v>
                </c:pt>
                <c:pt idx="2171">
                  <c:v>2024-12-11</c:v>
                </c:pt>
                <c:pt idx="2172">
                  <c:v>2024-12-12</c:v>
                </c:pt>
                <c:pt idx="2173">
                  <c:v>2024-12-13</c:v>
                </c:pt>
                <c:pt idx="2174">
                  <c:v>2024-12-14</c:v>
                </c:pt>
                <c:pt idx="2175">
                  <c:v>2024-12-15</c:v>
                </c:pt>
                <c:pt idx="2176">
                  <c:v>2024-12-16</c:v>
                </c:pt>
                <c:pt idx="2177">
                  <c:v>2024-12-17</c:v>
                </c:pt>
                <c:pt idx="2178">
                  <c:v>2024-12-18</c:v>
                </c:pt>
                <c:pt idx="2179">
                  <c:v>2024-12-19</c:v>
                </c:pt>
                <c:pt idx="2180">
                  <c:v>2024-12-20</c:v>
                </c:pt>
                <c:pt idx="2181">
                  <c:v>2024-12-21</c:v>
                </c:pt>
                <c:pt idx="2182">
                  <c:v>2024-12-22</c:v>
                </c:pt>
                <c:pt idx="2183">
                  <c:v>2024-12-23</c:v>
                </c:pt>
                <c:pt idx="2184">
                  <c:v>2024-12-24</c:v>
                </c:pt>
                <c:pt idx="2185">
                  <c:v>2024-12-25</c:v>
                </c:pt>
                <c:pt idx="2186">
                  <c:v>2024-12-26</c:v>
                </c:pt>
                <c:pt idx="2187">
                  <c:v>2024-12-27</c:v>
                </c:pt>
                <c:pt idx="2188">
                  <c:v>2024-12-28</c:v>
                </c:pt>
                <c:pt idx="2189">
                  <c:v>2024-12-29</c:v>
                </c:pt>
                <c:pt idx="2190">
                  <c:v>2024-12-30</c:v>
                </c:pt>
                <c:pt idx="2191">
                  <c:v>2024-12-31</c:v>
                </c:pt>
                <c:pt idx="2192">
                  <c:v>2025-01-01</c:v>
                </c:pt>
                <c:pt idx="2193">
                  <c:v>2025-01-02</c:v>
                </c:pt>
                <c:pt idx="2194">
                  <c:v>2025-01-03</c:v>
                </c:pt>
                <c:pt idx="2195">
                  <c:v>2025-01-04</c:v>
                </c:pt>
                <c:pt idx="2196">
                  <c:v>2025-01-05</c:v>
                </c:pt>
                <c:pt idx="2197">
                  <c:v>2025-01-06</c:v>
                </c:pt>
                <c:pt idx="2198">
                  <c:v>2025-01-07</c:v>
                </c:pt>
                <c:pt idx="2199">
                  <c:v>2025-01-08</c:v>
                </c:pt>
                <c:pt idx="2200">
                  <c:v>2025-01-09</c:v>
                </c:pt>
                <c:pt idx="2201">
                  <c:v>2025-01-10</c:v>
                </c:pt>
                <c:pt idx="2202">
                  <c:v>2025-01-11</c:v>
                </c:pt>
                <c:pt idx="2203">
                  <c:v>2025-01-12</c:v>
                </c:pt>
                <c:pt idx="2204">
                  <c:v>2025-01-13</c:v>
                </c:pt>
                <c:pt idx="2205">
                  <c:v>2025-01-14</c:v>
                </c:pt>
                <c:pt idx="2206">
                  <c:v>2025-01-15</c:v>
                </c:pt>
                <c:pt idx="2207">
                  <c:v>2025-01-16</c:v>
                </c:pt>
                <c:pt idx="2208">
                  <c:v>2025-01-17</c:v>
                </c:pt>
                <c:pt idx="2209">
                  <c:v>2025-01-18</c:v>
                </c:pt>
                <c:pt idx="2210">
                  <c:v>2025-01-19</c:v>
                </c:pt>
                <c:pt idx="2211">
                  <c:v>2025-01-20</c:v>
                </c:pt>
                <c:pt idx="2212">
                  <c:v>2025-01-21</c:v>
                </c:pt>
                <c:pt idx="2213">
                  <c:v>2025-01-22</c:v>
                </c:pt>
                <c:pt idx="2214">
                  <c:v>2025-01-23</c:v>
                </c:pt>
                <c:pt idx="2215">
                  <c:v>2025-01-24</c:v>
                </c:pt>
                <c:pt idx="2216">
                  <c:v>2025-01-25</c:v>
                </c:pt>
                <c:pt idx="2217">
                  <c:v>2025-01-26</c:v>
                </c:pt>
                <c:pt idx="2218">
                  <c:v>2025-01-27</c:v>
                </c:pt>
                <c:pt idx="2219">
                  <c:v>2025-01-28</c:v>
                </c:pt>
                <c:pt idx="2220">
                  <c:v>2025-01-29</c:v>
                </c:pt>
                <c:pt idx="2221">
                  <c:v>2025-01-30</c:v>
                </c:pt>
                <c:pt idx="2222">
                  <c:v>2025-01-31</c:v>
                </c:pt>
                <c:pt idx="2223">
                  <c:v>2025-02-01</c:v>
                </c:pt>
                <c:pt idx="2224">
                  <c:v>2025-02-02</c:v>
                </c:pt>
                <c:pt idx="2225">
                  <c:v>2025-02-03</c:v>
                </c:pt>
                <c:pt idx="2226">
                  <c:v>2025-02-04</c:v>
                </c:pt>
                <c:pt idx="2227">
                  <c:v>2025-02-05</c:v>
                </c:pt>
                <c:pt idx="2228">
                  <c:v>2025-02-06</c:v>
                </c:pt>
                <c:pt idx="2229">
                  <c:v>2025-02-07</c:v>
                </c:pt>
                <c:pt idx="2230">
                  <c:v>2025-02-08</c:v>
                </c:pt>
                <c:pt idx="2231">
                  <c:v>2025-02-09</c:v>
                </c:pt>
                <c:pt idx="2232">
                  <c:v>2025-02-10</c:v>
                </c:pt>
                <c:pt idx="2233">
                  <c:v>2025-02-11</c:v>
                </c:pt>
                <c:pt idx="2234">
                  <c:v>2025-02-12</c:v>
                </c:pt>
                <c:pt idx="2235">
                  <c:v>2025-02-13</c:v>
                </c:pt>
                <c:pt idx="2236">
                  <c:v>2025-02-14</c:v>
                </c:pt>
                <c:pt idx="2237">
                  <c:v>2025-02-15</c:v>
                </c:pt>
                <c:pt idx="2238">
                  <c:v>2025-02-16</c:v>
                </c:pt>
                <c:pt idx="2239">
                  <c:v>2025-02-17</c:v>
                </c:pt>
                <c:pt idx="2240">
                  <c:v>2025-02-18</c:v>
                </c:pt>
                <c:pt idx="2241">
                  <c:v>2025-02-19</c:v>
                </c:pt>
                <c:pt idx="2242">
                  <c:v>2025-02-20</c:v>
                </c:pt>
                <c:pt idx="2243">
                  <c:v>2025-02-21</c:v>
                </c:pt>
                <c:pt idx="2244">
                  <c:v>2025-02-22</c:v>
                </c:pt>
                <c:pt idx="2245">
                  <c:v>2025-02-23</c:v>
                </c:pt>
                <c:pt idx="2246">
                  <c:v>2025-02-24</c:v>
                </c:pt>
                <c:pt idx="2247">
                  <c:v>2025-02-25</c:v>
                </c:pt>
                <c:pt idx="2248">
                  <c:v>2025-02-26</c:v>
                </c:pt>
                <c:pt idx="2249">
                  <c:v>2025-02-27</c:v>
                </c:pt>
                <c:pt idx="2250">
                  <c:v>2025-02-28</c:v>
                </c:pt>
                <c:pt idx="2251">
                  <c:v>2025-03-01</c:v>
                </c:pt>
                <c:pt idx="2252">
                  <c:v>2025-03-02</c:v>
                </c:pt>
                <c:pt idx="2253">
                  <c:v>2025-03-03</c:v>
                </c:pt>
                <c:pt idx="2254">
                  <c:v>2025-03-04</c:v>
                </c:pt>
                <c:pt idx="2255">
                  <c:v>2025-03-05</c:v>
                </c:pt>
                <c:pt idx="2256">
                  <c:v>2025-03-06</c:v>
                </c:pt>
                <c:pt idx="2257">
                  <c:v>2025-03-07</c:v>
                </c:pt>
                <c:pt idx="2258">
                  <c:v>2025-03-08</c:v>
                </c:pt>
                <c:pt idx="2259">
                  <c:v>2025-03-09</c:v>
                </c:pt>
                <c:pt idx="2260">
                  <c:v>2025-03-10</c:v>
                </c:pt>
                <c:pt idx="2261">
                  <c:v>2025-03-11</c:v>
                </c:pt>
                <c:pt idx="2262">
                  <c:v>2025-03-12</c:v>
                </c:pt>
                <c:pt idx="2263">
                  <c:v>2025-03-13</c:v>
                </c:pt>
                <c:pt idx="2264">
                  <c:v>2025-03-14</c:v>
                </c:pt>
                <c:pt idx="2265">
                  <c:v>2025-03-15</c:v>
                </c:pt>
                <c:pt idx="2266">
                  <c:v>2025-03-16</c:v>
                </c:pt>
                <c:pt idx="2267">
                  <c:v>2025-03-17</c:v>
                </c:pt>
                <c:pt idx="2268">
                  <c:v>2025-03-18</c:v>
                </c:pt>
                <c:pt idx="2269">
                  <c:v>2025-03-19</c:v>
                </c:pt>
                <c:pt idx="2270">
                  <c:v>2025-03-20</c:v>
                </c:pt>
                <c:pt idx="2271">
                  <c:v>2025-03-21</c:v>
                </c:pt>
                <c:pt idx="2272">
                  <c:v>2025-03-22</c:v>
                </c:pt>
                <c:pt idx="2273">
                  <c:v>2025-03-23</c:v>
                </c:pt>
                <c:pt idx="2274">
                  <c:v>2025-03-24</c:v>
                </c:pt>
                <c:pt idx="2275">
                  <c:v>2025-03-25</c:v>
                </c:pt>
                <c:pt idx="2276">
                  <c:v>2025-03-26</c:v>
                </c:pt>
                <c:pt idx="2277">
                  <c:v>2025-03-27</c:v>
                </c:pt>
                <c:pt idx="2278">
                  <c:v>2025-03-28</c:v>
                </c:pt>
                <c:pt idx="2279">
                  <c:v>2025-03-29</c:v>
                </c:pt>
                <c:pt idx="2280">
                  <c:v>2025-03-30</c:v>
                </c:pt>
                <c:pt idx="2281">
                  <c:v>2025-03-31</c:v>
                </c:pt>
                <c:pt idx="2282">
                  <c:v>2025-04-01</c:v>
                </c:pt>
                <c:pt idx="2283">
                  <c:v>2025-04-02</c:v>
                </c:pt>
                <c:pt idx="2284">
                  <c:v>2025-04-03</c:v>
                </c:pt>
                <c:pt idx="2285">
                  <c:v>2025-04-04</c:v>
                </c:pt>
                <c:pt idx="2286">
                  <c:v>2025-04-05</c:v>
                </c:pt>
                <c:pt idx="2287">
                  <c:v>2025-04-06</c:v>
                </c:pt>
                <c:pt idx="2288">
                  <c:v>2025-04-07</c:v>
                </c:pt>
                <c:pt idx="2289">
                  <c:v>2025-04-08</c:v>
                </c:pt>
                <c:pt idx="2290">
                  <c:v>2025-04-09</c:v>
                </c:pt>
                <c:pt idx="2291">
                  <c:v>2025-04-10</c:v>
                </c:pt>
                <c:pt idx="2292">
                  <c:v>2025-04-11</c:v>
                </c:pt>
                <c:pt idx="2293">
                  <c:v>2025-04-12</c:v>
                </c:pt>
                <c:pt idx="2294">
                  <c:v>2025-04-13</c:v>
                </c:pt>
                <c:pt idx="2295">
                  <c:v>2025-04-14</c:v>
                </c:pt>
                <c:pt idx="2296">
                  <c:v>2025-04-15</c:v>
                </c:pt>
                <c:pt idx="2297">
                  <c:v>2025-04-16</c:v>
                </c:pt>
                <c:pt idx="2298">
                  <c:v>2025-04-17</c:v>
                </c:pt>
                <c:pt idx="2299">
                  <c:v>2025-04-18</c:v>
                </c:pt>
                <c:pt idx="2300">
                  <c:v>2025-04-19</c:v>
                </c:pt>
                <c:pt idx="2301">
                  <c:v>2025-04-20</c:v>
                </c:pt>
                <c:pt idx="2302">
                  <c:v>2025-04-21</c:v>
                </c:pt>
                <c:pt idx="2303">
                  <c:v>2025-04-22</c:v>
                </c:pt>
                <c:pt idx="2304">
                  <c:v>2025-04-23</c:v>
                </c:pt>
                <c:pt idx="2305">
                  <c:v>2025-04-24</c:v>
                </c:pt>
                <c:pt idx="2306">
                  <c:v>2025-04-25</c:v>
                </c:pt>
                <c:pt idx="2307">
                  <c:v>2025-04-26</c:v>
                </c:pt>
                <c:pt idx="2308">
                  <c:v>2025-04-27</c:v>
                </c:pt>
                <c:pt idx="2309">
                  <c:v>2025-04-28</c:v>
                </c:pt>
                <c:pt idx="2310">
                  <c:v>2025-04-29</c:v>
                </c:pt>
                <c:pt idx="2311">
                  <c:v>2025-04-30</c:v>
                </c:pt>
                <c:pt idx="2312">
                  <c:v>2025-05-01</c:v>
                </c:pt>
                <c:pt idx="2313">
                  <c:v>2025-05-02</c:v>
                </c:pt>
                <c:pt idx="2314">
                  <c:v>2025-05-03</c:v>
                </c:pt>
                <c:pt idx="2315">
                  <c:v>2025-05-04</c:v>
                </c:pt>
                <c:pt idx="2316">
                  <c:v>2025-05-05</c:v>
                </c:pt>
                <c:pt idx="2317">
                  <c:v>2025-05-06</c:v>
                </c:pt>
                <c:pt idx="2318">
                  <c:v>2025-05-07</c:v>
                </c:pt>
                <c:pt idx="2319">
                  <c:v>2025-05-08</c:v>
                </c:pt>
                <c:pt idx="2320">
                  <c:v>2025-05-09</c:v>
                </c:pt>
                <c:pt idx="2321">
                  <c:v>2025-05-10</c:v>
                </c:pt>
                <c:pt idx="2322">
                  <c:v>2025-05-11</c:v>
                </c:pt>
                <c:pt idx="2323">
                  <c:v>2025-05-12</c:v>
                </c:pt>
                <c:pt idx="2324">
                  <c:v>2025-05-13</c:v>
                </c:pt>
                <c:pt idx="2325">
                  <c:v>2025-05-14</c:v>
                </c:pt>
                <c:pt idx="2326">
                  <c:v>2025-05-15</c:v>
                </c:pt>
                <c:pt idx="2327">
                  <c:v>2025-05-16</c:v>
                </c:pt>
                <c:pt idx="2328">
                  <c:v>2025-05-17</c:v>
                </c:pt>
                <c:pt idx="2329">
                  <c:v>2025-05-18</c:v>
                </c:pt>
                <c:pt idx="2330">
                  <c:v>2025-05-19</c:v>
                </c:pt>
                <c:pt idx="2331">
                  <c:v>2025-05-20</c:v>
                </c:pt>
                <c:pt idx="2332">
                  <c:v>2025-05-21</c:v>
                </c:pt>
                <c:pt idx="2333">
                  <c:v>2025-05-22</c:v>
                </c:pt>
                <c:pt idx="2334">
                  <c:v>2025-05-23</c:v>
                </c:pt>
                <c:pt idx="2335">
                  <c:v>2025-05-24</c:v>
                </c:pt>
                <c:pt idx="2336">
                  <c:v>2025-05-25</c:v>
                </c:pt>
                <c:pt idx="2337">
                  <c:v>2025-05-26</c:v>
                </c:pt>
                <c:pt idx="2338">
                  <c:v>2025-05-27</c:v>
                </c:pt>
                <c:pt idx="2339">
                  <c:v>2025-05-28</c:v>
                </c:pt>
                <c:pt idx="2340">
                  <c:v>2025-05-29</c:v>
                </c:pt>
                <c:pt idx="2341">
                  <c:v>2025-05-30</c:v>
                </c:pt>
                <c:pt idx="2342">
                  <c:v>2025-05-31</c:v>
                </c:pt>
                <c:pt idx="2343">
                  <c:v>2025-06-01</c:v>
                </c:pt>
                <c:pt idx="2344">
                  <c:v>2025-06-02</c:v>
                </c:pt>
                <c:pt idx="2345">
                  <c:v>2025-06-03</c:v>
                </c:pt>
                <c:pt idx="2346">
                  <c:v>2025-06-04</c:v>
                </c:pt>
                <c:pt idx="2347">
                  <c:v>2025-06-05</c:v>
                </c:pt>
                <c:pt idx="2348">
                  <c:v>2025-06-06</c:v>
                </c:pt>
                <c:pt idx="2349">
                  <c:v>2025-06-07</c:v>
                </c:pt>
                <c:pt idx="2350">
                  <c:v>2025-06-08</c:v>
                </c:pt>
                <c:pt idx="2351">
                  <c:v>2025-06-09</c:v>
                </c:pt>
                <c:pt idx="2352">
                  <c:v>2025-06-10</c:v>
                </c:pt>
                <c:pt idx="2353">
                  <c:v>2025-06-11</c:v>
                </c:pt>
                <c:pt idx="2354">
                  <c:v>2025-06-12</c:v>
                </c:pt>
                <c:pt idx="2355">
                  <c:v>2025-06-13</c:v>
                </c:pt>
                <c:pt idx="2356">
                  <c:v>2025-06-14</c:v>
                </c:pt>
                <c:pt idx="2357">
                  <c:v>2025-06-15</c:v>
                </c:pt>
                <c:pt idx="2358">
                  <c:v>2025-06-16</c:v>
                </c:pt>
                <c:pt idx="2359">
                  <c:v>2025-06-17</c:v>
                </c:pt>
                <c:pt idx="2360">
                  <c:v>2025-06-18</c:v>
                </c:pt>
                <c:pt idx="2361">
                  <c:v>2025-06-19</c:v>
                </c:pt>
                <c:pt idx="2362">
                  <c:v>2025-06-20</c:v>
                </c:pt>
                <c:pt idx="2363">
                  <c:v>2025-06-21</c:v>
                </c:pt>
                <c:pt idx="2364">
                  <c:v>2025-06-22</c:v>
                </c:pt>
                <c:pt idx="2365">
                  <c:v>2025-06-23</c:v>
                </c:pt>
                <c:pt idx="2366">
                  <c:v>2025-06-24</c:v>
                </c:pt>
                <c:pt idx="2367">
                  <c:v>2025-06-25</c:v>
                </c:pt>
                <c:pt idx="2368">
                  <c:v>2025-06-26</c:v>
                </c:pt>
                <c:pt idx="2369">
                  <c:v>2025-06-27</c:v>
                </c:pt>
                <c:pt idx="2370">
                  <c:v>2025-06-28</c:v>
                </c:pt>
                <c:pt idx="2371">
                  <c:v>2025-06-29</c:v>
                </c:pt>
                <c:pt idx="2372">
                  <c:v>2025-06-30</c:v>
                </c:pt>
                <c:pt idx="2373">
                  <c:v>2025-07-01</c:v>
                </c:pt>
                <c:pt idx="2374">
                  <c:v>2025-07-02</c:v>
                </c:pt>
                <c:pt idx="2375">
                  <c:v>2025-07-03</c:v>
                </c:pt>
                <c:pt idx="2376">
                  <c:v>2025-07-04</c:v>
                </c:pt>
                <c:pt idx="2377">
                  <c:v>2025-07-05</c:v>
                </c:pt>
                <c:pt idx="2378">
                  <c:v>2025-07-06</c:v>
                </c:pt>
                <c:pt idx="2379">
                  <c:v>2025-07-07</c:v>
                </c:pt>
                <c:pt idx="2380">
                  <c:v>2025-07-08</c:v>
                </c:pt>
                <c:pt idx="2381">
                  <c:v>2025-07-09</c:v>
                </c:pt>
                <c:pt idx="2382">
                  <c:v>2025-07-10</c:v>
                </c:pt>
                <c:pt idx="2383">
                  <c:v>2025-07-11</c:v>
                </c:pt>
                <c:pt idx="2384">
                  <c:v>2025-07-12</c:v>
                </c:pt>
                <c:pt idx="2385">
                  <c:v>2025-07-13</c:v>
                </c:pt>
                <c:pt idx="2386">
                  <c:v>2025-07-14</c:v>
                </c:pt>
                <c:pt idx="2387">
                  <c:v>2025-07-15</c:v>
                </c:pt>
                <c:pt idx="2388">
                  <c:v>2025-07-16</c:v>
                </c:pt>
                <c:pt idx="2389">
                  <c:v>2025-07-17</c:v>
                </c:pt>
                <c:pt idx="2390">
                  <c:v>2025-07-18</c:v>
                </c:pt>
                <c:pt idx="2391">
                  <c:v>2025-07-19</c:v>
                </c:pt>
                <c:pt idx="2392">
                  <c:v>2025-07-20</c:v>
                </c:pt>
                <c:pt idx="2393">
                  <c:v>2025-07-21</c:v>
                </c:pt>
                <c:pt idx="2394">
                  <c:v>2025-07-22</c:v>
                </c:pt>
                <c:pt idx="2395">
                  <c:v>2025-07-23</c:v>
                </c:pt>
                <c:pt idx="2396">
                  <c:v>2025-07-24</c:v>
                </c:pt>
                <c:pt idx="2397">
                  <c:v>2025-07-25</c:v>
                </c:pt>
                <c:pt idx="2398">
                  <c:v>2025-07-26</c:v>
                </c:pt>
                <c:pt idx="2399">
                  <c:v>2025-07-27</c:v>
                </c:pt>
                <c:pt idx="2400">
                  <c:v>2025-07-28</c:v>
                </c:pt>
                <c:pt idx="2401">
                  <c:v>2025-07-29</c:v>
                </c:pt>
                <c:pt idx="2402">
                  <c:v>2025-07-30</c:v>
                </c:pt>
                <c:pt idx="2403">
                  <c:v>2025-07-31</c:v>
                </c:pt>
                <c:pt idx="2404">
                  <c:v>2025-08-01</c:v>
                </c:pt>
                <c:pt idx="2405">
                  <c:v>2025-08-02</c:v>
                </c:pt>
                <c:pt idx="2406">
                  <c:v>2025-08-03</c:v>
                </c:pt>
                <c:pt idx="2407">
                  <c:v>2025-08-04</c:v>
                </c:pt>
                <c:pt idx="2408">
                  <c:v>2025-08-05</c:v>
                </c:pt>
                <c:pt idx="2409">
                  <c:v>2025-08-06</c:v>
                </c:pt>
                <c:pt idx="2410">
                  <c:v>2025-08-07</c:v>
                </c:pt>
                <c:pt idx="2411">
                  <c:v>2025-08-08</c:v>
                </c:pt>
                <c:pt idx="2412">
                  <c:v>2025-08-09</c:v>
                </c:pt>
                <c:pt idx="2413">
                  <c:v>2025-08-10</c:v>
                </c:pt>
                <c:pt idx="2414">
                  <c:v>2025-08-11</c:v>
                </c:pt>
                <c:pt idx="2415">
                  <c:v>2025-08-12</c:v>
                </c:pt>
                <c:pt idx="2416">
                  <c:v>2025-08-13</c:v>
                </c:pt>
                <c:pt idx="2417">
                  <c:v>2025-08-14</c:v>
                </c:pt>
                <c:pt idx="2418">
                  <c:v>2025-08-15</c:v>
                </c:pt>
                <c:pt idx="2419">
                  <c:v>2025-08-16</c:v>
                </c:pt>
                <c:pt idx="2420">
                  <c:v>2025-08-17</c:v>
                </c:pt>
                <c:pt idx="2421">
                  <c:v>2025-08-18</c:v>
                </c:pt>
                <c:pt idx="2422">
                  <c:v>2025-08-19</c:v>
                </c:pt>
                <c:pt idx="2423">
                  <c:v>2025-08-20</c:v>
                </c:pt>
                <c:pt idx="2424">
                  <c:v>2025-08-21</c:v>
                </c:pt>
                <c:pt idx="2425">
                  <c:v>2025-08-22</c:v>
                </c:pt>
                <c:pt idx="2426">
                  <c:v>2025-08-23</c:v>
                </c:pt>
                <c:pt idx="2427">
                  <c:v>2025-08-24</c:v>
                </c:pt>
                <c:pt idx="2428">
                  <c:v>2025-08-25</c:v>
                </c:pt>
                <c:pt idx="2429">
                  <c:v>2025-08-26</c:v>
                </c:pt>
                <c:pt idx="2430">
                  <c:v>2025-08-27</c:v>
                </c:pt>
                <c:pt idx="2431">
                  <c:v>2025-08-28</c:v>
                </c:pt>
                <c:pt idx="2432">
                  <c:v>2025-08-29</c:v>
                </c:pt>
                <c:pt idx="2433">
                  <c:v>2025-08-30</c:v>
                </c:pt>
                <c:pt idx="2434">
                  <c:v>2025-08-31</c:v>
                </c:pt>
                <c:pt idx="2435">
                  <c:v>2025-09-01</c:v>
                </c:pt>
                <c:pt idx="2436">
                  <c:v>2025-09-02</c:v>
                </c:pt>
                <c:pt idx="2437">
                  <c:v>2025-09-03</c:v>
                </c:pt>
                <c:pt idx="2438">
                  <c:v>2025-09-04</c:v>
                </c:pt>
                <c:pt idx="2439">
                  <c:v>2025-09-05</c:v>
                </c:pt>
                <c:pt idx="2440">
                  <c:v>2025-09-06</c:v>
                </c:pt>
                <c:pt idx="2441">
                  <c:v>2025-09-07</c:v>
                </c:pt>
                <c:pt idx="2442">
                  <c:v>2025-09-08</c:v>
                </c:pt>
                <c:pt idx="2443">
                  <c:v>2025-09-09</c:v>
                </c:pt>
                <c:pt idx="2444">
                  <c:v>2025-09-10</c:v>
                </c:pt>
                <c:pt idx="2445">
                  <c:v>2025-09-11</c:v>
                </c:pt>
                <c:pt idx="2446">
                  <c:v>2025-09-12</c:v>
                </c:pt>
                <c:pt idx="2447">
                  <c:v>2025-09-13</c:v>
                </c:pt>
                <c:pt idx="2448">
                  <c:v>2025-09-14</c:v>
                </c:pt>
                <c:pt idx="2449">
                  <c:v>2025-09-15</c:v>
                </c:pt>
                <c:pt idx="2450">
                  <c:v>2025-09-16</c:v>
                </c:pt>
                <c:pt idx="2451">
                  <c:v>2025-09-17</c:v>
                </c:pt>
                <c:pt idx="2452">
                  <c:v>2025-09-18</c:v>
                </c:pt>
                <c:pt idx="2453">
                  <c:v>2025-09-19</c:v>
                </c:pt>
                <c:pt idx="2454">
                  <c:v>2025-09-20</c:v>
                </c:pt>
                <c:pt idx="2455">
                  <c:v>2025-09-21</c:v>
                </c:pt>
                <c:pt idx="2456">
                  <c:v>2025-09-22</c:v>
                </c:pt>
                <c:pt idx="2457">
                  <c:v>2025-09-23</c:v>
                </c:pt>
                <c:pt idx="2458">
                  <c:v>2025-09-24</c:v>
                </c:pt>
                <c:pt idx="2459">
                  <c:v>2025-09-25</c:v>
                </c:pt>
                <c:pt idx="2460">
                  <c:v>2025-09-26</c:v>
                </c:pt>
                <c:pt idx="2461">
                  <c:v>2025-09-27</c:v>
                </c:pt>
                <c:pt idx="2462">
                  <c:v>2025-09-28</c:v>
                </c:pt>
                <c:pt idx="2463">
                  <c:v>2025-09-29</c:v>
                </c:pt>
                <c:pt idx="2464">
                  <c:v>2025-09-30</c:v>
                </c:pt>
                <c:pt idx="2465">
                  <c:v>2025-10-01</c:v>
                </c:pt>
                <c:pt idx="2466">
                  <c:v>2025-10-02</c:v>
                </c:pt>
                <c:pt idx="2467">
                  <c:v>2025-10-03</c:v>
                </c:pt>
                <c:pt idx="2468">
                  <c:v>2025-10-04</c:v>
                </c:pt>
                <c:pt idx="2469">
                  <c:v>2025-10-05</c:v>
                </c:pt>
                <c:pt idx="2470">
                  <c:v>2025-10-06</c:v>
                </c:pt>
                <c:pt idx="2471">
                  <c:v>2025-10-07</c:v>
                </c:pt>
                <c:pt idx="2472">
                  <c:v>2025-10-08</c:v>
                </c:pt>
                <c:pt idx="2473">
                  <c:v>2025-10-09</c:v>
                </c:pt>
                <c:pt idx="2474">
                  <c:v>2025-10-10</c:v>
                </c:pt>
                <c:pt idx="2475">
                  <c:v>2025-10-11</c:v>
                </c:pt>
                <c:pt idx="2476">
                  <c:v>2025-10-12</c:v>
                </c:pt>
                <c:pt idx="2477">
                  <c:v>2025-10-13</c:v>
                </c:pt>
                <c:pt idx="2478">
                  <c:v>2025-10-14</c:v>
                </c:pt>
                <c:pt idx="2479">
                  <c:v>2025-10-15</c:v>
                </c:pt>
                <c:pt idx="2480">
                  <c:v>2025-10-16</c:v>
                </c:pt>
                <c:pt idx="2481">
                  <c:v>2025-10-17</c:v>
                </c:pt>
                <c:pt idx="2482">
                  <c:v>2025-10-18</c:v>
                </c:pt>
                <c:pt idx="2483">
                  <c:v>2025-10-19</c:v>
                </c:pt>
                <c:pt idx="2484">
                  <c:v>2025-10-20</c:v>
                </c:pt>
                <c:pt idx="2485">
                  <c:v>2025-10-21</c:v>
                </c:pt>
                <c:pt idx="2486">
                  <c:v>2025-10-22</c:v>
                </c:pt>
                <c:pt idx="2487">
                  <c:v>2025-10-23</c:v>
                </c:pt>
                <c:pt idx="2488">
                  <c:v>2025-10-24</c:v>
                </c:pt>
                <c:pt idx="2489">
                  <c:v>2025-10-25</c:v>
                </c:pt>
                <c:pt idx="2490">
                  <c:v>2025-10-26</c:v>
                </c:pt>
                <c:pt idx="2491">
                  <c:v>2025-10-27</c:v>
                </c:pt>
                <c:pt idx="2492">
                  <c:v>2025-10-28</c:v>
                </c:pt>
                <c:pt idx="2493">
                  <c:v>2025-10-29</c:v>
                </c:pt>
                <c:pt idx="2494">
                  <c:v>2025-10-30</c:v>
                </c:pt>
                <c:pt idx="2495">
                  <c:v>2025-10-31</c:v>
                </c:pt>
                <c:pt idx="2496">
                  <c:v>2025-11-01</c:v>
                </c:pt>
                <c:pt idx="2497">
                  <c:v>2025-11-02</c:v>
                </c:pt>
                <c:pt idx="2498">
                  <c:v>2025-11-03</c:v>
                </c:pt>
                <c:pt idx="2499">
                  <c:v>2025-11-04</c:v>
                </c:pt>
                <c:pt idx="2500">
                  <c:v>2025-11-05</c:v>
                </c:pt>
                <c:pt idx="2501">
                  <c:v>2025-11-06</c:v>
                </c:pt>
                <c:pt idx="2502">
                  <c:v>2025-11-07</c:v>
                </c:pt>
                <c:pt idx="2503">
                  <c:v>2025-11-08</c:v>
                </c:pt>
                <c:pt idx="2504">
                  <c:v>2025-11-09</c:v>
                </c:pt>
                <c:pt idx="2505">
                  <c:v>2025-11-10</c:v>
                </c:pt>
                <c:pt idx="2506">
                  <c:v>2025-11-11</c:v>
                </c:pt>
                <c:pt idx="2507">
                  <c:v>2025-11-12</c:v>
                </c:pt>
                <c:pt idx="2508">
                  <c:v>2025-11-13</c:v>
                </c:pt>
                <c:pt idx="2509">
                  <c:v>2025-11-14</c:v>
                </c:pt>
                <c:pt idx="2510">
                  <c:v>2025-11-15</c:v>
                </c:pt>
                <c:pt idx="2511">
                  <c:v>2025-11-16</c:v>
                </c:pt>
                <c:pt idx="2512">
                  <c:v>2025-11-17</c:v>
                </c:pt>
                <c:pt idx="2513">
                  <c:v>2025-11-18</c:v>
                </c:pt>
                <c:pt idx="2514">
                  <c:v>2025-11-19</c:v>
                </c:pt>
                <c:pt idx="2515">
                  <c:v>2025-11-20</c:v>
                </c:pt>
                <c:pt idx="2516">
                  <c:v>2025-11-21</c:v>
                </c:pt>
                <c:pt idx="2517">
                  <c:v>2025-11-22</c:v>
                </c:pt>
                <c:pt idx="2518">
                  <c:v>2025-11-23</c:v>
                </c:pt>
                <c:pt idx="2519">
                  <c:v>2025-11-24</c:v>
                </c:pt>
                <c:pt idx="2520">
                  <c:v>2025-11-25</c:v>
                </c:pt>
                <c:pt idx="2521">
                  <c:v>2025-11-26</c:v>
                </c:pt>
                <c:pt idx="2522">
                  <c:v>2025-11-27</c:v>
                </c:pt>
                <c:pt idx="2523">
                  <c:v>2025-11-28</c:v>
                </c:pt>
                <c:pt idx="2524">
                  <c:v>2025-11-29</c:v>
                </c:pt>
                <c:pt idx="2525">
                  <c:v>2025-11-30</c:v>
                </c:pt>
                <c:pt idx="2526">
                  <c:v>2025-12-01</c:v>
                </c:pt>
                <c:pt idx="2527">
                  <c:v>2025-12-02</c:v>
                </c:pt>
                <c:pt idx="2528">
                  <c:v>2025-12-03</c:v>
                </c:pt>
                <c:pt idx="2529">
                  <c:v>2025-12-04</c:v>
                </c:pt>
                <c:pt idx="2530">
                  <c:v>2025-12-05</c:v>
                </c:pt>
                <c:pt idx="2531">
                  <c:v>2025-12-06</c:v>
                </c:pt>
                <c:pt idx="2532">
                  <c:v>2025-12-07</c:v>
                </c:pt>
                <c:pt idx="2533">
                  <c:v>2025-12-08</c:v>
                </c:pt>
                <c:pt idx="2534">
                  <c:v>2025-12-09</c:v>
                </c:pt>
                <c:pt idx="2535">
                  <c:v>2025-12-10</c:v>
                </c:pt>
                <c:pt idx="2536">
                  <c:v>2025-12-11</c:v>
                </c:pt>
                <c:pt idx="2537">
                  <c:v>2025-12-12</c:v>
                </c:pt>
                <c:pt idx="2538">
                  <c:v>2025-12-13</c:v>
                </c:pt>
                <c:pt idx="2539">
                  <c:v>2025-12-14</c:v>
                </c:pt>
                <c:pt idx="2540">
                  <c:v>2025-12-15</c:v>
                </c:pt>
                <c:pt idx="2541">
                  <c:v>2025-12-16</c:v>
                </c:pt>
                <c:pt idx="2542">
                  <c:v>2025-12-17</c:v>
                </c:pt>
                <c:pt idx="2543">
                  <c:v>2025-12-18</c:v>
                </c:pt>
                <c:pt idx="2544">
                  <c:v>2025-12-19</c:v>
                </c:pt>
                <c:pt idx="2545">
                  <c:v>2025-12-20</c:v>
                </c:pt>
                <c:pt idx="2546">
                  <c:v>2025-12-21</c:v>
                </c:pt>
                <c:pt idx="2547">
                  <c:v>2025-12-22</c:v>
                </c:pt>
                <c:pt idx="2548">
                  <c:v>2025-12-23</c:v>
                </c:pt>
                <c:pt idx="2549">
                  <c:v>2025-12-24</c:v>
                </c:pt>
                <c:pt idx="2550">
                  <c:v>2025-12-25</c:v>
                </c:pt>
                <c:pt idx="2551">
                  <c:v>2025-12-26</c:v>
                </c:pt>
                <c:pt idx="2552">
                  <c:v>2025-12-27</c:v>
                </c:pt>
                <c:pt idx="2553">
                  <c:v>2025-12-28</c:v>
                </c:pt>
                <c:pt idx="2554">
                  <c:v>2025-12-29</c:v>
                </c:pt>
                <c:pt idx="2555">
                  <c:v>2025-12-30</c:v>
                </c:pt>
                <c:pt idx="2556">
                  <c:v>2025-12-31</c:v>
                </c:pt>
                <c:pt idx="2557">
                  <c:v>2026-01-01</c:v>
                </c:pt>
                <c:pt idx="2558">
                  <c:v>2026-01-02</c:v>
                </c:pt>
                <c:pt idx="2559">
                  <c:v>2026-01-03</c:v>
                </c:pt>
                <c:pt idx="2560">
                  <c:v>2026-01-04</c:v>
                </c:pt>
                <c:pt idx="2561">
                  <c:v>2026-01-05</c:v>
                </c:pt>
                <c:pt idx="2562">
                  <c:v>2026-01-06</c:v>
                </c:pt>
                <c:pt idx="2563">
                  <c:v>2026-01-07</c:v>
                </c:pt>
                <c:pt idx="2564">
                  <c:v>2026-01-08</c:v>
                </c:pt>
                <c:pt idx="2565">
                  <c:v>2026-01-09</c:v>
                </c:pt>
                <c:pt idx="2566">
                  <c:v>2026-01-10</c:v>
                </c:pt>
                <c:pt idx="2567">
                  <c:v>2026-01-11</c:v>
                </c:pt>
                <c:pt idx="2568">
                  <c:v>2026-01-12</c:v>
                </c:pt>
                <c:pt idx="2569">
                  <c:v>2026-01-13</c:v>
                </c:pt>
                <c:pt idx="2570">
                  <c:v>2026-01-14</c:v>
                </c:pt>
                <c:pt idx="2571">
                  <c:v>2026-01-15</c:v>
                </c:pt>
                <c:pt idx="2572">
                  <c:v>2026-01-16</c:v>
                </c:pt>
                <c:pt idx="2573">
                  <c:v>2026-01-17</c:v>
                </c:pt>
                <c:pt idx="2574">
                  <c:v>2026-01-18</c:v>
                </c:pt>
                <c:pt idx="2575">
                  <c:v>2026-01-19</c:v>
                </c:pt>
                <c:pt idx="2576">
                  <c:v>2026-01-20</c:v>
                </c:pt>
                <c:pt idx="2577">
                  <c:v>2026-01-21</c:v>
                </c:pt>
                <c:pt idx="2578">
                  <c:v>2026-01-22</c:v>
                </c:pt>
                <c:pt idx="2579">
                  <c:v>2026-01-23</c:v>
                </c:pt>
                <c:pt idx="2580">
                  <c:v>2026-01-24</c:v>
                </c:pt>
                <c:pt idx="2581">
                  <c:v>2026-01-25</c:v>
                </c:pt>
                <c:pt idx="2582">
                  <c:v>2026-01-26</c:v>
                </c:pt>
                <c:pt idx="2583">
                  <c:v>2026-01-27</c:v>
                </c:pt>
                <c:pt idx="2584">
                  <c:v>2026-01-28</c:v>
                </c:pt>
                <c:pt idx="2585">
                  <c:v>2026-01-29</c:v>
                </c:pt>
                <c:pt idx="2586">
                  <c:v>2026-01-30</c:v>
                </c:pt>
                <c:pt idx="2587">
                  <c:v>2026-01-31</c:v>
                </c:pt>
                <c:pt idx="2588">
                  <c:v>2026-02-01</c:v>
                </c:pt>
                <c:pt idx="2589">
                  <c:v>2026-02-02</c:v>
                </c:pt>
                <c:pt idx="2590">
                  <c:v>2026-02-03</c:v>
                </c:pt>
                <c:pt idx="2591">
                  <c:v>2026-02-04</c:v>
                </c:pt>
                <c:pt idx="2592">
                  <c:v>2026-02-05</c:v>
                </c:pt>
                <c:pt idx="2593">
                  <c:v>2026-02-06</c:v>
                </c:pt>
                <c:pt idx="2594">
                  <c:v>2026-02-07</c:v>
                </c:pt>
                <c:pt idx="2595">
                  <c:v>2026-02-08</c:v>
                </c:pt>
                <c:pt idx="2596">
                  <c:v>2026-02-09</c:v>
                </c:pt>
                <c:pt idx="2597">
                  <c:v>2026-02-10</c:v>
                </c:pt>
                <c:pt idx="2598">
                  <c:v>2026-02-11</c:v>
                </c:pt>
                <c:pt idx="2599">
                  <c:v>2026-02-12</c:v>
                </c:pt>
                <c:pt idx="2600">
                  <c:v>2026-02-13</c:v>
                </c:pt>
                <c:pt idx="2601">
                  <c:v>2026-02-14</c:v>
                </c:pt>
                <c:pt idx="2602">
                  <c:v>2026-02-15</c:v>
                </c:pt>
                <c:pt idx="2603">
                  <c:v>2026-02-16</c:v>
                </c:pt>
                <c:pt idx="2604">
                  <c:v>2026-02-17</c:v>
                </c:pt>
                <c:pt idx="2605">
                  <c:v>2026-02-18</c:v>
                </c:pt>
                <c:pt idx="2606">
                  <c:v>2026-02-19</c:v>
                </c:pt>
                <c:pt idx="2607">
                  <c:v>2026-02-20</c:v>
                </c:pt>
                <c:pt idx="2608">
                  <c:v>2026-02-21</c:v>
                </c:pt>
                <c:pt idx="2609">
                  <c:v>2026-02-22</c:v>
                </c:pt>
                <c:pt idx="2610">
                  <c:v>2026-02-23</c:v>
                </c:pt>
                <c:pt idx="2611">
                  <c:v>2026-02-24</c:v>
                </c:pt>
                <c:pt idx="2612">
                  <c:v>2026-02-25</c:v>
                </c:pt>
                <c:pt idx="2613">
                  <c:v>2026-02-26</c:v>
                </c:pt>
                <c:pt idx="2614">
                  <c:v>2026-02-27</c:v>
                </c:pt>
                <c:pt idx="2615">
                  <c:v>2026-02-28</c:v>
                </c:pt>
                <c:pt idx="2616">
                  <c:v>2026-03-01</c:v>
                </c:pt>
                <c:pt idx="2617">
                  <c:v>2026-03-02</c:v>
                </c:pt>
                <c:pt idx="2618">
                  <c:v>2026-03-03</c:v>
                </c:pt>
                <c:pt idx="2619">
                  <c:v>2026-03-04</c:v>
                </c:pt>
                <c:pt idx="2620">
                  <c:v>2026-03-05</c:v>
                </c:pt>
                <c:pt idx="2621">
                  <c:v>2026-03-06</c:v>
                </c:pt>
                <c:pt idx="2622">
                  <c:v>2026-03-07</c:v>
                </c:pt>
                <c:pt idx="2623">
                  <c:v>2026-03-08</c:v>
                </c:pt>
                <c:pt idx="2624">
                  <c:v>2026-03-09</c:v>
                </c:pt>
                <c:pt idx="2625">
                  <c:v>2026-03-10</c:v>
                </c:pt>
                <c:pt idx="2626">
                  <c:v>2026-03-11</c:v>
                </c:pt>
                <c:pt idx="2627">
                  <c:v>2026-03-12</c:v>
                </c:pt>
                <c:pt idx="2628">
                  <c:v>2026-03-13</c:v>
                </c:pt>
                <c:pt idx="2629">
                  <c:v>2026-03-14</c:v>
                </c:pt>
                <c:pt idx="2630">
                  <c:v>2026-03-15</c:v>
                </c:pt>
                <c:pt idx="2631">
                  <c:v>2026-03-16</c:v>
                </c:pt>
                <c:pt idx="2632">
                  <c:v>2026-03-17</c:v>
                </c:pt>
                <c:pt idx="2633">
                  <c:v>2026-03-18</c:v>
                </c:pt>
                <c:pt idx="2634">
                  <c:v>2026-03-19</c:v>
                </c:pt>
                <c:pt idx="2635">
                  <c:v>2026-03-20</c:v>
                </c:pt>
                <c:pt idx="2636">
                  <c:v>2026-03-21</c:v>
                </c:pt>
                <c:pt idx="2637">
                  <c:v>2026-03-22</c:v>
                </c:pt>
                <c:pt idx="2638">
                  <c:v>2026-03-23</c:v>
                </c:pt>
                <c:pt idx="2639">
                  <c:v>2026-03-24</c:v>
                </c:pt>
                <c:pt idx="2640">
                  <c:v>2026-03-25</c:v>
                </c:pt>
                <c:pt idx="2641">
                  <c:v>2026-03-26</c:v>
                </c:pt>
                <c:pt idx="2642">
                  <c:v>2026-03-27</c:v>
                </c:pt>
                <c:pt idx="2643">
                  <c:v>2026-03-28</c:v>
                </c:pt>
                <c:pt idx="2644">
                  <c:v>2026-03-29</c:v>
                </c:pt>
                <c:pt idx="2645">
                  <c:v>2026-03-30</c:v>
                </c:pt>
                <c:pt idx="2646">
                  <c:v>2026-03-31</c:v>
                </c:pt>
                <c:pt idx="2647">
                  <c:v>2026-04-01</c:v>
                </c:pt>
                <c:pt idx="2648">
                  <c:v>2026-04-02</c:v>
                </c:pt>
                <c:pt idx="2649">
                  <c:v>2026-04-03</c:v>
                </c:pt>
                <c:pt idx="2650">
                  <c:v>2026-04-04</c:v>
                </c:pt>
                <c:pt idx="2651">
                  <c:v>2026-04-05</c:v>
                </c:pt>
                <c:pt idx="2652">
                  <c:v>2026-04-06</c:v>
                </c:pt>
                <c:pt idx="2653">
                  <c:v>2026-04-07</c:v>
                </c:pt>
                <c:pt idx="2654">
                  <c:v>2026-04-08</c:v>
                </c:pt>
                <c:pt idx="2655">
                  <c:v>2026-04-09</c:v>
                </c:pt>
                <c:pt idx="2656">
                  <c:v>2026-04-10</c:v>
                </c:pt>
                <c:pt idx="2657">
                  <c:v>2026-04-11</c:v>
                </c:pt>
                <c:pt idx="2658">
                  <c:v>2026-04-12</c:v>
                </c:pt>
                <c:pt idx="2659">
                  <c:v>2026-04-13</c:v>
                </c:pt>
                <c:pt idx="2660">
                  <c:v>2026-04-14</c:v>
                </c:pt>
                <c:pt idx="2661">
                  <c:v>2026-04-15</c:v>
                </c:pt>
                <c:pt idx="2662">
                  <c:v>2026-04-16</c:v>
                </c:pt>
                <c:pt idx="2663">
                  <c:v>2026-04-17</c:v>
                </c:pt>
                <c:pt idx="2664">
                  <c:v>2026-04-18</c:v>
                </c:pt>
                <c:pt idx="2665">
                  <c:v>2026-04-19</c:v>
                </c:pt>
                <c:pt idx="2666">
                  <c:v>2026-04-20</c:v>
                </c:pt>
                <c:pt idx="2667">
                  <c:v>2026-04-21</c:v>
                </c:pt>
                <c:pt idx="2668">
                  <c:v>2026-04-22</c:v>
                </c:pt>
                <c:pt idx="2669">
                  <c:v>2026-04-23</c:v>
                </c:pt>
                <c:pt idx="2670">
                  <c:v>2026-04-24</c:v>
                </c:pt>
                <c:pt idx="2671">
                  <c:v>2026-04-25</c:v>
                </c:pt>
                <c:pt idx="2672">
                  <c:v>2026-04-26</c:v>
                </c:pt>
                <c:pt idx="2673">
                  <c:v>2026-04-27</c:v>
                </c:pt>
                <c:pt idx="2674">
                  <c:v>2026-04-28</c:v>
                </c:pt>
                <c:pt idx="2675">
                  <c:v>2026-04-29</c:v>
                </c:pt>
                <c:pt idx="2676">
                  <c:v>2026-04-30</c:v>
                </c:pt>
                <c:pt idx="2677">
                  <c:v>2026-05-01</c:v>
                </c:pt>
                <c:pt idx="2678">
                  <c:v>2026-05-02</c:v>
                </c:pt>
                <c:pt idx="2679">
                  <c:v>2026-05-03</c:v>
                </c:pt>
                <c:pt idx="2680">
                  <c:v>2026-05-04</c:v>
                </c:pt>
                <c:pt idx="2681">
                  <c:v>2026-05-05</c:v>
                </c:pt>
                <c:pt idx="2682">
                  <c:v>2026-05-06</c:v>
                </c:pt>
                <c:pt idx="2683">
                  <c:v>2026-05-07</c:v>
                </c:pt>
                <c:pt idx="2684">
                  <c:v>2026-05-08</c:v>
                </c:pt>
                <c:pt idx="2685">
                  <c:v>2026-05-09</c:v>
                </c:pt>
                <c:pt idx="2686">
                  <c:v>2026-05-10</c:v>
                </c:pt>
                <c:pt idx="2687">
                  <c:v>2026-05-11</c:v>
                </c:pt>
                <c:pt idx="2688">
                  <c:v>2026-05-12</c:v>
                </c:pt>
                <c:pt idx="2689">
                  <c:v>2026-05-13</c:v>
                </c:pt>
                <c:pt idx="2690">
                  <c:v>2026-05-14</c:v>
                </c:pt>
                <c:pt idx="2691">
                  <c:v>2026-05-15</c:v>
                </c:pt>
                <c:pt idx="2692">
                  <c:v>2026-05-16</c:v>
                </c:pt>
                <c:pt idx="2693">
                  <c:v>2026-05-17</c:v>
                </c:pt>
                <c:pt idx="2694">
                  <c:v>2026-05-18</c:v>
                </c:pt>
                <c:pt idx="2695">
                  <c:v>2026-05-19</c:v>
                </c:pt>
                <c:pt idx="2696">
                  <c:v>2026-05-20</c:v>
                </c:pt>
                <c:pt idx="2697">
                  <c:v>2026-05-21</c:v>
                </c:pt>
                <c:pt idx="2698">
                  <c:v>2026-05-22</c:v>
                </c:pt>
                <c:pt idx="2699">
                  <c:v>2026-05-23</c:v>
                </c:pt>
                <c:pt idx="2700">
                  <c:v>2026-05-24</c:v>
                </c:pt>
                <c:pt idx="2701">
                  <c:v>2026-05-25</c:v>
                </c:pt>
                <c:pt idx="2702">
                  <c:v>2026-05-26</c:v>
                </c:pt>
                <c:pt idx="2703">
                  <c:v>2026-05-27</c:v>
                </c:pt>
                <c:pt idx="2704">
                  <c:v>2026-05-28</c:v>
                </c:pt>
                <c:pt idx="2705">
                  <c:v>2026-05-29</c:v>
                </c:pt>
                <c:pt idx="2706">
                  <c:v>2026-05-30</c:v>
                </c:pt>
                <c:pt idx="2707">
                  <c:v>2026-05-31</c:v>
                </c:pt>
                <c:pt idx="2708">
                  <c:v>2026-06-01</c:v>
                </c:pt>
                <c:pt idx="2709">
                  <c:v>2026-06-02</c:v>
                </c:pt>
                <c:pt idx="2710">
                  <c:v>2026-06-03</c:v>
                </c:pt>
                <c:pt idx="2711">
                  <c:v>2026-06-04</c:v>
                </c:pt>
                <c:pt idx="2712">
                  <c:v>2026-06-05</c:v>
                </c:pt>
                <c:pt idx="2713">
                  <c:v>2026-06-06</c:v>
                </c:pt>
                <c:pt idx="2714">
                  <c:v>2026-06-07</c:v>
                </c:pt>
                <c:pt idx="2715">
                  <c:v>2026-06-08</c:v>
                </c:pt>
                <c:pt idx="2716">
                  <c:v>2026-06-09</c:v>
                </c:pt>
                <c:pt idx="2717">
                  <c:v>2026-06-10</c:v>
                </c:pt>
                <c:pt idx="2718">
                  <c:v>2026-06-11</c:v>
                </c:pt>
                <c:pt idx="2719">
                  <c:v>2026-06-12</c:v>
                </c:pt>
                <c:pt idx="2720">
                  <c:v>2026-06-13</c:v>
                </c:pt>
                <c:pt idx="2721">
                  <c:v>2026-06-14</c:v>
                </c:pt>
                <c:pt idx="2722">
                  <c:v>2026-06-15</c:v>
                </c:pt>
                <c:pt idx="2723">
                  <c:v>2026-06-16</c:v>
                </c:pt>
                <c:pt idx="2724">
                  <c:v>2026-06-17</c:v>
                </c:pt>
                <c:pt idx="2725">
                  <c:v>2026-06-18</c:v>
                </c:pt>
                <c:pt idx="2726">
                  <c:v>2026-06-19</c:v>
                </c:pt>
                <c:pt idx="2727">
                  <c:v>2026-06-20</c:v>
                </c:pt>
                <c:pt idx="2728">
                  <c:v>2026-06-21</c:v>
                </c:pt>
                <c:pt idx="2729">
                  <c:v>2026-06-22</c:v>
                </c:pt>
                <c:pt idx="2730">
                  <c:v>2026-06-23</c:v>
                </c:pt>
                <c:pt idx="2731">
                  <c:v>2026-06-24</c:v>
                </c:pt>
                <c:pt idx="2732">
                  <c:v>2026-06-25</c:v>
                </c:pt>
                <c:pt idx="2733">
                  <c:v>2026-06-26</c:v>
                </c:pt>
                <c:pt idx="2734">
                  <c:v>2026-06-27</c:v>
                </c:pt>
                <c:pt idx="2735">
                  <c:v>2026-06-28</c:v>
                </c:pt>
                <c:pt idx="2736">
                  <c:v>2026-06-29</c:v>
                </c:pt>
                <c:pt idx="2737">
                  <c:v>2026-06-30</c:v>
                </c:pt>
                <c:pt idx="2738">
                  <c:v>2026-07-01</c:v>
                </c:pt>
                <c:pt idx="2739">
                  <c:v>2026-07-02</c:v>
                </c:pt>
                <c:pt idx="2740">
                  <c:v>2026-07-03</c:v>
                </c:pt>
                <c:pt idx="2741">
                  <c:v>2026-07-04</c:v>
                </c:pt>
                <c:pt idx="2742">
                  <c:v>2026-07-05</c:v>
                </c:pt>
                <c:pt idx="2743">
                  <c:v>2026-07-06</c:v>
                </c:pt>
                <c:pt idx="2744">
                  <c:v>2026-07-07</c:v>
                </c:pt>
                <c:pt idx="2745">
                  <c:v>2026-07-08</c:v>
                </c:pt>
                <c:pt idx="2746">
                  <c:v>2026-07-09</c:v>
                </c:pt>
                <c:pt idx="2747">
                  <c:v>2026-07-10</c:v>
                </c:pt>
                <c:pt idx="2748">
                  <c:v>2026-07-11</c:v>
                </c:pt>
                <c:pt idx="2749">
                  <c:v>2026-07-12</c:v>
                </c:pt>
                <c:pt idx="2750">
                  <c:v>2026-07-13</c:v>
                </c:pt>
                <c:pt idx="2751">
                  <c:v>2026-07-14</c:v>
                </c:pt>
                <c:pt idx="2752">
                  <c:v>2026-07-15</c:v>
                </c:pt>
                <c:pt idx="2753">
                  <c:v>2026-07-16</c:v>
                </c:pt>
                <c:pt idx="2754">
                  <c:v>2026-07-17</c:v>
                </c:pt>
                <c:pt idx="2755">
                  <c:v>2026-07-18</c:v>
                </c:pt>
                <c:pt idx="2756">
                  <c:v>2026-07-19</c:v>
                </c:pt>
                <c:pt idx="2757">
                  <c:v>2026-07-20</c:v>
                </c:pt>
                <c:pt idx="2758">
                  <c:v>2026-07-21</c:v>
                </c:pt>
                <c:pt idx="2759">
                  <c:v>2026-07-22</c:v>
                </c:pt>
                <c:pt idx="2760">
                  <c:v>2026-07-23</c:v>
                </c:pt>
                <c:pt idx="2761">
                  <c:v>2026-07-24</c:v>
                </c:pt>
                <c:pt idx="2762">
                  <c:v>2026-07-25</c:v>
                </c:pt>
                <c:pt idx="2763">
                  <c:v>2026-07-26</c:v>
                </c:pt>
                <c:pt idx="2764">
                  <c:v>2026-07-27</c:v>
                </c:pt>
                <c:pt idx="2765">
                  <c:v>2026-07-28</c:v>
                </c:pt>
                <c:pt idx="2766">
                  <c:v>2026-07-29</c:v>
                </c:pt>
                <c:pt idx="2767">
                  <c:v>2026-07-30</c:v>
                </c:pt>
                <c:pt idx="2768">
                  <c:v>2026-07-31</c:v>
                </c:pt>
                <c:pt idx="2769">
                  <c:v>2026-08-01</c:v>
                </c:pt>
                <c:pt idx="2770">
                  <c:v>2026-08-02</c:v>
                </c:pt>
                <c:pt idx="2771">
                  <c:v>2026-08-03</c:v>
                </c:pt>
                <c:pt idx="2772">
                  <c:v>2026-08-04</c:v>
                </c:pt>
                <c:pt idx="2773">
                  <c:v>2026-08-05</c:v>
                </c:pt>
                <c:pt idx="2774">
                  <c:v>2026-08-06</c:v>
                </c:pt>
                <c:pt idx="2775">
                  <c:v>2026-08-07</c:v>
                </c:pt>
                <c:pt idx="2776">
                  <c:v>2026-08-08</c:v>
                </c:pt>
                <c:pt idx="2777">
                  <c:v>2026-08-09</c:v>
                </c:pt>
                <c:pt idx="2778">
                  <c:v>2026-08-10</c:v>
                </c:pt>
                <c:pt idx="2779">
                  <c:v>2026-08-11</c:v>
                </c:pt>
                <c:pt idx="2780">
                  <c:v>2026-08-12</c:v>
                </c:pt>
                <c:pt idx="2781">
                  <c:v>2026-08-13</c:v>
                </c:pt>
                <c:pt idx="2782">
                  <c:v>2026-08-14</c:v>
                </c:pt>
                <c:pt idx="2783">
                  <c:v>2026-08-15</c:v>
                </c:pt>
                <c:pt idx="2784">
                  <c:v>2026-08-16</c:v>
                </c:pt>
                <c:pt idx="2785">
                  <c:v>2026-08-17</c:v>
                </c:pt>
                <c:pt idx="2786">
                  <c:v>2026-08-18</c:v>
                </c:pt>
                <c:pt idx="2787">
                  <c:v>2026-08-19</c:v>
                </c:pt>
                <c:pt idx="2788">
                  <c:v>2026-08-20</c:v>
                </c:pt>
                <c:pt idx="2789">
                  <c:v>2026-08-21</c:v>
                </c:pt>
                <c:pt idx="2790">
                  <c:v>2026-08-22</c:v>
                </c:pt>
                <c:pt idx="2791">
                  <c:v>2026-08-23</c:v>
                </c:pt>
                <c:pt idx="2792">
                  <c:v>2026-08-24</c:v>
                </c:pt>
                <c:pt idx="2793">
                  <c:v>2026-08-25</c:v>
                </c:pt>
                <c:pt idx="2794">
                  <c:v>2026-08-26</c:v>
                </c:pt>
                <c:pt idx="2795">
                  <c:v>2026-08-27</c:v>
                </c:pt>
                <c:pt idx="2796">
                  <c:v>2026-08-28</c:v>
                </c:pt>
                <c:pt idx="2797">
                  <c:v>2026-08-29</c:v>
                </c:pt>
                <c:pt idx="2798">
                  <c:v>2026-08-30</c:v>
                </c:pt>
                <c:pt idx="2799">
                  <c:v>2026-08-31</c:v>
                </c:pt>
                <c:pt idx="2800">
                  <c:v>2026-09-01</c:v>
                </c:pt>
                <c:pt idx="2801">
                  <c:v>2026-09-02</c:v>
                </c:pt>
                <c:pt idx="2802">
                  <c:v>2026-09-03</c:v>
                </c:pt>
                <c:pt idx="2803">
                  <c:v>2026-09-04</c:v>
                </c:pt>
                <c:pt idx="2804">
                  <c:v>2026-09-05</c:v>
                </c:pt>
                <c:pt idx="2805">
                  <c:v>2026-09-06</c:v>
                </c:pt>
                <c:pt idx="2806">
                  <c:v>2026-09-07</c:v>
                </c:pt>
                <c:pt idx="2807">
                  <c:v>2026-09-08</c:v>
                </c:pt>
                <c:pt idx="2808">
                  <c:v>2026-09-09</c:v>
                </c:pt>
                <c:pt idx="2809">
                  <c:v>2026-09-10</c:v>
                </c:pt>
                <c:pt idx="2810">
                  <c:v>2026-09-11</c:v>
                </c:pt>
                <c:pt idx="2811">
                  <c:v>2026-09-12</c:v>
                </c:pt>
                <c:pt idx="2812">
                  <c:v>2026-09-13</c:v>
                </c:pt>
                <c:pt idx="2813">
                  <c:v>2026-09-14</c:v>
                </c:pt>
                <c:pt idx="2814">
                  <c:v>2026-09-15</c:v>
                </c:pt>
                <c:pt idx="2815">
                  <c:v>2026-09-16</c:v>
                </c:pt>
                <c:pt idx="2816">
                  <c:v>2026-09-17</c:v>
                </c:pt>
                <c:pt idx="2817">
                  <c:v>2026-09-18</c:v>
                </c:pt>
                <c:pt idx="2818">
                  <c:v>2026-09-19</c:v>
                </c:pt>
                <c:pt idx="2819">
                  <c:v>2026-09-20</c:v>
                </c:pt>
                <c:pt idx="2820">
                  <c:v>2026-09-21</c:v>
                </c:pt>
                <c:pt idx="2821">
                  <c:v>2026-09-22</c:v>
                </c:pt>
                <c:pt idx="2822">
                  <c:v>2026-09-23</c:v>
                </c:pt>
                <c:pt idx="2823">
                  <c:v>2026-09-24</c:v>
                </c:pt>
                <c:pt idx="2824">
                  <c:v>2026-09-25</c:v>
                </c:pt>
                <c:pt idx="2825">
                  <c:v>2026-09-26</c:v>
                </c:pt>
                <c:pt idx="2826">
                  <c:v>2026-09-27</c:v>
                </c:pt>
                <c:pt idx="2827">
                  <c:v>2026-09-28</c:v>
                </c:pt>
                <c:pt idx="2828">
                  <c:v>2026-09-29</c:v>
                </c:pt>
                <c:pt idx="2829">
                  <c:v>2026-09-30</c:v>
                </c:pt>
                <c:pt idx="2830">
                  <c:v>2026-10-01</c:v>
                </c:pt>
                <c:pt idx="2831">
                  <c:v>2026-10-02</c:v>
                </c:pt>
                <c:pt idx="2832">
                  <c:v>2026-10-03</c:v>
                </c:pt>
                <c:pt idx="2833">
                  <c:v>2026-10-04</c:v>
                </c:pt>
                <c:pt idx="2834">
                  <c:v>2026-10-05</c:v>
                </c:pt>
                <c:pt idx="2835">
                  <c:v>2026-10-06</c:v>
                </c:pt>
                <c:pt idx="2836">
                  <c:v>2026-10-07</c:v>
                </c:pt>
                <c:pt idx="2837">
                  <c:v>2026-10-08</c:v>
                </c:pt>
                <c:pt idx="2838">
                  <c:v>2026-10-09</c:v>
                </c:pt>
                <c:pt idx="2839">
                  <c:v>2026-10-10</c:v>
                </c:pt>
                <c:pt idx="2840">
                  <c:v>2026-10-11</c:v>
                </c:pt>
                <c:pt idx="2841">
                  <c:v>2026-10-12</c:v>
                </c:pt>
                <c:pt idx="2842">
                  <c:v>2026-10-13</c:v>
                </c:pt>
                <c:pt idx="2843">
                  <c:v>2026-10-14</c:v>
                </c:pt>
                <c:pt idx="2844">
                  <c:v>2026-10-15</c:v>
                </c:pt>
                <c:pt idx="2845">
                  <c:v>2026-10-16</c:v>
                </c:pt>
                <c:pt idx="2846">
                  <c:v>2026-10-17</c:v>
                </c:pt>
                <c:pt idx="2847">
                  <c:v>2026-10-18</c:v>
                </c:pt>
                <c:pt idx="2848">
                  <c:v>2026-10-19</c:v>
                </c:pt>
                <c:pt idx="2849">
                  <c:v>2026-10-20</c:v>
                </c:pt>
                <c:pt idx="2850">
                  <c:v>2026-10-21</c:v>
                </c:pt>
                <c:pt idx="2851">
                  <c:v>2026-10-22</c:v>
                </c:pt>
                <c:pt idx="2852">
                  <c:v>2026-10-23</c:v>
                </c:pt>
                <c:pt idx="2853">
                  <c:v>2026-10-24</c:v>
                </c:pt>
                <c:pt idx="2854">
                  <c:v>2026-10-25</c:v>
                </c:pt>
                <c:pt idx="2855">
                  <c:v>2026-10-26</c:v>
                </c:pt>
                <c:pt idx="2856">
                  <c:v>2026-10-27</c:v>
                </c:pt>
                <c:pt idx="2857">
                  <c:v>2026-10-28</c:v>
                </c:pt>
                <c:pt idx="2858">
                  <c:v>2026-10-29</c:v>
                </c:pt>
                <c:pt idx="2859">
                  <c:v>2026-10-30</c:v>
                </c:pt>
                <c:pt idx="2860">
                  <c:v>2026-10-31</c:v>
                </c:pt>
                <c:pt idx="2861">
                  <c:v>2026-11-01</c:v>
                </c:pt>
                <c:pt idx="2862">
                  <c:v>2026-11-02</c:v>
                </c:pt>
                <c:pt idx="2863">
                  <c:v>2026-11-03</c:v>
                </c:pt>
                <c:pt idx="2864">
                  <c:v>2026-11-04</c:v>
                </c:pt>
                <c:pt idx="2865">
                  <c:v>2026-11-05</c:v>
                </c:pt>
                <c:pt idx="2866">
                  <c:v>2026-11-06</c:v>
                </c:pt>
                <c:pt idx="2867">
                  <c:v>2026-11-07</c:v>
                </c:pt>
                <c:pt idx="2868">
                  <c:v>2026-11-08</c:v>
                </c:pt>
                <c:pt idx="2869">
                  <c:v>2026-11-09</c:v>
                </c:pt>
                <c:pt idx="2870">
                  <c:v>2026-11-10</c:v>
                </c:pt>
                <c:pt idx="2871">
                  <c:v>2026-11-11</c:v>
                </c:pt>
                <c:pt idx="2872">
                  <c:v>2026-11-12</c:v>
                </c:pt>
                <c:pt idx="2873">
                  <c:v>2026-11-13</c:v>
                </c:pt>
                <c:pt idx="2874">
                  <c:v>2026-11-14</c:v>
                </c:pt>
                <c:pt idx="2875">
                  <c:v>2026-11-15</c:v>
                </c:pt>
                <c:pt idx="2876">
                  <c:v>2026-11-16</c:v>
                </c:pt>
                <c:pt idx="2877">
                  <c:v>2026-11-17</c:v>
                </c:pt>
                <c:pt idx="2878">
                  <c:v>2026-11-18</c:v>
                </c:pt>
                <c:pt idx="2879">
                  <c:v>2026-11-19</c:v>
                </c:pt>
                <c:pt idx="2880">
                  <c:v>2026-11-20</c:v>
                </c:pt>
                <c:pt idx="2881">
                  <c:v>2026-11-21</c:v>
                </c:pt>
                <c:pt idx="2882">
                  <c:v>2026-11-22</c:v>
                </c:pt>
                <c:pt idx="2883">
                  <c:v>2026-11-23</c:v>
                </c:pt>
                <c:pt idx="2884">
                  <c:v>2026-11-24</c:v>
                </c:pt>
                <c:pt idx="2885">
                  <c:v>2026-11-25</c:v>
                </c:pt>
                <c:pt idx="2886">
                  <c:v>2026-11-26</c:v>
                </c:pt>
                <c:pt idx="2887">
                  <c:v>2026-11-27</c:v>
                </c:pt>
                <c:pt idx="2888">
                  <c:v>2026-11-28</c:v>
                </c:pt>
                <c:pt idx="2889">
                  <c:v>2026-11-29</c:v>
                </c:pt>
                <c:pt idx="2890">
                  <c:v>2026-11-30</c:v>
                </c:pt>
                <c:pt idx="2891">
                  <c:v>2026-12-01</c:v>
                </c:pt>
                <c:pt idx="2892">
                  <c:v>2026-12-02</c:v>
                </c:pt>
                <c:pt idx="2893">
                  <c:v>2026-12-03</c:v>
                </c:pt>
                <c:pt idx="2894">
                  <c:v>2026-12-04</c:v>
                </c:pt>
                <c:pt idx="2895">
                  <c:v>2026-12-05</c:v>
                </c:pt>
                <c:pt idx="2896">
                  <c:v>2026-12-06</c:v>
                </c:pt>
                <c:pt idx="2897">
                  <c:v>2026-12-07</c:v>
                </c:pt>
                <c:pt idx="2898">
                  <c:v>2026-12-08</c:v>
                </c:pt>
                <c:pt idx="2899">
                  <c:v>2026-12-09</c:v>
                </c:pt>
                <c:pt idx="2900">
                  <c:v>2026-12-10</c:v>
                </c:pt>
                <c:pt idx="2901">
                  <c:v>2026-12-11</c:v>
                </c:pt>
                <c:pt idx="2902">
                  <c:v>2026-12-12</c:v>
                </c:pt>
                <c:pt idx="2903">
                  <c:v>2026-12-13</c:v>
                </c:pt>
                <c:pt idx="2904">
                  <c:v>2026-12-14</c:v>
                </c:pt>
                <c:pt idx="2905">
                  <c:v>2026-12-15</c:v>
                </c:pt>
                <c:pt idx="2906">
                  <c:v>2026-12-16</c:v>
                </c:pt>
                <c:pt idx="2907">
                  <c:v>2026-12-17</c:v>
                </c:pt>
                <c:pt idx="2908">
                  <c:v>2026-12-18</c:v>
                </c:pt>
                <c:pt idx="2909">
                  <c:v>2026-12-19</c:v>
                </c:pt>
                <c:pt idx="2910">
                  <c:v>2026-12-20</c:v>
                </c:pt>
                <c:pt idx="2911">
                  <c:v>2026-12-21</c:v>
                </c:pt>
                <c:pt idx="2912">
                  <c:v>2026-12-22</c:v>
                </c:pt>
                <c:pt idx="2913">
                  <c:v>2026-12-23</c:v>
                </c:pt>
                <c:pt idx="2914">
                  <c:v>2026-12-24</c:v>
                </c:pt>
                <c:pt idx="2915">
                  <c:v>2026-12-25</c:v>
                </c:pt>
                <c:pt idx="2916">
                  <c:v>2026-12-26</c:v>
                </c:pt>
                <c:pt idx="2917">
                  <c:v>2026-12-27</c:v>
                </c:pt>
                <c:pt idx="2918">
                  <c:v>2026-12-28</c:v>
                </c:pt>
                <c:pt idx="2919">
                  <c:v>2026-12-29</c:v>
                </c:pt>
                <c:pt idx="2920">
                  <c:v>2026-12-30</c:v>
                </c:pt>
                <c:pt idx="2921">
                  <c:v>2026-12-31</c:v>
                </c:pt>
                <c:pt idx="2922">
                  <c:v>2027-01-01</c:v>
                </c:pt>
                <c:pt idx="2923">
                  <c:v>2027-01-02</c:v>
                </c:pt>
                <c:pt idx="2924">
                  <c:v>2027-01-03</c:v>
                </c:pt>
                <c:pt idx="2925">
                  <c:v>2027-01-04</c:v>
                </c:pt>
                <c:pt idx="2926">
                  <c:v>2027-01-05</c:v>
                </c:pt>
                <c:pt idx="2927">
                  <c:v>2027-01-06</c:v>
                </c:pt>
                <c:pt idx="2928">
                  <c:v>2027-01-07</c:v>
                </c:pt>
                <c:pt idx="2929">
                  <c:v>2027-01-08</c:v>
                </c:pt>
                <c:pt idx="2930">
                  <c:v>2027-01-09</c:v>
                </c:pt>
                <c:pt idx="2931">
                  <c:v>2027-01-10</c:v>
                </c:pt>
                <c:pt idx="2932">
                  <c:v>2027-01-11</c:v>
                </c:pt>
                <c:pt idx="2933">
                  <c:v>2027-01-12</c:v>
                </c:pt>
                <c:pt idx="2934">
                  <c:v>2027-01-13</c:v>
                </c:pt>
                <c:pt idx="2935">
                  <c:v>2027-01-14</c:v>
                </c:pt>
                <c:pt idx="2936">
                  <c:v>2027-01-15</c:v>
                </c:pt>
                <c:pt idx="2937">
                  <c:v>2027-01-16</c:v>
                </c:pt>
                <c:pt idx="2938">
                  <c:v>2027-01-17</c:v>
                </c:pt>
                <c:pt idx="2939">
                  <c:v>2027-01-18</c:v>
                </c:pt>
                <c:pt idx="2940">
                  <c:v>2027-01-19</c:v>
                </c:pt>
                <c:pt idx="2941">
                  <c:v>2027-01-20</c:v>
                </c:pt>
                <c:pt idx="2942">
                  <c:v>2027-01-21</c:v>
                </c:pt>
                <c:pt idx="2943">
                  <c:v>2027-01-22</c:v>
                </c:pt>
                <c:pt idx="2944">
                  <c:v>2027-01-23</c:v>
                </c:pt>
                <c:pt idx="2945">
                  <c:v>2027-01-24</c:v>
                </c:pt>
                <c:pt idx="2946">
                  <c:v>2027-01-25</c:v>
                </c:pt>
                <c:pt idx="2947">
                  <c:v>2027-01-26</c:v>
                </c:pt>
                <c:pt idx="2948">
                  <c:v>2027-01-27</c:v>
                </c:pt>
                <c:pt idx="2949">
                  <c:v>2027-01-28</c:v>
                </c:pt>
                <c:pt idx="2950">
                  <c:v>2027-01-29</c:v>
                </c:pt>
                <c:pt idx="2951">
                  <c:v>2027-01-30</c:v>
                </c:pt>
                <c:pt idx="2952">
                  <c:v>2027-01-31</c:v>
                </c:pt>
                <c:pt idx="2953">
                  <c:v>2027-02-01</c:v>
                </c:pt>
                <c:pt idx="2954">
                  <c:v>2027-02-02</c:v>
                </c:pt>
                <c:pt idx="2955">
                  <c:v>2027-02-03</c:v>
                </c:pt>
                <c:pt idx="2956">
                  <c:v>2027-02-04</c:v>
                </c:pt>
                <c:pt idx="2957">
                  <c:v>2027-02-05</c:v>
                </c:pt>
                <c:pt idx="2958">
                  <c:v>2027-02-06</c:v>
                </c:pt>
                <c:pt idx="2959">
                  <c:v>2027-02-07</c:v>
                </c:pt>
                <c:pt idx="2960">
                  <c:v>2027-02-08</c:v>
                </c:pt>
                <c:pt idx="2961">
                  <c:v>2027-02-09</c:v>
                </c:pt>
                <c:pt idx="2962">
                  <c:v>2027-02-10</c:v>
                </c:pt>
                <c:pt idx="2963">
                  <c:v>2027-02-11</c:v>
                </c:pt>
                <c:pt idx="2964">
                  <c:v>2027-02-12</c:v>
                </c:pt>
                <c:pt idx="2965">
                  <c:v>2027-02-13</c:v>
                </c:pt>
                <c:pt idx="2966">
                  <c:v>2027-02-14</c:v>
                </c:pt>
                <c:pt idx="2967">
                  <c:v>2027-02-15</c:v>
                </c:pt>
                <c:pt idx="2968">
                  <c:v>2027-02-16</c:v>
                </c:pt>
                <c:pt idx="2969">
                  <c:v>2027-02-17</c:v>
                </c:pt>
                <c:pt idx="2970">
                  <c:v>2027-02-18</c:v>
                </c:pt>
                <c:pt idx="2971">
                  <c:v>2027-02-19</c:v>
                </c:pt>
                <c:pt idx="2972">
                  <c:v>2027-02-20</c:v>
                </c:pt>
                <c:pt idx="2973">
                  <c:v>2027-02-21</c:v>
                </c:pt>
                <c:pt idx="2974">
                  <c:v>2027-02-22</c:v>
                </c:pt>
                <c:pt idx="2975">
                  <c:v>2027-02-23</c:v>
                </c:pt>
                <c:pt idx="2976">
                  <c:v>2027-02-24</c:v>
                </c:pt>
                <c:pt idx="2977">
                  <c:v>2027-02-25</c:v>
                </c:pt>
                <c:pt idx="2978">
                  <c:v>2027-02-26</c:v>
                </c:pt>
                <c:pt idx="2979">
                  <c:v>2027-02-27</c:v>
                </c:pt>
                <c:pt idx="2980">
                  <c:v>2027-02-28</c:v>
                </c:pt>
                <c:pt idx="2981">
                  <c:v>2027-03-01</c:v>
                </c:pt>
                <c:pt idx="2982">
                  <c:v>2027-03-02</c:v>
                </c:pt>
                <c:pt idx="2983">
                  <c:v>2027-03-03</c:v>
                </c:pt>
                <c:pt idx="2984">
                  <c:v>2027-03-04</c:v>
                </c:pt>
                <c:pt idx="2985">
                  <c:v>2027-03-05</c:v>
                </c:pt>
                <c:pt idx="2986">
                  <c:v>2027-03-06</c:v>
                </c:pt>
                <c:pt idx="2987">
                  <c:v>2027-03-07</c:v>
                </c:pt>
                <c:pt idx="2988">
                  <c:v>2027-03-08</c:v>
                </c:pt>
                <c:pt idx="2989">
                  <c:v>2027-03-09</c:v>
                </c:pt>
                <c:pt idx="2990">
                  <c:v>2027-03-10</c:v>
                </c:pt>
                <c:pt idx="2991">
                  <c:v>2027-03-11</c:v>
                </c:pt>
                <c:pt idx="2992">
                  <c:v>2027-03-12</c:v>
                </c:pt>
                <c:pt idx="2993">
                  <c:v>2027-03-13</c:v>
                </c:pt>
                <c:pt idx="2994">
                  <c:v>2027-03-14</c:v>
                </c:pt>
                <c:pt idx="2995">
                  <c:v>2027-03-15</c:v>
                </c:pt>
                <c:pt idx="2996">
                  <c:v>2027-03-16</c:v>
                </c:pt>
                <c:pt idx="2997">
                  <c:v>2027-03-17</c:v>
                </c:pt>
                <c:pt idx="2998">
                  <c:v>2027-03-18</c:v>
                </c:pt>
                <c:pt idx="2999">
                  <c:v>2027-03-19</c:v>
                </c:pt>
                <c:pt idx="3000">
                  <c:v>2027-03-20</c:v>
                </c:pt>
                <c:pt idx="3001">
                  <c:v>2027-03-21</c:v>
                </c:pt>
                <c:pt idx="3002">
                  <c:v>2027-03-22</c:v>
                </c:pt>
                <c:pt idx="3003">
                  <c:v>2027-03-23</c:v>
                </c:pt>
                <c:pt idx="3004">
                  <c:v>2027-03-24</c:v>
                </c:pt>
                <c:pt idx="3005">
                  <c:v>2027-03-25</c:v>
                </c:pt>
                <c:pt idx="3006">
                  <c:v>2027-03-26</c:v>
                </c:pt>
                <c:pt idx="3007">
                  <c:v>2027-03-27</c:v>
                </c:pt>
                <c:pt idx="3008">
                  <c:v>2027-03-28</c:v>
                </c:pt>
                <c:pt idx="3009">
                  <c:v>2027-03-29</c:v>
                </c:pt>
                <c:pt idx="3010">
                  <c:v>2027-03-30</c:v>
                </c:pt>
                <c:pt idx="3011">
                  <c:v>2027-03-31</c:v>
                </c:pt>
                <c:pt idx="3012">
                  <c:v>2027-04-01</c:v>
                </c:pt>
                <c:pt idx="3013">
                  <c:v>2027-04-02</c:v>
                </c:pt>
                <c:pt idx="3014">
                  <c:v>2027-04-03</c:v>
                </c:pt>
                <c:pt idx="3015">
                  <c:v>2027-04-04</c:v>
                </c:pt>
                <c:pt idx="3016">
                  <c:v>2027-04-05</c:v>
                </c:pt>
                <c:pt idx="3017">
                  <c:v>2027-04-06</c:v>
                </c:pt>
                <c:pt idx="3018">
                  <c:v>2027-04-07</c:v>
                </c:pt>
                <c:pt idx="3019">
                  <c:v>2027-04-08</c:v>
                </c:pt>
                <c:pt idx="3020">
                  <c:v>2027-04-09</c:v>
                </c:pt>
                <c:pt idx="3021">
                  <c:v>2027-04-10</c:v>
                </c:pt>
                <c:pt idx="3022">
                  <c:v>2027-04-11</c:v>
                </c:pt>
                <c:pt idx="3023">
                  <c:v>2027-04-12</c:v>
                </c:pt>
                <c:pt idx="3024">
                  <c:v>2027-04-13</c:v>
                </c:pt>
                <c:pt idx="3025">
                  <c:v>2027-04-14</c:v>
                </c:pt>
                <c:pt idx="3026">
                  <c:v>2027-04-15</c:v>
                </c:pt>
                <c:pt idx="3027">
                  <c:v>2027-04-16</c:v>
                </c:pt>
                <c:pt idx="3028">
                  <c:v>2027-04-17</c:v>
                </c:pt>
                <c:pt idx="3029">
                  <c:v>2027-04-18</c:v>
                </c:pt>
                <c:pt idx="3030">
                  <c:v>2027-04-19</c:v>
                </c:pt>
                <c:pt idx="3031">
                  <c:v>2027-04-20</c:v>
                </c:pt>
                <c:pt idx="3032">
                  <c:v>2027-04-21</c:v>
                </c:pt>
                <c:pt idx="3033">
                  <c:v>2027-04-22</c:v>
                </c:pt>
                <c:pt idx="3034">
                  <c:v>2027-04-23</c:v>
                </c:pt>
                <c:pt idx="3035">
                  <c:v>2027-04-24</c:v>
                </c:pt>
                <c:pt idx="3036">
                  <c:v>2027-04-25</c:v>
                </c:pt>
                <c:pt idx="3037">
                  <c:v>2027-04-26</c:v>
                </c:pt>
                <c:pt idx="3038">
                  <c:v>2027-04-27</c:v>
                </c:pt>
                <c:pt idx="3039">
                  <c:v>2027-04-28</c:v>
                </c:pt>
                <c:pt idx="3040">
                  <c:v>2027-04-29</c:v>
                </c:pt>
                <c:pt idx="3041">
                  <c:v>2027-04-30</c:v>
                </c:pt>
                <c:pt idx="3042">
                  <c:v>2027-05-01</c:v>
                </c:pt>
                <c:pt idx="3043">
                  <c:v>2027-05-02</c:v>
                </c:pt>
                <c:pt idx="3044">
                  <c:v>2027-05-03</c:v>
                </c:pt>
                <c:pt idx="3045">
                  <c:v>2027-05-04</c:v>
                </c:pt>
                <c:pt idx="3046">
                  <c:v>2027-05-05</c:v>
                </c:pt>
                <c:pt idx="3047">
                  <c:v>2027-05-06</c:v>
                </c:pt>
                <c:pt idx="3048">
                  <c:v>2027-05-07</c:v>
                </c:pt>
                <c:pt idx="3049">
                  <c:v>2027-05-08</c:v>
                </c:pt>
                <c:pt idx="3050">
                  <c:v>2027-05-09</c:v>
                </c:pt>
                <c:pt idx="3051">
                  <c:v>2027-05-10</c:v>
                </c:pt>
                <c:pt idx="3052">
                  <c:v>2027-05-11</c:v>
                </c:pt>
                <c:pt idx="3053">
                  <c:v>2027-05-12</c:v>
                </c:pt>
                <c:pt idx="3054">
                  <c:v>2027-05-13</c:v>
                </c:pt>
                <c:pt idx="3055">
                  <c:v>2027-05-14</c:v>
                </c:pt>
                <c:pt idx="3056">
                  <c:v>2027-05-15</c:v>
                </c:pt>
                <c:pt idx="3057">
                  <c:v>2027-05-16</c:v>
                </c:pt>
                <c:pt idx="3058">
                  <c:v>2027-05-17</c:v>
                </c:pt>
                <c:pt idx="3059">
                  <c:v>2027-05-18</c:v>
                </c:pt>
                <c:pt idx="3060">
                  <c:v>2027-05-19</c:v>
                </c:pt>
                <c:pt idx="3061">
                  <c:v>2027-05-20</c:v>
                </c:pt>
                <c:pt idx="3062">
                  <c:v>2027-05-21</c:v>
                </c:pt>
                <c:pt idx="3063">
                  <c:v>2027-05-22</c:v>
                </c:pt>
                <c:pt idx="3064">
                  <c:v>2027-05-23</c:v>
                </c:pt>
                <c:pt idx="3065">
                  <c:v>2027-05-24</c:v>
                </c:pt>
                <c:pt idx="3066">
                  <c:v>2027-05-25</c:v>
                </c:pt>
                <c:pt idx="3067">
                  <c:v>2027-05-26</c:v>
                </c:pt>
                <c:pt idx="3068">
                  <c:v>2027-05-27</c:v>
                </c:pt>
                <c:pt idx="3069">
                  <c:v>2027-05-28</c:v>
                </c:pt>
                <c:pt idx="3070">
                  <c:v>2027-05-29</c:v>
                </c:pt>
                <c:pt idx="3071">
                  <c:v>2027-05-30</c:v>
                </c:pt>
                <c:pt idx="3072">
                  <c:v>2027-05-31</c:v>
                </c:pt>
                <c:pt idx="3073">
                  <c:v>2027-06-01</c:v>
                </c:pt>
                <c:pt idx="3074">
                  <c:v>2027-06-02</c:v>
                </c:pt>
                <c:pt idx="3075">
                  <c:v>2027-06-03</c:v>
                </c:pt>
                <c:pt idx="3076">
                  <c:v>2027-06-04</c:v>
                </c:pt>
                <c:pt idx="3077">
                  <c:v>2027-06-05</c:v>
                </c:pt>
                <c:pt idx="3078">
                  <c:v>2027-06-06</c:v>
                </c:pt>
                <c:pt idx="3079">
                  <c:v>2027-06-07</c:v>
                </c:pt>
                <c:pt idx="3080">
                  <c:v>2027-06-08</c:v>
                </c:pt>
                <c:pt idx="3081">
                  <c:v>2027-06-09</c:v>
                </c:pt>
                <c:pt idx="3082">
                  <c:v>2027-06-10</c:v>
                </c:pt>
                <c:pt idx="3083">
                  <c:v>2027-06-11</c:v>
                </c:pt>
                <c:pt idx="3084">
                  <c:v>2027-06-12</c:v>
                </c:pt>
                <c:pt idx="3085">
                  <c:v>2027-06-13</c:v>
                </c:pt>
                <c:pt idx="3086">
                  <c:v>2027-06-14</c:v>
                </c:pt>
                <c:pt idx="3087">
                  <c:v>2027-06-15</c:v>
                </c:pt>
                <c:pt idx="3088">
                  <c:v>2027-06-16</c:v>
                </c:pt>
                <c:pt idx="3089">
                  <c:v>2027-06-17</c:v>
                </c:pt>
                <c:pt idx="3090">
                  <c:v>2027-06-18</c:v>
                </c:pt>
                <c:pt idx="3091">
                  <c:v>2027-06-19</c:v>
                </c:pt>
                <c:pt idx="3092">
                  <c:v>2027-06-20</c:v>
                </c:pt>
                <c:pt idx="3093">
                  <c:v>2027-06-21</c:v>
                </c:pt>
                <c:pt idx="3094">
                  <c:v>2027-06-22</c:v>
                </c:pt>
                <c:pt idx="3095">
                  <c:v>2027-06-23</c:v>
                </c:pt>
                <c:pt idx="3096">
                  <c:v>2027-06-24</c:v>
                </c:pt>
                <c:pt idx="3097">
                  <c:v>2027-06-25</c:v>
                </c:pt>
                <c:pt idx="3098">
                  <c:v>2027-06-26</c:v>
                </c:pt>
                <c:pt idx="3099">
                  <c:v>2027-06-27</c:v>
                </c:pt>
                <c:pt idx="3100">
                  <c:v>2027-06-28</c:v>
                </c:pt>
                <c:pt idx="3101">
                  <c:v>2027-06-29</c:v>
                </c:pt>
                <c:pt idx="3102">
                  <c:v>2027-06-30</c:v>
                </c:pt>
                <c:pt idx="3103">
                  <c:v>2027-07-01</c:v>
                </c:pt>
                <c:pt idx="3104">
                  <c:v>2027-07-02</c:v>
                </c:pt>
                <c:pt idx="3105">
                  <c:v>2027-07-03</c:v>
                </c:pt>
                <c:pt idx="3106">
                  <c:v>2027-07-04</c:v>
                </c:pt>
                <c:pt idx="3107">
                  <c:v>2027-07-05</c:v>
                </c:pt>
                <c:pt idx="3108">
                  <c:v>2027-07-06</c:v>
                </c:pt>
                <c:pt idx="3109">
                  <c:v>2027-07-07</c:v>
                </c:pt>
                <c:pt idx="3110">
                  <c:v>2027-07-08</c:v>
                </c:pt>
                <c:pt idx="3111">
                  <c:v>2027-07-09</c:v>
                </c:pt>
                <c:pt idx="3112">
                  <c:v>2027-07-10</c:v>
                </c:pt>
                <c:pt idx="3113">
                  <c:v>2027-07-11</c:v>
                </c:pt>
                <c:pt idx="3114">
                  <c:v>2027-07-12</c:v>
                </c:pt>
                <c:pt idx="3115">
                  <c:v>2027-07-13</c:v>
                </c:pt>
                <c:pt idx="3116">
                  <c:v>2027-07-14</c:v>
                </c:pt>
                <c:pt idx="3117">
                  <c:v>2027-07-15</c:v>
                </c:pt>
                <c:pt idx="3118">
                  <c:v>2027-07-16</c:v>
                </c:pt>
                <c:pt idx="3119">
                  <c:v>2027-07-17</c:v>
                </c:pt>
                <c:pt idx="3120">
                  <c:v>2027-07-18</c:v>
                </c:pt>
                <c:pt idx="3121">
                  <c:v>2027-07-19</c:v>
                </c:pt>
                <c:pt idx="3122">
                  <c:v>2027-07-20</c:v>
                </c:pt>
                <c:pt idx="3123">
                  <c:v>2027-07-21</c:v>
                </c:pt>
                <c:pt idx="3124">
                  <c:v>2027-07-22</c:v>
                </c:pt>
                <c:pt idx="3125">
                  <c:v>2027-07-23</c:v>
                </c:pt>
                <c:pt idx="3126">
                  <c:v>2027-07-24</c:v>
                </c:pt>
                <c:pt idx="3127">
                  <c:v>2027-07-25</c:v>
                </c:pt>
                <c:pt idx="3128">
                  <c:v>2027-07-26</c:v>
                </c:pt>
                <c:pt idx="3129">
                  <c:v>2027-07-27</c:v>
                </c:pt>
                <c:pt idx="3130">
                  <c:v>2027-07-28</c:v>
                </c:pt>
                <c:pt idx="3131">
                  <c:v>2027-07-29</c:v>
                </c:pt>
                <c:pt idx="3132">
                  <c:v>2027-07-30</c:v>
                </c:pt>
                <c:pt idx="3133">
                  <c:v>2027-07-31</c:v>
                </c:pt>
                <c:pt idx="3134">
                  <c:v>2027-08-01</c:v>
                </c:pt>
                <c:pt idx="3135">
                  <c:v>2027-08-02</c:v>
                </c:pt>
                <c:pt idx="3136">
                  <c:v>2027-08-03</c:v>
                </c:pt>
                <c:pt idx="3137">
                  <c:v>2027-08-04</c:v>
                </c:pt>
                <c:pt idx="3138">
                  <c:v>2027-08-05</c:v>
                </c:pt>
                <c:pt idx="3139">
                  <c:v>2027-08-06</c:v>
                </c:pt>
                <c:pt idx="3140">
                  <c:v>2027-08-07</c:v>
                </c:pt>
                <c:pt idx="3141">
                  <c:v>2027-08-08</c:v>
                </c:pt>
                <c:pt idx="3142">
                  <c:v>2027-08-09</c:v>
                </c:pt>
                <c:pt idx="3143">
                  <c:v>2027-08-10</c:v>
                </c:pt>
                <c:pt idx="3144">
                  <c:v>2027-08-11</c:v>
                </c:pt>
                <c:pt idx="3145">
                  <c:v>2027-08-12</c:v>
                </c:pt>
                <c:pt idx="3146">
                  <c:v>2027-08-13</c:v>
                </c:pt>
                <c:pt idx="3147">
                  <c:v>2027-08-14</c:v>
                </c:pt>
                <c:pt idx="3148">
                  <c:v>2027-08-15</c:v>
                </c:pt>
                <c:pt idx="3149">
                  <c:v>2027-08-16</c:v>
                </c:pt>
                <c:pt idx="3150">
                  <c:v>2027-08-17</c:v>
                </c:pt>
                <c:pt idx="3151">
                  <c:v>2027-08-18</c:v>
                </c:pt>
                <c:pt idx="3152">
                  <c:v>2027-08-19</c:v>
                </c:pt>
                <c:pt idx="3153">
                  <c:v>2027-08-20</c:v>
                </c:pt>
                <c:pt idx="3154">
                  <c:v>2027-08-21</c:v>
                </c:pt>
                <c:pt idx="3155">
                  <c:v>2027-08-22</c:v>
                </c:pt>
                <c:pt idx="3156">
                  <c:v>2027-08-23</c:v>
                </c:pt>
                <c:pt idx="3157">
                  <c:v>2027-08-24</c:v>
                </c:pt>
                <c:pt idx="3158">
                  <c:v>2027-08-25</c:v>
                </c:pt>
                <c:pt idx="3159">
                  <c:v>2027-08-26</c:v>
                </c:pt>
                <c:pt idx="3160">
                  <c:v>2027-08-27</c:v>
                </c:pt>
                <c:pt idx="3161">
                  <c:v>2027-08-28</c:v>
                </c:pt>
                <c:pt idx="3162">
                  <c:v>2027-08-29</c:v>
                </c:pt>
                <c:pt idx="3163">
                  <c:v>2027-08-30</c:v>
                </c:pt>
                <c:pt idx="3164">
                  <c:v>2027-08-31</c:v>
                </c:pt>
                <c:pt idx="3165">
                  <c:v>2027-09-01</c:v>
                </c:pt>
                <c:pt idx="3166">
                  <c:v>2027-09-02</c:v>
                </c:pt>
                <c:pt idx="3167">
                  <c:v>2027-09-03</c:v>
                </c:pt>
                <c:pt idx="3168">
                  <c:v>2027-09-04</c:v>
                </c:pt>
                <c:pt idx="3169">
                  <c:v>2027-09-05</c:v>
                </c:pt>
                <c:pt idx="3170">
                  <c:v>2027-09-06</c:v>
                </c:pt>
                <c:pt idx="3171">
                  <c:v>2027-09-07</c:v>
                </c:pt>
                <c:pt idx="3172">
                  <c:v>2027-09-08</c:v>
                </c:pt>
                <c:pt idx="3173">
                  <c:v>2027-09-09</c:v>
                </c:pt>
                <c:pt idx="3174">
                  <c:v>2027-09-10</c:v>
                </c:pt>
                <c:pt idx="3175">
                  <c:v>2027-09-11</c:v>
                </c:pt>
                <c:pt idx="3176">
                  <c:v>2027-09-12</c:v>
                </c:pt>
                <c:pt idx="3177">
                  <c:v>2027-09-13</c:v>
                </c:pt>
                <c:pt idx="3178">
                  <c:v>2027-09-14</c:v>
                </c:pt>
                <c:pt idx="3179">
                  <c:v>2027-09-15</c:v>
                </c:pt>
                <c:pt idx="3180">
                  <c:v>2027-09-16</c:v>
                </c:pt>
                <c:pt idx="3181">
                  <c:v>2027-09-17</c:v>
                </c:pt>
                <c:pt idx="3182">
                  <c:v>2027-09-18</c:v>
                </c:pt>
                <c:pt idx="3183">
                  <c:v>2027-09-19</c:v>
                </c:pt>
                <c:pt idx="3184">
                  <c:v>2027-09-20</c:v>
                </c:pt>
                <c:pt idx="3185">
                  <c:v>2027-09-21</c:v>
                </c:pt>
                <c:pt idx="3186">
                  <c:v>2027-09-22</c:v>
                </c:pt>
                <c:pt idx="3187">
                  <c:v>2027-09-23</c:v>
                </c:pt>
                <c:pt idx="3188">
                  <c:v>2027-09-24</c:v>
                </c:pt>
                <c:pt idx="3189">
                  <c:v>2027-09-25</c:v>
                </c:pt>
                <c:pt idx="3190">
                  <c:v>2027-09-26</c:v>
                </c:pt>
                <c:pt idx="3191">
                  <c:v>2027-09-27</c:v>
                </c:pt>
                <c:pt idx="3192">
                  <c:v>2027-09-28</c:v>
                </c:pt>
                <c:pt idx="3193">
                  <c:v>2027-09-29</c:v>
                </c:pt>
                <c:pt idx="3194">
                  <c:v>2027-09-30</c:v>
                </c:pt>
                <c:pt idx="3195">
                  <c:v>2027-10-01</c:v>
                </c:pt>
                <c:pt idx="3196">
                  <c:v>2027-10-02</c:v>
                </c:pt>
                <c:pt idx="3197">
                  <c:v>2027-10-03</c:v>
                </c:pt>
                <c:pt idx="3198">
                  <c:v>2027-10-04</c:v>
                </c:pt>
                <c:pt idx="3199">
                  <c:v>2027-10-05</c:v>
                </c:pt>
                <c:pt idx="3200">
                  <c:v>2027-10-06</c:v>
                </c:pt>
                <c:pt idx="3201">
                  <c:v>2027-10-07</c:v>
                </c:pt>
                <c:pt idx="3202">
                  <c:v>2027-10-08</c:v>
                </c:pt>
                <c:pt idx="3203">
                  <c:v>2027-10-09</c:v>
                </c:pt>
                <c:pt idx="3204">
                  <c:v>2027-10-10</c:v>
                </c:pt>
                <c:pt idx="3205">
                  <c:v>2027-10-11</c:v>
                </c:pt>
                <c:pt idx="3206">
                  <c:v>2027-10-12</c:v>
                </c:pt>
                <c:pt idx="3207">
                  <c:v>2027-10-13</c:v>
                </c:pt>
                <c:pt idx="3208">
                  <c:v>2027-10-14</c:v>
                </c:pt>
                <c:pt idx="3209">
                  <c:v>2027-10-15</c:v>
                </c:pt>
                <c:pt idx="3210">
                  <c:v>2027-10-16</c:v>
                </c:pt>
                <c:pt idx="3211">
                  <c:v>2027-10-17</c:v>
                </c:pt>
                <c:pt idx="3212">
                  <c:v>2027-10-18</c:v>
                </c:pt>
                <c:pt idx="3213">
                  <c:v>2027-10-19</c:v>
                </c:pt>
                <c:pt idx="3214">
                  <c:v>2027-10-20</c:v>
                </c:pt>
                <c:pt idx="3215">
                  <c:v>2027-10-21</c:v>
                </c:pt>
                <c:pt idx="3216">
                  <c:v>2027-10-22</c:v>
                </c:pt>
                <c:pt idx="3217">
                  <c:v>2027-10-23</c:v>
                </c:pt>
                <c:pt idx="3218">
                  <c:v>2027-10-24</c:v>
                </c:pt>
                <c:pt idx="3219">
                  <c:v>2027-10-25</c:v>
                </c:pt>
                <c:pt idx="3220">
                  <c:v>2027-10-26</c:v>
                </c:pt>
                <c:pt idx="3221">
                  <c:v>2027-10-27</c:v>
                </c:pt>
                <c:pt idx="3222">
                  <c:v>2027-10-28</c:v>
                </c:pt>
                <c:pt idx="3223">
                  <c:v>2027-10-29</c:v>
                </c:pt>
                <c:pt idx="3224">
                  <c:v>2027-10-30</c:v>
                </c:pt>
                <c:pt idx="3225">
                  <c:v>2027-10-31</c:v>
                </c:pt>
                <c:pt idx="3226">
                  <c:v>2027-11-01</c:v>
                </c:pt>
                <c:pt idx="3227">
                  <c:v>2027-11-02</c:v>
                </c:pt>
                <c:pt idx="3228">
                  <c:v>2027-11-03</c:v>
                </c:pt>
                <c:pt idx="3229">
                  <c:v>2027-11-04</c:v>
                </c:pt>
                <c:pt idx="3230">
                  <c:v>2027-11-05</c:v>
                </c:pt>
                <c:pt idx="3231">
                  <c:v>2027-11-06</c:v>
                </c:pt>
                <c:pt idx="3232">
                  <c:v>2027-11-07</c:v>
                </c:pt>
                <c:pt idx="3233">
                  <c:v>2027-11-08</c:v>
                </c:pt>
                <c:pt idx="3234">
                  <c:v>2027-11-09</c:v>
                </c:pt>
                <c:pt idx="3235">
                  <c:v>2027-11-10</c:v>
                </c:pt>
                <c:pt idx="3236">
                  <c:v>2027-11-11</c:v>
                </c:pt>
                <c:pt idx="3237">
                  <c:v>2027-11-12</c:v>
                </c:pt>
                <c:pt idx="3238">
                  <c:v>2027-11-13</c:v>
                </c:pt>
                <c:pt idx="3239">
                  <c:v>2027-11-14</c:v>
                </c:pt>
                <c:pt idx="3240">
                  <c:v>2027-11-15</c:v>
                </c:pt>
                <c:pt idx="3241">
                  <c:v>2027-11-16</c:v>
                </c:pt>
                <c:pt idx="3242">
                  <c:v>2027-11-17</c:v>
                </c:pt>
                <c:pt idx="3243">
                  <c:v>2027-11-18</c:v>
                </c:pt>
                <c:pt idx="3244">
                  <c:v>2027-11-19</c:v>
                </c:pt>
                <c:pt idx="3245">
                  <c:v>2027-11-20</c:v>
                </c:pt>
                <c:pt idx="3246">
                  <c:v>2027-11-21</c:v>
                </c:pt>
                <c:pt idx="3247">
                  <c:v>2027-11-22</c:v>
                </c:pt>
                <c:pt idx="3248">
                  <c:v>2027-11-23</c:v>
                </c:pt>
                <c:pt idx="3249">
                  <c:v>2027-11-24</c:v>
                </c:pt>
                <c:pt idx="3250">
                  <c:v>2027-11-25</c:v>
                </c:pt>
                <c:pt idx="3251">
                  <c:v>2027-11-26</c:v>
                </c:pt>
                <c:pt idx="3252">
                  <c:v>2027-11-27</c:v>
                </c:pt>
                <c:pt idx="3253">
                  <c:v>2027-11-28</c:v>
                </c:pt>
                <c:pt idx="3254">
                  <c:v>2027-11-29</c:v>
                </c:pt>
                <c:pt idx="3255">
                  <c:v>2027-11-30</c:v>
                </c:pt>
                <c:pt idx="3256">
                  <c:v>2027-12-01</c:v>
                </c:pt>
                <c:pt idx="3257">
                  <c:v>2027-12-02</c:v>
                </c:pt>
                <c:pt idx="3258">
                  <c:v>2027-12-03</c:v>
                </c:pt>
                <c:pt idx="3259">
                  <c:v>2027-12-04</c:v>
                </c:pt>
                <c:pt idx="3260">
                  <c:v>2027-12-05</c:v>
                </c:pt>
                <c:pt idx="3261">
                  <c:v>2027-12-06</c:v>
                </c:pt>
                <c:pt idx="3262">
                  <c:v>2027-12-07</c:v>
                </c:pt>
                <c:pt idx="3263">
                  <c:v>2027-12-08</c:v>
                </c:pt>
                <c:pt idx="3264">
                  <c:v>2027-12-09</c:v>
                </c:pt>
                <c:pt idx="3265">
                  <c:v>2027-12-10</c:v>
                </c:pt>
                <c:pt idx="3266">
                  <c:v>2027-12-11</c:v>
                </c:pt>
                <c:pt idx="3267">
                  <c:v>2027-12-12</c:v>
                </c:pt>
                <c:pt idx="3268">
                  <c:v>2027-12-13</c:v>
                </c:pt>
                <c:pt idx="3269">
                  <c:v>2027-12-14</c:v>
                </c:pt>
                <c:pt idx="3270">
                  <c:v>2027-12-15</c:v>
                </c:pt>
                <c:pt idx="3271">
                  <c:v>2027-12-16</c:v>
                </c:pt>
                <c:pt idx="3272">
                  <c:v>2027-12-17</c:v>
                </c:pt>
                <c:pt idx="3273">
                  <c:v>2027-12-18</c:v>
                </c:pt>
                <c:pt idx="3274">
                  <c:v>2027-12-19</c:v>
                </c:pt>
                <c:pt idx="3275">
                  <c:v>2027-12-20</c:v>
                </c:pt>
                <c:pt idx="3276">
                  <c:v>2027-12-21</c:v>
                </c:pt>
                <c:pt idx="3277">
                  <c:v>2027-12-22</c:v>
                </c:pt>
                <c:pt idx="3278">
                  <c:v>2027-12-23</c:v>
                </c:pt>
                <c:pt idx="3279">
                  <c:v>2027-12-24</c:v>
                </c:pt>
                <c:pt idx="3280">
                  <c:v>2027-12-25</c:v>
                </c:pt>
                <c:pt idx="3281">
                  <c:v>2027-12-26</c:v>
                </c:pt>
                <c:pt idx="3282">
                  <c:v>2027-12-27</c:v>
                </c:pt>
                <c:pt idx="3283">
                  <c:v>2027-12-28</c:v>
                </c:pt>
                <c:pt idx="3284">
                  <c:v>2027-12-29</c:v>
                </c:pt>
                <c:pt idx="3285">
                  <c:v>2027-12-30</c:v>
                </c:pt>
                <c:pt idx="3286">
                  <c:v>2027-12-31</c:v>
                </c:pt>
                <c:pt idx="3287">
                  <c:v>2028-01-01</c:v>
                </c:pt>
                <c:pt idx="3288">
                  <c:v>2028-01-02</c:v>
                </c:pt>
                <c:pt idx="3289">
                  <c:v>2028-01-03</c:v>
                </c:pt>
                <c:pt idx="3290">
                  <c:v>2028-01-04</c:v>
                </c:pt>
                <c:pt idx="3291">
                  <c:v>2028-01-05</c:v>
                </c:pt>
                <c:pt idx="3292">
                  <c:v>2028-01-06</c:v>
                </c:pt>
                <c:pt idx="3293">
                  <c:v>2028-01-07</c:v>
                </c:pt>
                <c:pt idx="3294">
                  <c:v>2028-01-08</c:v>
                </c:pt>
                <c:pt idx="3295">
                  <c:v>2028-01-09</c:v>
                </c:pt>
                <c:pt idx="3296">
                  <c:v>2028-01-10</c:v>
                </c:pt>
                <c:pt idx="3297">
                  <c:v>2028-01-11</c:v>
                </c:pt>
                <c:pt idx="3298">
                  <c:v>2028-01-12</c:v>
                </c:pt>
                <c:pt idx="3299">
                  <c:v>2028-01-13</c:v>
                </c:pt>
                <c:pt idx="3300">
                  <c:v>2028-01-14</c:v>
                </c:pt>
                <c:pt idx="3301">
                  <c:v>2028-01-15</c:v>
                </c:pt>
                <c:pt idx="3302">
                  <c:v>2028-01-16</c:v>
                </c:pt>
                <c:pt idx="3303">
                  <c:v>2028-01-17</c:v>
                </c:pt>
                <c:pt idx="3304">
                  <c:v>2028-01-18</c:v>
                </c:pt>
                <c:pt idx="3305">
                  <c:v>2028-01-19</c:v>
                </c:pt>
                <c:pt idx="3306">
                  <c:v>2028-01-20</c:v>
                </c:pt>
                <c:pt idx="3307">
                  <c:v>2028-01-21</c:v>
                </c:pt>
                <c:pt idx="3308">
                  <c:v>2028-01-22</c:v>
                </c:pt>
                <c:pt idx="3309">
                  <c:v>2028-01-23</c:v>
                </c:pt>
                <c:pt idx="3310">
                  <c:v>2028-01-24</c:v>
                </c:pt>
                <c:pt idx="3311">
                  <c:v>2028-01-25</c:v>
                </c:pt>
                <c:pt idx="3312">
                  <c:v>2028-01-26</c:v>
                </c:pt>
                <c:pt idx="3313">
                  <c:v>2028-01-27</c:v>
                </c:pt>
                <c:pt idx="3314">
                  <c:v>2028-01-28</c:v>
                </c:pt>
                <c:pt idx="3315">
                  <c:v>2028-01-29</c:v>
                </c:pt>
                <c:pt idx="3316">
                  <c:v>2028-01-30</c:v>
                </c:pt>
                <c:pt idx="3317">
                  <c:v>2028-01-31</c:v>
                </c:pt>
                <c:pt idx="3318">
                  <c:v>2028-02-01</c:v>
                </c:pt>
                <c:pt idx="3319">
                  <c:v>2028-02-02</c:v>
                </c:pt>
                <c:pt idx="3320">
                  <c:v>2028-02-03</c:v>
                </c:pt>
                <c:pt idx="3321">
                  <c:v>2028-02-04</c:v>
                </c:pt>
                <c:pt idx="3322">
                  <c:v>2028-02-05</c:v>
                </c:pt>
                <c:pt idx="3323">
                  <c:v>2028-02-06</c:v>
                </c:pt>
                <c:pt idx="3324">
                  <c:v>2028-02-07</c:v>
                </c:pt>
                <c:pt idx="3325">
                  <c:v>2028-02-08</c:v>
                </c:pt>
                <c:pt idx="3326">
                  <c:v>2028-02-09</c:v>
                </c:pt>
                <c:pt idx="3327">
                  <c:v>2028-02-10</c:v>
                </c:pt>
                <c:pt idx="3328">
                  <c:v>2028-02-11</c:v>
                </c:pt>
                <c:pt idx="3329">
                  <c:v>2028-02-12</c:v>
                </c:pt>
                <c:pt idx="3330">
                  <c:v>2028-02-13</c:v>
                </c:pt>
                <c:pt idx="3331">
                  <c:v>2028-02-14</c:v>
                </c:pt>
                <c:pt idx="3332">
                  <c:v>2028-02-15</c:v>
                </c:pt>
                <c:pt idx="3333">
                  <c:v>2028-02-16</c:v>
                </c:pt>
                <c:pt idx="3334">
                  <c:v>2028-02-17</c:v>
                </c:pt>
                <c:pt idx="3335">
                  <c:v>2028-02-18</c:v>
                </c:pt>
                <c:pt idx="3336">
                  <c:v>2028-02-19</c:v>
                </c:pt>
                <c:pt idx="3337">
                  <c:v>2028-02-20</c:v>
                </c:pt>
                <c:pt idx="3338">
                  <c:v>2028-02-21</c:v>
                </c:pt>
                <c:pt idx="3339">
                  <c:v>2028-02-22</c:v>
                </c:pt>
                <c:pt idx="3340">
                  <c:v>2028-02-23</c:v>
                </c:pt>
                <c:pt idx="3341">
                  <c:v>2028-02-24</c:v>
                </c:pt>
                <c:pt idx="3342">
                  <c:v>2028-02-25</c:v>
                </c:pt>
                <c:pt idx="3343">
                  <c:v>2028-02-26</c:v>
                </c:pt>
                <c:pt idx="3344">
                  <c:v>2028-02-27</c:v>
                </c:pt>
                <c:pt idx="3345">
                  <c:v>2028-02-28</c:v>
                </c:pt>
                <c:pt idx="3346">
                  <c:v>2028-02-29</c:v>
                </c:pt>
                <c:pt idx="3347">
                  <c:v>2028-03-01</c:v>
                </c:pt>
                <c:pt idx="3348">
                  <c:v>2028-03-02</c:v>
                </c:pt>
                <c:pt idx="3349">
                  <c:v>2028-03-03</c:v>
                </c:pt>
                <c:pt idx="3350">
                  <c:v>2028-03-04</c:v>
                </c:pt>
                <c:pt idx="3351">
                  <c:v>2028-03-05</c:v>
                </c:pt>
                <c:pt idx="3352">
                  <c:v>2028-03-06</c:v>
                </c:pt>
                <c:pt idx="3353">
                  <c:v>2028-03-07</c:v>
                </c:pt>
                <c:pt idx="3354">
                  <c:v>2028-03-08</c:v>
                </c:pt>
                <c:pt idx="3355">
                  <c:v>2028-03-09</c:v>
                </c:pt>
                <c:pt idx="3356">
                  <c:v>2028-03-10</c:v>
                </c:pt>
                <c:pt idx="3357">
                  <c:v>2028-03-11</c:v>
                </c:pt>
                <c:pt idx="3358">
                  <c:v>2028-03-12</c:v>
                </c:pt>
                <c:pt idx="3359">
                  <c:v>2028-03-13</c:v>
                </c:pt>
                <c:pt idx="3360">
                  <c:v>2028-03-14</c:v>
                </c:pt>
                <c:pt idx="3361">
                  <c:v>2028-03-15</c:v>
                </c:pt>
                <c:pt idx="3362">
                  <c:v>2028-03-16</c:v>
                </c:pt>
                <c:pt idx="3363">
                  <c:v>2028-03-17</c:v>
                </c:pt>
                <c:pt idx="3364">
                  <c:v>2028-03-18</c:v>
                </c:pt>
                <c:pt idx="3365">
                  <c:v>2028-03-19</c:v>
                </c:pt>
                <c:pt idx="3366">
                  <c:v>2028-03-20</c:v>
                </c:pt>
                <c:pt idx="3367">
                  <c:v>2028-03-21</c:v>
                </c:pt>
                <c:pt idx="3368">
                  <c:v>2028-03-22</c:v>
                </c:pt>
                <c:pt idx="3369">
                  <c:v>2028-03-23</c:v>
                </c:pt>
                <c:pt idx="3370">
                  <c:v>2028-03-24</c:v>
                </c:pt>
                <c:pt idx="3371">
                  <c:v>2028-03-25</c:v>
                </c:pt>
                <c:pt idx="3372">
                  <c:v>2028-03-26</c:v>
                </c:pt>
                <c:pt idx="3373">
                  <c:v>2028-03-27</c:v>
                </c:pt>
                <c:pt idx="3374">
                  <c:v>2028-03-28</c:v>
                </c:pt>
                <c:pt idx="3375">
                  <c:v>2028-03-29</c:v>
                </c:pt>
                <c:pt idx="3376">
                  <c:v>2028-03-30</c:v>
                </c:pt>
                <c:pt idx="3377">
                  <c:v>2028-03-31</c:v>
                </c:pt>
                <c:pt idx="3378">
                  <c:v>2028-04-01</c:v>
                </c:pt>
                <c:pt idx="3379">
                  <c:v>2028-04-02</c:v>
                </c:pt>
                <c:pt idx="3380">
                  <c:v>2028-04-03</c:v>
                </c:pt>
                <c:pt idx="3381">
                  <c:v>2028-04-04</c:v>
                </c:pt>
                <c:pt idx="3382">
                  <c:v>2028-04-05</c:v>
                </c:pt>
                <c:pt idx="3383">
                  <c:v>2028-04-06</c:v>
                </c:pt>
                <c:pt idx="3384">
                  <c:v>2028-04-07</c:v>
                </c:pt>
                <c:pt idx="3385">
                  <c:v>2028-04-08</c:v>
                </c:pt>
                <c:pt idx="3386">
                  <c:v>2028-04-09</c:v>
                </c:pt>
                <c:pt idx="3387">
                  <c:v>2028-04-10</c:v>
                </c:pt>
                <c:pt idx="3388">
                  <c:v>2028-04-11</c:v>
                </c:pt>
                <c:pt idx="3389">
                  <c:v>2028-04-12</c:v>
                </c:pt>
                <c:pt idx="3390">
                  <c:v>2028-04-13</c:v>
                </c:pt>
                <c:pt idx="3391">
                  <c:v>2028-04-14</c:v>
                </c:pt>
                <c:pt idx="3392">
                  <c:v>2028-04-15</c:v>
                </c:pt>
                <c:pt idx="3393">
                  <c:v>2028-04-16</c:v>
                </c:pt>
                <c:pt idx="3394">
                  <c:v>2028-04-17</c:v>
                </c:pt>
                <c:pt idx="3395">
                  <c:v>2028-04-18</c:v>
                </c:pt>
                <c:pt idx="3396">
                  <c:v>2028-04-19</c:v>
                </c:pt>
                <c:pt idx="3397">
                  <c:v>2028-04-20</c:v>
                </c:pt>
                <c:pt idx="3398">
                  <c:v>2028-04-21</c:v>
                </c:pt>
                <c:pt idx="3399">
                  <c:v>2028-04-22</c:v>
                </c:pt>
                <c:pt idx="3400">
                  <c:v>2028-04-23</c:v>
                </c:pt>
                <c:pt idx="3401">
                  <c:v>2028-04-24</c:v>
                </c:pt>
                <c:pt idx="3402">
                  <c:v>2028-04-25</c:v>
                </c:pt>
                <c:pt idx="3403">
                  <c:v>2028-04-26</c:v>
                </c:pt>
                <c:pt idx="3404">
                  <c:v>2028-04-27</c:v>
                </c:pt>
                <c:pt idx="3405">
                  <c:v>2028-04-28</c:v>
                </c:pt>
                <c:pt idx="3406">
                  <c:v>2028-04-29</c:v>
                </c:pt>
                <c:pt idx="3407">
                  <c:v>2028-04-30</c:v>
                </c:pt>
                <c:pt idx="3408">
                  <c:v>2028-05-01</c:v>
                </c:pt>
                <c:pt idx="3409">
                  <c:v>2028-05-02</c:v>
                </c:pt>
                <c:pt idx="3410">
                  <c:v>2028-05-03</c:v>
                </c:pt>
                <c:pt idx="3411">
                  <c:v>2028-05-04</c:v>
                </c:pt>
                <c:pt idx="3412">
                  <c:v>2028-05-05</c:v>
                </c:pt>
                <c:pt idx="3413">
                  <c:v>2028-05-06</c:v>
                </c:pt>
                <c:pt idx="3414">
                  <c:v>2028-05-07</c:v>
                </c:pt>
                <c:pt idx="3415">
                  <c:v>2028-05-08</c:v>
                </c:pt>
                <c:pt idx="3416">
                  <c:v>2028-05-09</c:v>
                </c:pt>
                <c:pt idx="3417">
                  <c:v>2028-05-10</c:v>
                </c:pt>
                <c:pt idx="3418">
                  <c:v>2028-05-11</c:v>
                </c:pt>
                <c:pt idx="3419">
                  <c:v>2028-05-12</c:v>
                </c:pt>
                <c:pt idx="3420">
                  <c:v>2028-05-13</c:v>
                </c:pt>
                <c:pt idx="3421">
                  <c:v>2028-05-14</c:v>
                </c:pt>
                <c:pt idx="3422">
                  <c:v>2028-05-15</c:v>
                </c:pt>
                <c:pt idx="3423">
                  <c:v>2028-05-16</c:v>
                </c:pt>
                <c:pt idx="3424">
                  <c:v>2028-05-17</c:v>
                </c:pt>
                <c:pt idx="3425">
                  <c:v>2028-05-18</c:v>
                </c:pt>
                <c:pt idx="3426">
                  <c:v>2028-05-19</c:v>
                </c:pt>
                <c:pt idx="3427">
                  <c:v>2028-05-20</c:v>
                </c:pt>
                <c:pt idx="3428">
                  <c:v>2028-05-21</c:v>
                </c:pt>
                <c:pt idx="3429">
                  <c:v>2028-05-22</c:v>
                </c:pt>
                <c:pt idx="3430">
                  <c:v>2028-05-23</c:v>
                </c:pt>
                <c:pt idx="3431">
                  <c:v>2028-05-24</c:v>
                </c:pt>
                <c:pt idx="3432">
                  <c:v>2028-05-25</c:v>
                </c:pt>
                <c:pt idx="3433">
                  <c:v>2028-05-26</c:v>
                </c:pt>
                <c:pt idx="3434">
                  <c:v>2028-05-27</c:v>
                </c:pt>
                <c:pt idx="3435">
                  <c:v>2028-05-28</c:v>
                </c:pt>
                <c:pt idx="3436">
                  <c:v>2028-05-29</c:v>
                </c:pt>
                <c:pt idx="3437">
                  <c:v>2028-05-30</c:v>
                </c:pt>
                <c:pt idx="3438">
                  <c:v>2028-05-31</c:v>
                </c:pt>
                <c:pt idx="3439">
                  <c:v>2028-06-01</c:v>
                </c:pt>
                <c:pt idx="3440">
                  <c:v>2028-06-02</c:v>
                </c:pt>
                <c:pt idx="3441">
                  <c:v>2028-06-03</c:v>
                </c:pt>
                <c:pt idx="3442">
                  <c:v>2028-06-04</c:v>
                </c:pt>
                <c:pt idx="3443">
                  <c:v>2028-06-05</c:v>
                </c:pt>
                <c:pt idx="3444">
                  <c:v>2028-06-06</c:v>
                </c:pt>
                <c:pt idx="3445">
                  <c:v>2028-06-07</c:v>
                </c:pt>
                <c:pt idx="3446">
                  <c:v>2028-06-08</c:v>
                </c:pt>
                <c:pt idx="3447">
                  <c:v>2028-06-09</c:v>
                </c:pt>
                <c:pt idx="3448">
                  <c:v>2028-06-10</c:v>
                </c:pt>
                <c:pt idx="3449">
                  <c:v>2028-06-11</c:v>
                </c:pt>
                <c:pt idx="3450">
                  <c:v>2028-06-12</c:v>
                </c:pt>
                <c:pt idx="3451">
                  <c:v>2028-06-13</c:v>
                </c:pt>
                <c:pt idx="3452">
                  <c:v>2028-06-14</c:v>
                </c:pt>
                <c:pt idx="3453">
                  <c:v>2028-06-15</c:v>
                </c:pt>
                <c:pt idx="3454">
                  <c:v>2028-06-16</c:v>
                </c:pt>
                <c:pt idx="3455">
                  <c:v>2028-06-17</c:v>
                </c:pt>
                <c:pt idx="3456">
                  <c:v>2028-06-18</c:v>
                </c:pt>
                <c:pt idx="3457">
                  <c:v>2028-06-19</c:v>
                </c:pt>
                <c:pt idx="3458">
                  <c:v>2028-06-20</c:v>
                </c:pt>
                <c:pt idx="3459">
                  <c:v>2028-06-21</c:v>
                </c:pt>
                <c:pt idx="3460">
                  <c:v>2028-06-22</c:v>
                </c:pt>
                <c:pt idx="3461">
                  <c:v>2028-06-23</c:v>
                </c:pt>
                <c:pt idx="3462">
                  <c:v>2028-06-24</c:v>
                </c:pt>
                <c:pt idx="3463">
                  <c:v>2028-06-25</c:v>
                </c:pt>
                <c:pt idx="3464">
                  <c:v>2028-06-26</c:v>
                </c:pt>
                <c:pt idx="3465">
                  <c:v>2028-06-27</c:v>
                </c:pt>
                <c:pt idx="3466">
                  <c:v>2028-06-28</c:v>
                </c:pt>
                <c:pt idx="3467">
                  <c:v>2028-06-29</c:v>
                </c:pt>
                <c:pt idx="3468">
                  <c:v>2028-06-30</c:v>
                </c:pt>
                <c:pt idx="3469">
                  <c:v>2028-07-01</c:v>
                </c:pt>
                <c:pt idx="3470">
                  <c:v>2028-07-02</c:v>
                </c:pt>
                <c:pt idx="3471">
                  <c:v>2028-07-03</c:v>
                </c:pt>
                <c:pt idx="3472">
                  <c:v>2028-07-04</c:v>
                </c:pt>
                <c:pt idx="3473">
                  <c:v>2028-07-05</c:v>
                </c:pt>
                <c:pt idx="3474">
                  <c:v>2028-07-06</c:v>
                </c:pt>
                <c:pt idx="3475">
                  <c:v>2028-07-07</c:v>
                </c:pt>
                <c:pt idx="3476">
                  <c:v>2028-07-08</c:v>
                </c:pt>
                <c:pt idx="3477">
                  <c:v>2028-07-09</c:v>
                </c:pt>
                <c:pt idx="3478">
                  <c:v>2028-07-10</c:v>
                </c:pt>
                <c:pt idx="3479">
                  <c:v>2028-07-11</c:v>
                </c:pt>
                <c:pt idx="3480">
                  <c:v>2028-07-12</c:v>
                </c:pt>
                <c:pt idx="3481">
                  <c:v>2028-07-13</c:v>
                </c:pt>
                <c:pt idx="3482">
                  <c:v>2028-07-14</c:v>
                </c:pt>
                <c:pt idx="3483">
                  <c:v>2028-07-15</c:v>
                </c:pt>
                <c:pt idx="3484">
                  <c:v>2028-07-16</c:v>
                </c:pt>
                <c:pt idx="3485">
                  <c:v>2028-07-17</c:v>
                </c:pt>
                <c:pt idx="3486">
                  <c:v>2028-07-18</c:v>
                </c:pt>
                <c:pt idx="3487">
                  <c:v>2028-07-19</c:v>
                </c:pt>
                <c:pt idx="3488">
                  <c:v>2028-07-20</c:v>
                </c:pt>
                <c:pt idx="3489">
                  <c:v>2028-07-21</c:v>
                </c:pt>
                <c:pt idx="3490">
                  <c:v>2028-07-22</c:v>
                </c:pt>
                <c:pt idx="3491">
                  <c:v>2028-07-23</c:v>
                </c:pt>
                <c:pt idx="3492">
                  <c:v>2028-07-24</c:v>
                </c:pt>
                <c:pt idx="3493">
                  <c:v>2028-07-25</c:v>
                </c:pt>
                <c:pt idx="3494">
                  <c:v>2028-07-26</c:v>
                </c:pt>
                <c:pt idx="3495">
                  <c:v>2028-07-27</c:v>
                </c:pt>
                <c:pt idx="3496">
                  <c:v>2028-07-28</c:v>
                </c:pt>
                <c:pt idx="3497">
                  <c:v>2028-07-29</c:v>
                </c:pt>
                <c:pt idx="3498">
                  <c:v>2028-07-30</c:v>
                </c:pt>
                <c:pt idx="3499">
                  <c:v>2028-07-31</c:v>
                </c:pt>
                <c:pt idx="3500">
                  <c:v>2028-08-01</c:v>
                </c:pt>
                <c:pt idx="3501">
                  <c:v>2028-08-02</c:v>
                </c:pt>
                <c:pt idx="3502">
                  <c:v>2028-08-03</c:v>
                </c:pt>
                <c:pt idx="3503">
                  <c:v>2028-08-04</c:v>
                </c:pt>
                <c:pt idx="3504">
                  <c:v>2028-08-05</c:v>
                </c:pt>
                <c:pt idx="3505">
                  <c:v>2028-08-06</c:v>
                </c:pt>
                <c:pt idx="3506">
                  <c:v>2028-08-07</c:v>
                </c:pt>
                <c:pt idx="3507">
                  <c:v>2028-08-08</c:v>
                </c:pt>
                <c:pt idx="3508">
                  <c:v>2028-08-09</c:v>
                </c:pt>
                <c:pt idx="3509">
                  <c:v>2028-08-10</c:v>
                </c:pt>
                <c:pt idx="3510">
                  <c:v>2028-08-11</c:v>
                </c:pt>
                <c:pt idx="3511">
                  <c:v>2028-08-12</c:v>
                </c:pt>
                <c:pt idx="3512">
                  <c:v>2028-08-13</c:v>
                </c:pt>
                <c:pt idx="3513">
                  <c:v>2028-08-14</c:v>
                </c:pt>
                <c:pt idx="3514">
                  <c:v>2028-08-15</c:v>
                </c:pt>
                <c:pt idx="3515">
                  <c:v>2028-08-16</c:v>
                </c:pt>
                <c:pt idx="3516">
                  <c:v>2028-08-17</c:v>
                </c:pt>
                <c:pt idx="3517">
                  <c:v>2028-08-18</c:v>
                </c:pt>
                <c:pt idx="3518">
                  <c:v>2028-08-19</c:v>
                </c:pt>
                <c:pt idx="3519">
                  <c:v>2028-08-20</c:v>
                </c:pt>
                <c:pt idx="3520">
                  <c:v>2028-08-21</c:v>
                </c:pt>
                <c:pt idx="3521">
                  <c:v>2028-08-22</c:v>
                </c:pt>
                <c:pt idx="3522">
                  <c:v>2028-08-23</c:v>
                </c:pt>
                <c:pt idx="3523">
                  <c:v>2028-08-24</c:v>
                </c:pt>
                <c:pt idx="3524">
                  <c:v>2028-08-25</c:v>
                </c:pt>
                <c:pt idx="3525">
                  <c:v>2028-08-26</c:v>
                </c:pt>
                <c:pt idx="3526">
                  <c:v>2028-08-27</c:v>
                </c:pt>
                <c:pt idx="3527">
                  <c:v>2028-08-28</c:v>
                </c:pt>
                <c:pt idx="3528">
                  <c:v>2028-08-29</c:v>
                </c:pt>
                <c:pt idx="3529">
                  <c:v>2028-08-30</c:v>
                </c:pt>
                <c:pt idx="3530">
                  <c:v>2028-08-31</c:v>
                </c:pt>
                <c:pt idx="3531">
                  <c:v>2028-09-01</c:v>
                </c:pt>
                <c:pt idx="3532">
                  <c:v>2028-09-02</c:v>
                </c:pt>
                <c:pt idx="3533">
                  <c:v>2028-09-03</c:v>
                </c:pt>
                <c:pt idx="3534">
                  <c:v>2028-09-04</c:v>
                </c:pt>
                <c:pt idx="3535">
                  <c:v>2028-09-05</c:v>
                </c:pt>
                <c:pt idx="3536">
                  <c:v>2028-09-06</c:v>
                </c:pt>
                <c:pt idx="3537">
                  <c:v>2028-09-07</c:v>
                </c:pt>
                <c:pt idx="3538">
                  <c:v>2028-09-08</c:v>
                </c:pt>
                <c:pt idx="3539">
                  <c:v>2028-09-09</c:v>
                </c:pt>
                <c:pt idx="3540">
                  <c:v>2028-09-10</c:v>
                </c:pt>
                <c:pt idx="3541">
                  <c:v>2028-09-11</c:v>
                </c:pt>
                <c:pt idx="3542">
                  <c:v>2028-09-12</c:v>
                </c:pt>
                <c:pt idx="3543">
                  <c:v>2028-09-13</c:v>
                </c:pt>
                <c:pt idx="3544">
                  <c:v>2028-09-14</c:v>
                </c:pt>
                <c:pt idx="3545">
                  <c:v>2028-09-15</c:v>
                </c:pt>
                <c:pt idx="3546">
                  <c:v>2028-09-16</c:v>
                </c:pt>
                <c:pt idx="3547">
                  <c:v>2028-09-17</c:v>
                </c:pt>
                <c:pt idx="3548">
                  <c:v>2028-09-18</c:v>
                </c:pt>
                <c:pt idx="3549">
                  <c:v>2028-09-19</c:v>
                </c:pt>
                <c:pt idx="3550">
                  <c:v>2028-09-20</c:v>
                </c:pt>
                <c:pt idx="3551">
                  <c:v>2028-09-21</c:v>
                </c:pt>
                <c:pt idx="3552">
                  <c:v>2028-09-22</c:v>
                </c:pt>
                <c:pt idx="3553">
                  <c:v>2028-09-23</c:v>
                </c:pt>
                <c:pt idx="3554">
                  <c:v>2028-09-24</c:v>
                </c:pt>
                <c:pt idx="3555">
                  <c:v>2028-09-25</c:v>
                </c:pt>
                <c:pt idx="3556">
                  <c:v>2028-09-26</c:v>
                </c:pt>
                <c:pt idx="3557">
                  <c:v>2028-09-27</c:v>
                </c:pt>
                <c:pt idx="3558">
                  <c:v>2028-09-28</c:v>
                </c:pt>
                <c:pt idx="3559">
                  <c:v>2028-09-29</c:v>
                </c:pt>
                <c:pt idx="3560">
                  <c:v>2028-09-30</c:v>
                </c:pt>
                <c:pt idx="3561">
                  <c:v>2028-10-01</c:v>
                </c:pt>
                <c:pt idx="3562">
                  <c:v>2028-10-02</c:v>
                </c:pt>
                <c:pt idx="3563">
                  <c:v>2028-10-03</c:v>
                </c:pt>
                <c:pt idx="3564">
                  <c:v>2028-10-04</c:v>
                </c:pt>
                <c:pt idx="3565">
                  <c:v>2028-10-05</c:v>
                </c:pt>
                <c:pt idx="3566">
                  <c:v>2028-10-06</c:v>
                </c:pt>
                <c:pt idx="3567">
                  <c:v>2028-10-07</c:v>
                </c:pt>
                <c:pt idx="3568">
                  <c:v>2028-10-08</c:v>
                </c:pt>
                <c:pt idx="3569">
                  <c:v>2028-10-09</c:v>
                </c:pt>
                <c:pt idx="3570">
                  <c:v>2028-10-10</c:v>
                </c:pt>
                <c:pt idx="3571">
                  <c:v>2028-10-11</c:v>
                </c:pt>
                <c:pt idx="3572">
                  <c:v>2028-10-12</c:v>
                </c:pt>
                <c:pt idx="3573">
                  <c:v>2028-10-13</c:v>
                </c:pt>
                <c:pt idx="3574">
                  <c:v>2028-10-14</c:v>
                </c:pt>
                <c:pt idx="3575">
                  <c:v>2028-10-15</c:v>
                </c:pt>
                <c:pt idx="3576">
                  <c:v>2028-10-16</c:v>
                </c:pt>
                <c:pt idx="3577">
                  <c:v>2028-10-17</c:v>
                </c:pt>
                <c:pt idx="3578">
                  <c:v>2028-10-18</c:v>
                </c:pt>
                <c:pt idx="3579">
                  <c:v>2028-10-19</c:v>
                </c:pt>
                <c:pt idx="3580">
                  <c:v>2028-10-20</c:v>
                </c:pt>
                <c:pt idx="3581">
                  <c:v>2028-10-21</c:v>
                </c:pt>
                <c:pt idx="3582">
                  <c:v>2028-10-22</c:v>
                </c:pt>
                <c:pt idx="3583">
                  <c:v>2028-10-23</c:v>
                </c:pt>
                <c:pt idx="3584">
                  <c:v>2028-10-24</c:v>
                </c:pt>
                <c:pt idx="3585">
                  <c:v>2028-10-25</c:v>
                </c:pt>
                <c:pt idx="3586">
                  <c:v>2028-10-26</c:v>
                </c:pt>
                <c:pt idx="3587">
                  <c:v>2028-10-27</c:v>
                </c:pt>
                <c:pt idx="3588">
                  <c:v>2028-10-28</c:v>
                </c:pt>
                <c:pt idx="3589">
                  <c:v>2028-10-29</c:v>
                </c:pt>
                <c:pt idx="3590">
                  <c:v>2028-10-30</c:v>
                </c:pt>
                <c:pt idx="3591">
                  <c:v>2028-10-31</c:v>
                </c:pt>
                <c:pt idx="3592">
                  <c:v>2028-11-01</c:v>
                </c:pt>
                <c:pt idx="3593">
                  <c:v>2028-11-02</c:v>
                </c:pt>
                <c:pt idx="3594">
                  <c:v>2028-11-03</c:v>
                </c:pt>
                <c:pt idx="3595">
                  <c:v>2028-11-04</c:v>
                </c:pt>
                <c:pt idx="3596">
                  <c:v>2028-11-05</c:v>
                </c:pt>
                <c:pt idx="3597">
                  <c:v>2028-11-06</c:v>
                </c:pt>
                <c:pt idx="3598">
                  <c:v>2028-11-07</c:v>
                </c:pt>
                <c:pt idx="3599">
                  <c:v>2028-11-08</c:v>
                </c:pt>
                <c:pt idx="3600">
                  <c:v>2028-11-09</c:v>
                </c:pt>
                <c:pt idx="3601">
                  <c:v>2028-11-10</c:v>
                </c:pt>
                <c:pt idx="3602">
                  <c:v>2028-11-11</c:v>
                </c:pt>
                <c:pt idx="3603">
                  <c:v>2028-11-12</c:v>
                </c:pt>
                <c:pt idx="3604">
                  <c:v>2028-11-13</c:v>
                </c:pt>
                <c:pt idx="3605">
                  <c:v>2028-11-14</c:v>
                </c:pt>
                <c:pt idx="3606">
                  <c:v>2028-11-15</c:v>
                </c:pt>
                <c:pt idx="3607">
                  <c:v>2028-11-16</c:v>
                </c:pt>
                <c:pt idx="3608">
                  <c:v>2028-11-17</c:v>
                </c:pt>
                <c:pt idx="3609">
                  <c:v>2028-11-18</c:v>
                </c:pt>
                <c:pt idx="3610">
                  <c:v>2028-11-19</c:v>
                </c:pt>
                <c:pt idx="3611">
                  <c:v>2028-11-20</c:v>
                </c:pt>
                <c:pt idx="3612">
                  <c:v>2028-11-21</c:v>
                </c:pt>
                <c:pt idx="3613">
                  <c:v>2028-11-22</c:v>
                </c:pt>
                <c:pt idx="3614">
                  <c:v>2028-11-23</c:v>
                </c:pt>
                <c:pt idx="3615">
                  <c:v>2028-11-24</c:v>
                </c:pt>
                <c:pt idx="3616">
                  <c:v>2028-11-25</c:v>
                </c:pt>
                <c:pt idx="3617">
                  <c:v>2028-11-26</c:v>
                </c:pt>
                <c:pt idx="3618">
                  <c:v>2028-11-27</c:v>
                </c:pt>
                <c:pt idx="3619">
                  <c:v>2028-11-28</c:v>
                </c:pt>
                <c:pt idx="3620">
                  <c:v>2028-11-29</c:v>
                </c:pt>
                <c:pt idx="3621">
                  <c:v>2028-11-30</c:v>
                </c:pt>
                <c:pt idx="3622">
                  <c:v>2028-12-01</c:v>
                </c:pt>
                <c:pt idx="3623">
                  <c:v>2028-12-02</c:v>
                </c:pt>
                <c:pt idx="3624">
                  <c:v>2028-12-03</c:v>
                </c:pt>
                <c:pt idx="3625">
                  <c:v>2028-12-04</c:v>
                </c:pt>
                <c:pt idx="3626">
                  <c:v>2028-12-05</c:v>
                </c:pt>
                <c:pt idx="3627">
                  <c:v>2028-12-06</c:v>
                </c:pt>
                <c:pt idx="3628">
                  <c:v>2028-12-07</c:v>
                </c:pt>
                <c:pt idx="3629">
                  <c:v>2028-12-08</c:v>
                </c:pt>
                <c:pt idx="3630">
                  <c:v>2028-12-09</c:v>
                </c:pt>
                <c:pt idx="3631">
                  <c:v>2028-12-10</c:v>
                </c:pt>
                <c:pt idx="3632">
                  <c:v>2028-12-11</c:v>
                </c:pt>
                <c:pt idx="3633">
                  <c:v>2028-12-12</c:v>
                </c:pt>
                <c:pt idx="3634">
                  <c:v>2028-12-13</c:v>
                </c:pt>
                <c:pt idx="3635">
                  <c:v>2028-12-14</c:v>
                </c:pt>
                <c:pt idx="3636">
                  <c:v>2028-12-15</c:v>
                </c:pt>
                <c:pt idx="3637">
                  <c:v>2028-12-16</c:v>
                </c:pt>
                <c:pt idx="3638">
                  <c:v>2028-12-17</c:v>
                </c:pt>
                <c:pt idx="3639">
                  <c:v>2028-12-18</c:v>
                </c:pt>
                <c:pt idx="3640">
                  <c:v>2028-12-19</c:v>
                </c:pt>
                <c:pt idx="3641">
                  <c:v>2028-12-20</c:v>
                </c:pt>
                <c:pt idx="3642">
                  <c:v>2028-12-21</c:v>
                </c:pt>
                <c:pt idx="3643">
                  <c:v>2028-12-22</c:v>
                </c:pt>
                <c:pt idx="3644">
                  <c:v>2028-12-23</c:v>
                </c:pt>
                <c:pt idx="3645">
                  <c:v>2028-12-24</c:v>
                </c:pt>
                <c:pt idx="3646">
                  <c:v>2028-12-25</c:v>
                </c:pt>
                <c:pt idx="3647">
                  <c:v>2028-12-26</c:v>
                </c:pt>
                <c:pt idx="3648">
                  <c:v>2028-12-27</c:v>
                </c:pt>
                <c:pt idx="3649">
                  <c:v>2028-12-28</c:v>
                </c:pt>
                <c:pt idx="3650">
                  <c:v>2028-12-29</c:v>
                </c:pt>
                <c:pt idx="3651">
                  <c:v>2028-12-30</c:v>
                </c:pt>
                <c:pt idx="3652">
                  <c:v>2028-12-31</c:v>
                </c:pt>
                <c:pt idx="3653">
                  <c:v>2029-01-01</c:v>
                </c:pt>
                <c:pt idx="3654">
                  <c:v>2029-01-02</c:v>
                </c:pt>
                <c:pt idx="3655">
                  <c:v>2029-01-03</c:v>
                </c:pt>
                <c:pt idx="3656">
                  <c:v>2029-01-04</c:v>
                </c:pt>
                <c:pt idx="3657">
                  <c:v>2029-01-05</c:v>
                </c:pt>
                <c:pt idx="3658">
                  <c:v>2029-01-06</c:v>
                </c:pt>
                <c:pt idx="3659">
                  <c:v>2029-01-07</c:v>
                </c:pt>
                <c:pt idx="3660">
                  <c:v>2029-01-08</c:v>
                </c:pt>
                <c:pt idx="3661">
                  <c:v>2029-01-09</c:v>
                </c:pt>
                <c:pt idx="3662">
                  <c:v>2029-01-10</c:v>
                </c:pt>
                <c:pt idx="3663">
                  <c:v>2029-01-11</c:v>
                </c:pt>
                <c:pt idx="3664">
                  <c:v>2029-01-12</c:v>
                </c:pt>
                <c:pt idx="3665">
                  <c:v>2029-01-13</c:v>
                </c:pt>
                <c:pt idx="3666">
                  <c:v>2029-01-14</c:v>
                </c:pt>
                <c:pt idx="3667">
                  <c:v>2029-01-15</c:v>
                </c:pt>
                <c:pt idx="3668">
                  <c:v>2029-01-16</c:v>
                </c:pt>
                <c:pt idx="3669">
                  <c:v>2029-01-17</c:v>
                </c:pt>
                <c:pt idx="3670">
                  <c:v>2029-01-18</c:v>
                </c:pt>
                <c:pt idx="3671">
                  <c:v>2029-01-19</c:v>
                </c:pt>
                <c:pt idx="3672">
                  <c:v>2029-01-20</c:v>
                </c:pt>
                <c:pt idx="3673">
                  <c:v>2029-01-21</c:v>
                </c:pt>
                <c:pt idx="3674">
                  <c:v>2029-01-22</c:v>
                </c:pt>
                <c:pt idx="3675">
                  <c:v>2029-01-23</c:v>
                </c:pt>
                <c:pt idx="3676">
                  <c:v>2029-01-24</c:v>
                </c:pt>
                <c:pt idx="3677">
                  <c:v>2029-01-25</c:v>
                </c:pt>
                <c:pt idx="3678">
                  <c:v>2029-01-26</c:v>
                </c:pt>
                <c:pt idx="3679">
                  <c:v>2029-01-27</c:v>
                </c:pt>
                <c:pt idx="3680">
                  <c:v>2029-01-28</c:v>
                </c:pt>
                <c:pt idx="3681">
                  <c:v>2029-01-29</c:v>
                </c:pt>
                <c:pt idx="3682">
                  <c:v>2029-01-30</c:v>
                </c:pt>
                <c:pt idx="3683">
                  <c:v>2029-01-31</c:v>
                </c:pt>
                <c:pt idx="3684">
                  <c:v>2029-02-01</c:v>
                </c:pt>
                <c:pt idx="3685">
                  <c:v>2029-02-02</c:v>
                </c:pt>
                <c:pt idx="3686">
                  <c:v>2029-02-03</c:v>
                </c:pt>
                <c:pt idx="3687">
                  <c:v>2029-02-04</c:v>
                </c:pt>
                <c:pt idx="3688">
                  <c:v>2029-02-05</c:v>
                </c:pt>
                <c:pt idx="3689">
                  <c:v>2029-02-06</c:v>
                </c:pt>
                <c:pt idx="3690">
                  <c:v>2029-02-07</c:v>
                </c:pt>
                <c:pt idx="3691">
                  <c:v>2029-02-08</c:v>
                </c:pt>
                <c:pt idx="3692">
                  <c:v>2029-02-09</c:v>
                </c:pt>
                <c:pt idx="3693">
                  <c:v>2029-02-10</c:v>
                </c:pt>
                <c:pt idx="3694">
                  <c:v>2029-02-11</c:v>
                </c:pt>
                <c:pt idx="3695">
                  <c:v>2029-02-12</c:v>
                </c:pt>
                <c:pt idx="3696">
                  <c:v>2029-02-13</c:v>
                </c:pt>
                <c:pt idx="3697">
                  <c:v>2029-02-14</c:v>
                </c:pt>
                <c:pt idx="3698">
                  <c:v>2029-02-15</c:v>
                </c:pt>
                <c:pt idx="3699">
                  <c:v>2029-02-16</c:v>
                </c:pt>
                <c:pt idx="3700">
                  <c:v>2029-02-17</c:v>
                </c:pt>
                <c:pt idx="3701">
                  <c:v>2029-02-18</c:v>
                </c:pt>
                <c:pt idx="3702">
                  <c:v>2029-02-19</c:v>
                </c:pt>
                <c:pt idx="3703">
                  <c:v>2029-02-20</c:v>
                </c:pt>
                <c:pt idx="3704">
                  <c:v>2029-02-21</c:v>
                </c:pt>
                <c:pt idx="3705">
                  <c:v>2029-02-22</c:v>
                </c:pt>
                <c:pt idx="3706">
                  <c:v>2029-02-23</c:v>
                </c:pt>
                <c:pt idx="3707">
                  <c:v>2029-02-24</c:v>
                </c:pt>
                <c:pt idx="3708">
                  <c:v>2029-02-25</c:v>
                </c:pt>
                <c:pt idx="3709">
                  <c:v>2029-02-26</c:v>
                </c:pt>
                <c:pt idx="3710">
                  <c:v>2029-02-27</c:v>
                </c:pt>
                <c:pt idx="3711">
                  <c:v>2029-02-28</c:v>
                </c:pt>
                <c:pt idx="3712">
                  <c:v>2029-03-01</c:v>
                </c:pt>
                <c:pt idx="3713">
                  <c:v>2029-03-02</c:v>
                </c:pt>
                <c:pt idx="3714">
                  <c:v>2029-03-03</c:v>
                </c:pt>
                <c:pt idx="3715">
                  <c:v>2029-03-04</c:v>
                </c:pt>
                <c:pt idx="3716">
                  <c:v>2029-03-05</c:v>
                </c:pt>
                <c:pt idx="3717">
                  <c:v>2029-03-06</c:v>
                </c:pt>
                <c:pt idx="3718">
                  <c:v>2029-03-07</c:v>
                </c:pt>
                <c:pt idx="3719">
                  <c:v>2029-03-08</c:v>
                </c:pt>
                <c:pt idx="3720">
                  <c:v>2029-03-09</c:v>
                </c:pt>
                <c:pt idx="3721">
                  <c:v>2029-03-10</c:v>
                </c:pt>
                <c:pt idx="3722">
                  <c:v>2029-03-11</c:v>
                </c:pt>
                <c:pt idx="3723">
                  <c:v>2029-03-12</c:v>
                </c:pt>
                <c:pt idx="3724">
                  <c:v>2029-03-13</c:v>
                </c:pt>
                <c:pt idx="3725">
                  <c:v>2029-03-14</c:v>
                </c:pt>
                <c:pt idx="3726">
                  <c:v>2029-03-15</c:v>
                </c:pt>
                <c:pt idx="3727">
                  <c:v>2029-03-16</c:v>
                </c:pt>
                <c:pt idx="3728">
                  <c:v>2029-03-17</c:v>
                </c:pt>
                <c:pt idx="3729">
                  <c:v>2029-03-18</c:v>
                </c:pt>
                <c:pt idx="3730">
                  <c:v>2029-03-19</c:v>
                </c:pt>
                <c:pt idx="3731">
                  <c:v>2029-03-20</c:v>
                </c:pt>
                <c:pt idx="3732">
                  <c:v>2029-03-21</c:v>
                </c:pt>
                <c:pt idx="3733">
                  <c:v>2029-03-22</c:v>
                </c:pt>
                <c:pt idx="3734">
                  <c:v>2029-03-23</c:v>
                </c:pt>
                <c:pt idx="3735">
                  <c:v>2029-03-24</c:v>
                </c:pt>
                <c:pt idx="3736">
                  <c:v>2029-03-25</c:v>
                </c:pt>
                <c:pt idx="3737">
                  <c:v>2029-03-26</c:v>
                </c:pt>
                <c:pt idx="3738">
                  <c:v>2029-03-27</c:v>
                </c:pt>
                <c:pt idx="3739">
                  <c:v>2029-03-28</c:v>
                </c:pt>
                <c:pt idx="3740">
                  <c:v>2029-03-29</c:v>
                </c:pt>
                <c:pt idx="3741">
                  <c:v>2029-03-30</c:v>
                </c:pt>
                <c:pt idx="3742">
                  <c:v>2029-03-31</c:v>
                </c:pt>
                <c:pt idx="3743">
                  <c:v>2029-04-01</c:v>
                </c:pt>
                <c:pt idx="3744">
                  <c:v>2029-04-02</c:v>
                </c:pt>
                <c:pt idx="3745">
                  <c:v>2029-04-03</c:v>
                </c:pt>
                <c:pt idx="3746">
                  <c:v>2029-04-04</c:v>
                </c:pt>
                <c:pt idx="3747">
                  <c:v>2029-04-05</c:v>
                </c:pt>
                <c:pt idx="3748">
                  <c:v>2029-04-06</c:v>
                </c:pt>
                <c:pt idx="3749">
                  <c:v>2029-04-07</c:v>
                </c:pt>
                <c:pt idx="3750">
                  <c:v>2029-04-08</c:v>
                </c:pt>
                <c:pt idx="3751">
                  <c:v>2029-04-09</c:v>
                </c:pt>
                <c:pt idx="3752">
                  <c:v>2029-04-10</c:v>
                </c:pt>
                <c:pt idx="3753">
                  <c:v>2029-04-11</c:v>
                </c:pt>
                <c:pt idx="3754">
                  <c:v>2029-04-12</c:v>
                </c:pt>
                <c:pt idx="3755">
                  <c:v>2029-04-13</c:v>
                </c:pt>
                <c:pt idx="3756">
                  <c:v>2029-04-14</c:v>
                </c:pt>
                <c:pt idx="3757">
                  <c:v>2029-04-15</c:v>
                </c:pt>
                <c:pt idx="3758">
                  <c:v>2029-04-16</c:v>
                </c:pt>
                <c:pt idx="3759">
                  <c:v>2029-04-17</c:v>
                </c:pt>
                <c:pt idx="3760">
                  <c:v>2029-04-18</c:v>
                </c:pt>
                <c:pt idx="3761">
                  <c:v>2029-04-19</c:v>
                </c:pt>
                <c:pt idx="3762">
                  <c:v>2029-04-20</c:v>
                </c:pt>
                <c:pt idx="3763">
                  <c:v>2029-04-21</c:v>
                </c:pt>
                <c:pt idx="3764">
                  <c:v>2029-04-22</c:v>
                </c:pt>
                <c:pt idx="3765">
                  <c:v>2029-04-23</c:v>
                </c:pt>
                <c:pt idx="3766">
                  <c:v>2029-04-24</c:v>
                </c:pt>
                <c:pt idx="3767">
                  <c:v>2029-04-25</c:v>
                </c:pt>
                <c:pt idx="3768">
                  <c:v>2029-04-26</c:v>
                </c:pt>
                <c:pt idx="3769">
                  <c:v>2029-04-27</c:v>
                </c:pt>
                <c:pt idx="3770">
                  <c:v>2029-04-28</c:v>
                </c:pt>
                <c:pt idx="3771">
                  <c:v>2029-04-29</c:v>
                </c:pt>
                <c:pt idx="3772">
                  <c:v>2029-04-30</c:v>
                </c:pt>
                <c:pt idx="3773">
                  <c:v>2029-05-01</c:v>
                </c:pt>
                <c:pt idx="3774">
                  <c:v>2029-05-02</c:v>
                </c:pt>
                <c:pt idx="3775">
                  <c:v>2029-05-03</c:v>
                </c:pt>
                <c:pt idx="3776">
                  <c:v>2029-05-04</c:v>
                </c:pt>
                <c:pt idx="3777">
                  <c:v>2029-05-05</c:v>
                </c:pt>
                <c:pt idx="3778">
                  <c:v>2029-05-06</c:v>
                </c:pt>
                <c:pt idx="3779">
                  <c:v>2029-05-07</c:v>
                </c:pt>
                <c:pt idx="3780">
                  <c:v>2029-05-08</c:v>
                </c:pt>
                <c:pt idx="3781">
                  <c:v>2029-05-09</c:v>
                </c:pt>
                <c:pt idx="3782">
                  <c:v>2029-05-10</c:v>
                </c:pt>
                <c:pt idx="3783">
                  <c:v>2029-05-11</c:v>
                </c:pt>
                <c:pt idx="3784">
                  <c:v>2029-05-12</c:v>
                </c:pt>
                <c:pt idx="3785">
                  <c:v>2029-05-13</c:v>
                </c:pt>
                <c:pt idx="3786">
                  <c:v>2029-05-14</c:v>
                </c:pt>
                <c:pt idx="3787">
                  <c:v>2029-05-15</c:v>
                </c:pt>
                <c:pt idx="3788">
                  <c:v>2029-05-16</c:v>
                </c:pt>
                <c:pt idx="3789">
                  <c:v>2029-05-17</c:v>
                </c:pt>
                <c:pt idx="3790">
                  <c:v>2029-05-18</c:v>
                </c:pt>
                <c:pt idx="3791">
                  <c:v>2029-05-19</c:v>
                </c:pt>
                <c:pt idx="3792">
                  <c:v>2029-05-20</c:v>
                </c:pt>
                <c:pt idx="3793">
                  <c:v>2029-05-21</c:v>
                </c:pt>
                <c:pt idx="3794">
                  <c:v>2029-05-22</c:v>
                </c:pt>
                <c:pt idx="3795">
                  <c:v>2029-05-23</c:v>
                </c:pt>
                <c:pt idx="3796">
                  <c:v>2029-05-24</c:v>
                </c:pt>
                <c:pt idx="3797">
                  <c:v>2029-05-25</c:v>
                </c:pt>
                <c:pt idx="3798">
                  <c:v>2029-05-26</c:v>
                </c:pt>
                <c:pt idx="3799">
                  <c:v>2029-05-27</c:v>
                </c:pt>
                <c:pt idx="3800">
                  <c:v>2029-05-28</c:v>
                </c:pt>
                <c:pt idx="3801">
                  <c:v>2029-05-29</c:v>
                </c:pt>
                <c:pt idx="3802">
                  <c:v>2029-05-30</c:v>
                </c:pt>
                <c:pt idx="3803">
                  <c:v>2029-05-31</c:v>
                </c:pt>
                <c:pt idx="3804">
                  <c:v>2029-06-01</c:v>
                </c:pt>
                <c:pt idx="3805">
                  <c:v>2029-06-02</c:v>
                </c:pt>
                <c:pt idx="3806">
                  <c:v>2029-06-03</c:v>
                </c:pt>
                <c:pt idx="3807">
                  <c:v>2029-06-04</c:v>
                </c:pt>
                <c:pt idx="3808">
                  <c:v>2029-06-05</c:v>
                </c:pt>
                <c:pt idx="3809">
                  <c:v>2029-06-06</c:v>
                </c:pt>
                <c:pt idx="3810">
                  <c:v>2029-06-07</c:v>
                </c:pt>
                <c:pt idx="3811">
                  <c:v>2029-06-08</c:v>
                </c:pt>
                <c:pt idx="3812">
                  <c:v>2029-06-09</c:v>
                </c:pt>
                <c:pt idx="3813">
                  <c:v>2029-06-10</c:v>
                </c:pt>
                <c:pt idx="3814">
                  <c:v>2029-06-11</c:v>
                </c:pt>
                <c:pt idx="3815">
                  <c:v>2029-06-12</c:v>
                </c:pt>
                <c:pt idx="3816">
                  <c:v>2029-06-13</c:v>
                </c:pt>
                <c:pt idx="3817">
                  <c:v>2029-06-14</c:v>
                </c:pt>
                <c:pt idx="3818">
                  <c:v>2029-06-15</c:v>
                </c:pt>
                <c:pt idx="3819">
                  <c:v>2029-06-16</c:v>
                </c:pt>
                <c:pt idx="3820">
                  <c:v>2029-06-17</c:v>
                </c:pt>
                <c:pt idx="3821">
                  <c:v>2029-06-18</c:v>
                </c:pt>
                <c:pt idx="3822">
                  <c:v>2029-06-19</c:v>
                </c:pt>
                <c:pt idx="3823">
                  <c:v>2029-06-20</c:v>
                </c:pt>
                <c:pt idx="3824">
                  <c:v>2029-06-21</c:v>
                </c:pt>
                <c:pt idx="3825">
                  <c:v>2029-06-22</c:v>
                </c:pt>
                <c:pt idx="3826">
                  <c:v>2029-06-23</c:v>
                </c:pt>
                <c:pt idx="3827">
                  <c:v>2029-06-24</c:v>
                </c:pt>
                <c:pt idx="3828">
                  <c:v>2029-06-25</c:v>
                </c:pt>
                <c:pt idx="3829">
                  <c:v>2029-06-26</c:v>
                </c:pt>
                <c:pt idx="3830">
                  <c:v>2029-06-27</c:v>
                </c:pt>
                <c:pt idx="3831">
                  <c:v>2029-06-28</c:v>
                </c:pt>
                <c:pt idx="3832">
                  <c:v>2029-06-29</c:v>
                </c:pt>
                <c:pt idx="3833">
                  <c:v>2029-06-30</c:v>
                </c:pt>
                <c:pt idx="3834">
                  <c:v>2029-07-01</c:v>
                </c:pt>
                <c:pt idx="3835">
                  <c:v>2029-07-02</c:v>
                </c:pt>
                <c:pt idx="3836">
                  <c:v>2029-07-03</c:v>
                </c:pt>
                <c:pt idx="3837">
                  <c:v>2029-07-04</c:v>
                </c:pt>
                <c:pt idx="3838">
                  <c:v>2029-07-05</c:v>
                </c:pt>
                <c:pt idx="3839">
                  <c:v>2029-07-06</c:v>
                </c:pt>
                <c:pt idx="3840">
                  <c:v>2029-07-07</c:v>
                </c:pt>
                <c:pt idx="3841">
                  <c:v>2029-07-08</c:v>
                </c:pt>
                <c:pt idx="3842">
                  <c:v>2029-07-09</c:v>
                </c:pt>
                <c:pt idx="3843">
                  <c:v>2029-07-10</c:v>
                </c:pt>
                <c:pt idx="3844">
                  <c:v>2029-07-11</c:v>
                </c:pt>
                <c:pt idx="3845">
                  <c:v>2029-07-12</c:v>
                </c:pt>
                <c:pt idx="3846">
                  <c:v>2029-07-13</c:v>
                </c:pt>
                <c:pt idx="3847">
                  <c:v>2029-07-14</c:v>
                </c:pt>
                <c:pt idx="3848">
                  <c:v>2029-07-15</c:v>
                </c:pt>
                <c:pt idx="3849">
                  <c:v>2029-07-16</c:v>
                </c:pt>
                <c:pt idx="3850">
                  <c:v>2029-07-17</c:v>
                </c:pt>
                <c:pt idx="3851">
                  <c:v>2029-07-18</c:v>
                </c:pt>
                <c:pt idx="3852">
                  <c:v>2029-07-19</c:v>
                </c:pt>
                <c:pt idx="3853">
                  <c:v>2029-07-20</c:v>
                </c:pt>
                <c:pt idx="3854">
                  <c:v>2029-07-21</c:v>
                </c:pt>
                <c:pt idx="3855">
                  <c:v>2029-07-22</c:v>
                </c:pt>
                <c:pt idx="3856">
                  <c:v>2029-07-23</c:v>
                </c:pt>
                <c:pt idx="3857">
                  <c:v>2029-07-24</c:v>
                </c:pt>
                <c:pt idx="3858">
                  <c:v>2029-07-25</c:v>
                </c:pt>
                <c:pt idx="3859">
                  <c:v>2029-07-26</c:v>
                </c:pt>
                <c:pt idx="3860">
                  <c:v>2029-07-27</c:v>
                </c:pt>
                <c:pt idx="3861">
                  <c:v>2029-07-28</c:v>
                </c:pt>
                <c:pt idx="3862">
                  <c:v>2029-07-29</c:v>
                </c:pt>
                <c:pt idx="3863">
                  <c:v>2029-07-30</c:v>
                </c:pt>
                <c:pt idx="3864">
                  <c:v>2029-07-31</c:v>
                </c:pt>
                <c:pt idx="3865">
                  <c:v>2029-08-01</c:v>
                </c:pt>
                <c:pt idx="3866">
                  <c:v>2029-08-02</c:v>
                </c:pt>
                <c:pt idx="3867">
                  <c:v>2029-08-03</c:v>
                </c:pt>
                <c:pt idx="3868">
                  <c:v>2029-08-04</c:v>
                </c:pt>
                <c:pt idx="3869">
                  <c:v>2029-08-05</c:v>
                </c:pt>
                <c:pt idx="3870">
                  <c:v>2029-08-06</c:v>
                </c:pt>
                <c:pt idx="3871">
                  <c:v>2029-08-07</c:v>
                </c:pt>
                <c:pt idx="3872">
                  <c:v>2029-08-08</c:v>
                </c:pt>
                <c:pt idx="3873">
                  <c:v>2029-08-09</c:v>
                </c:pt>
                <c:pt idx="3874">
                  <c:v>2029-08-10</c:v>
                </c:pt>
                <c:pt idx="3875">
                  <c:v>2029-08-11</c:v>
                </c:pt>
                <c:pt idx="3876">
                  <c:v>2029-08-12</c:v>
                </c:pt>
                <c:pt idx="3877">
                  <c:v>2029-08-13</c:v>
                </c:pt>
                <c:pt idx="3878">
                  <c:v>2029-08-14</c:v>
                </c:pt>
                <c:pt idx="3879">
                  <c:v>2029-08-15</c:v>
                </c:pt>
                <c:pt idx="3880">
                  <c:v>2029-08-16</c:v>
                </c:pt>
                <c:pt idx="3881">
                  <c:v>2029-08-17</c:v>
                </c:pt>
                <c:pt idx="3882">
                  <c:v>2029-08-18</c:v>
                </c:pt>
                <c:pt idx="3883">
                  <c:v>2029-08-19</c:v>
                </c:pt>
                <c:pt idx="3884">
                  <c:v>2029-08-20</c:v>
                </c:pt>
                <c:pt idx="3885">
                  <c:v>2029-08-21</c:v>
                </c:pt>
                <c:pt idx="3886">
                  <c:v>2029-08-22</c:v>
                </c:pt>
                <c:pt idx="3887">
                  <c:v>2029-08-23</c:v>
                </c:pt>
                <c:pt idx="3888">
                  <c:v>2029-08-24</c:v>
                </c:pt>
                <c:pt idx="3889">
                  <c:v>2029-08-25</c:v>
                </c:pt>
                <c:pt idx="3890">
                  <c:v>2029-08-26</c:v>
                </c:pt>
                <c:pt idx="3891">
                  <c:v>2029-08-27</c:v>
                </c:pt>
                <c:pt idx="3892">
                  <c:v>2029-08-28</c:v>
                </c:pt>
                <c:pt idx="3893">
                  <c:v>2029-08-29</c:v>
                </c:pt>
                <c:pt idx="3894">
                  <c:v>2029-08-30</c:v>
                </c:pt>
                <c:pt idx="3895">
                  <c:v>2029-08-31</c:v>
                </c:pt>
                <c:pt idx="3896">
                  <c:v>2029-09-01</c:v>
                </c:pt>
                <c:pt idx="3897">
                  <c:v>2029-09-02</c:v>
                </c:pt>
                <c:pt idx="3898">
                  <c:v>2029-09-03</c:v>
                </c:pt>
                <c:pt idx="3899">
                  <c:v>2029-09-04</c:v>
                </c:pt>
                <c:pt idx="3900">
                  <c:v>2029-09-05</c:v>
                </c:pt>
                <c:pt idx="3901">
                  <c:v>2029-09-06</c:v>
                </c:pt>
                <c:pt idx="3902">
                  <c:v>2029-09-07</c:v>
                </c:pt>
                <c:pt idx="3903">
                  <c:v>2029-09-08</c:v>
                </c:pt>
                <c:pt idx="3904">
                  <c:v>2029-09-09</c:v>
                </c:pt>
                <c:pt idx="3905">
                  <c:v>2029-09-10</c:v>
                </c:pt>
                <c:pt idx="3906">
                  <c:v>2029-09-11</c:v>
                </c:pt>
                <c:pt idx="3907">
                  <c:v>2029-09-12</c:v>
                </c:pt>
                <c:pt idx="3908">
                  <c:v>2029-09-13</c:v>
                </c:pt>
                <c:pt idx="3909">
                  <c:v>2029-09-14</c:v>
                </c:pt>
                <c:pt idx="3910">
                  <c:v>2029-09-15</c:v>
                </c:pt>
                <c:pt idx="3911">
                  <c:v>2029-09-16</c:v>
                </c:pt>
                <c:pt idx="3912">
                  <c:v>2029-09-17</c:v>
                </c:pt>
                <c:pt idx="3913">
                  <c:v>2029-09-18</c:v>
                </c:pt>
                <c:pt idx="3914">
                  <c:v>2029-09-19</c:v>
                </c:pt>
                <c:pt idx="3915">
                  <c:v>2029-09-20</c:v>
                </c:pt>
                <c:pt idx="3916">
                  <c:v>2029-09-21</c:v>
                </c:pt>
                <c:pt idx="3917">
                  <c:v>2029-09-22</c:v>
                </c:pt>
                <c:pt idx="3918">
                  <c:v>2029-09-23</c:v>
                </c:pt>
                <c:pt idx="3919">
                  <c:v>2029-09-24</c:v>
                </c:pt>
                <c:pt idx="3920">
                  <c:v>2029-09-25</c:v>
                </c:pt>
                <c:pt idx="3921">
                  <c:v>2029-09-26</c:v>
                </c:pt>
                <c:pt idx="3922">
                  <c:v>2029-09-27</c:v>
                </c:pt>
                <c:pt idx="3923">
                  <c:v>2029-09-28</c:v>
                </c:pt>
                <c:pt idx="3924">
                  <c:v>2029-09-29</c:v>
                </c:pt>
                <c:pt idx="3925">
                  <c:v>2029-09-30</c:v>
                </c:pt>
                <c:pt idx="3926">
                  <c:v>2029-10-01</c:v>
                </c:pt>
                <c:pt idx="3927">
                  <c:v>2029-10-02</c:v>
                </c:pt>
                <c:pt idx="3928">
                  <c:v>2029-10-03</c:v>
                </c:pt>
                <c:pt idx="3929">
                  <c:v>2029-10-04</c:v>
                </c:pt>
                <c:pt idx="3930">
                  <c:v>2029-10-05</c:v>
                </c:pt>
                <c:pt idx="3931">
                  <c:v>2029-10-06</c:v>
                </c:pt>
                <c:pt idx="3932">
                  <c:v>2029-10-07</c:v>
                </c:pt>
                <c:pt idx="3933">
                  <c:v>2029-10-08</c:v>
                </c:pt>
                <c:pt idx="3934">
                  <c:v>2029-10-09</c:v>
                </c:pt>
                <c:pt idx="3935">
                  <c:v>2029-10-10</c:v>
                </c:pt>
                <c:pt idx="3936">
                  <c:v>2029-10-11</c:v>
                </c:pt>
                <c:pt idx="3937">
                  <c:v>2029-10-12</c:v>
                </c:pt>
                <c:pt idx="3938">
                  <c:v>2029-10-13</c:v>
                </c:pt>
                <c:pt idx="3939">
                  <c:v>2029-10-14</c:v>
                </c:pt>
                <c:pt idx="3940">
                  <c:v>2029-10-15</c:v>
                </c:pt>
                <c:pt idx="3941">
                  <c:v>2029-10-16</c:v>
                </c:pt>
                <c:pt idx="3942">
                  <c:v>2029-10-17</c:v>
                </c:pt>
                <c:pt idx="3943">
                  <c:v>2029-10-18</c:v>
                </c:pt>
                <c:pt idx="3944">
                  <c:v>2029-10-19</c:v>
                </c:pt>
                <c:pt idx="3945">
                  <c:v>2029-10-20</c:v>
                </c:pt>
                <c:pt idx="3946">
                  <c:v>2029-10-21</c:v>
                </c:pt>
                <c:pt idx="3947">
                  <c:v>2029-10-22</c:v>
                </c:pt>
                <c:pt idx="3948">
                  <c:v>2029-10-23</c:v>
                </c:pt>
                <c:pt idx="3949">
                  <c:v>2029-10-24</c:v>
                </c:pt>
                <c:pt idx="3950">
                  <c:v>2029-10-25</c:v>
                </c:pt>
                <c:pt idx="3951">
                  <c:v>2029-10-26</c:v>
                </c:pt>
                <c:pt idx="3952">
                  <c:v>2029-10-27</c:v>
                </c:pt>
                <c:pt idx="3953">
                  <c:v>2029-10-28</c:v>
                </c:pt>
                <c:pt idx="3954">
                  <c:v>2029-10-29</c:v>
                </c:pt>
                <c:pt idx="3955">
                  <c:v>2029-10-30</c:v>
                </c:pt>
                <c:pt idx="3956">
                  <c:v>2029-10-31</c:v>
                </c:pt>
                <c:pt idx="3957">
                  <c:v>2029-11-01</c:v>
                </c:pt>
                <c:pt idx="3958">
                  <c:v>2029-11-02</c:v>
                </c:pt>
                <c:pt idx="3959">
                  <c:v>2029-11-03</c:v>
                </c:pt>
                <c:pt idx="3960">
                  <c:v>2029-11-04</c:v>
                </c:pt>
                <c:pt idx="3961">
                  <c:v>2029-11-05</c:v>
                </c:pt>
                <c:pt idx="3962">
                  <c:v>2029-11-06</c:v>
                </c:pt>
                <c:pt idx="3963">
                  <c:v>2029-11-07</c:v>
                </c:pt>
                <c:pt idx="3964">
                  <c:v>2029-11-08</c:v>
                </c:pt>
                <c:pt idx="3965">
                  <c:v>2029-11-09</c:v>
                </c:pt>
                <c:pt idx="3966">
                  <c:v>2029-11-10</c:v>
                </c:pt>
                <c:pt idx="3967">
                  <c:v>2029-11-11</c:v>
                </c:pt>
                <c:pt idx="3968">
                  <c:v>2029-11-12</c:v>
                </c:pt>
                <c:pt idx="3969">
                  <c:v>2029-11-13</c:v>
                </c:pt>
                <c:pt idx="3970">
                  <c:v>2029-11-14</c:v>
                </c:pt>
                <c:pt idx="3971">
                  <c:v>2029-11-15</c:v>
                </c:pt>
                <c:pt idx="3972">
                  <c:v>2029-11-16</c:v>
                </c:pt>
                <c:pt idx="3973">
                  <c:v>2029-11-17</c:v>
                </c:pt>
                <c:pt idx="3974">
                  <c:v>2029-11-18</c:v>
                </c:pt>
                <c:pt idx="3975">
                  <c:v>2029-11-19</c:v>
                </c:pt>
                <c:pt idx="3976">
                  <c:v>2029-11-20</c:v>
                </c:pt>
                <c:pt idx="3977">
                  <c:v>2029-11-21</c:v>
                </c:pt>
                <c:pt idx="3978">
                  <c:v>2029-11-22</c:v>
                </c:pt>
                <c:pt idx="3979">
                  <c:v>2029-11-23</c:v>
                </c:pt>
                <c:pt idx="3980">
                  <c:v>2029-11-24</c:v>
                </c:pt>
                <c:pt idx="3981">
                  <c:v>2029-11-25</c:v>
                </c:pt>
                <c:pt idx="3982">
                  <c:v>2029-11-26</c:v>
                </c:pt>
                <c:pt idx="3983">
                  <c:v>2029-11-27</c:v>
                </c:pt>
                <c:pt idx="3984">
                  <c:v>2029-11-28</c:v>
                </c:pt>
                <c:pt idx="3985">
                  <c:v>2029-11-29</c:v>
                </c:pt>
                <c:pt idx="3986">
                  <c:v>2029-11-30</c:v>
                </c:pt>
                <c:pt idx="3987">
                  <c:v>2029-12-01</c:v>
                </c:pt>
                <c:pt idx="3988">
                  <c:v>2029-12-02</c:v>
                </c:pt>
                <c:pt idx="3989">
                  <c:v>2029-12-03</c:v>
                </c:pt>
                <c:pt idx="3990">
                  <c:v>2029-12-04</c:v>
                </c:pt>
                <c:pt idx="3991">
                  <c:v>2029-12-05</c:v>
                </c:pt>
                <c:pt idx="3992">
                  <c:v>2029-12-06</c:v>
                </c:pt>
                <c:pt idx="3993">
                  <c:v>2029-12-07</c:v>
                </c:pt>
                <c:pt idx="3994">
                  <c:v>2029-12-08</c:v>
                </c:pt>
                <c:pt idx="3995">
                  <c:v>2029-12-09</c:v>
                </c:pt>
                <c:pt idx="3996">
                  <c:v>2029-12-10</c:v>
                </c:pt>
                <c:pt idx="3997">
                  <c:v>2029-12-11</c:v>
                </c:pt>
                <c:pt idx="3998">
                  <c:v>2029-12-12</c:v>
                </c:pt>
                <c:pt idx="3999">
                  <c:v>2029-12-13</c:v>
                </c:pt>
                <c:pt idx="4000">
                  <c:v>2029-12-14</c:v>
                </c:pt>
                <c:pt idx="4001">
                  <c:v>2029-12-15</c:v>
                </c:pt>
                <c:pt idx="4002">
                  <c:v>2029-12-16</c:v>
                </c:pt>
                <c:pt idx="4003">
                  <c:v>2029-12-17</c:v>
                </c:pt>
                <c:pt idx="4004">
                  <c:v>2029-12-18</c:v>
                </c:pt>
                <c:pt idx="4005">
                  <c:v>2029-12-19</c:v>
                </c:pt>
                <c:pt idx="4006">
                  <c:v>2029-12-20</c:v>
                </c:pt>
                <c:pt idx="4007">
                  <c:v>2029-12-21</c:v>
                </c:pt>
                <c:pt idx="4008">
                  <c:v>2029-12-22</c:v>
                </c:pt>
                <c:pt idx="4009">
                  <c:v>2029-12-23</c:v>
                </c:pt>
                <c:pt idx="4010">
                  <c:v>2029-12-24</c:v>
                </c:pt>
                <c:pt idx="4011">
                  <c:v>2029-12-25</c:v>
                </c:pt>
                <c:pt idx="4012">
                  <c:v>2029-12-26</c:v>
                </c:pt>
                <c:pt idx="4013">
                  <c:v>2029-12-27</c:v>
                </c:pt>
                <c:pt idx="4014">
                  <c:v>2029-12-28</c:v>
                </c:pt>
                <c:pt idx="4015">
                  <c:v>2029-12-29</c:v>
                </c:pt>
                <c:pt idx="4016">
                  <c:v>2029-12-30</c:v>
                </c:pt>
                <c:pt idx="4017">
                  <c:v>2029-12-31</c:v>
                </c:pt>
                <c:pt idx="4018">
                  <c:v>2030-01-01</c:v>
                </c:pt>
                <c:pt idx="4019">
                  <c:v>2030-01-02</c:v>
                </c:pt>
                <c:pt idx="4020">
                  <c:v>2030-01-03</c:v>
                </c:pt>
                <c:pt idx="4021">
                  <c:v>2030-01-04</c:v>
                </c:pt>
                <c:pt idx="4022">
                  <c:v>2030-01-05</c:v>
                </c:pt>
                <c:pt idx="4023">
                  <c:v>2030-01-06</c:v>
                </c:pt>
                <c:pt idx="4024">
                  <c:v>2030-01-07</c:v>
                </c:pt>
                <c:pt idx="4025">
                  <c:v>2030-01-08</c:v>
                </c:pt>
                <c:pt idx="4026">
                  <c:v>2030-01-09</c:v>
                </c:pt>
                <c:pt idx="4027">
                  <c:v>2030-01-10</c:v>
                </c:pt>
                <c:pt idx="4028">
                  <c:v>2030-01-11</c:v>
                </c:pt>
                <c:pt idx="4029">
                  <c:v>2030-01-12</c:v>
                </c:pt>
                <c:pt idx="4030">
                  <c:v>2030-01-13</c:v>
                </c:pt>
                <c:pt idx="4031">
                  <c:v>2030-01-14</c:v>
                </c:pt>
                <c:pt idx="4032">
                  <c:v>2030-01-15</c:v>
                </c:pt>
                <c:pt idx="4033">
                  <c:v>2030-01-16</c:v>
                </c:pt>
                <c:pt idx="4034">
                  <c:v>2030-01-17</c:v>
                </c:pt>
                <c:pt idx="4035">
                  <c:v>2030-01-18</c:v>
                </c:pt>
                <c:pt idx="4036">
                  <c:v>2030-01-19</c:v>
                </c:pt>
                <c:pt idx="4037">
                  <c:v>2030-01-20</c:v>
                </c:pt>
                <c:pt idx="4038">
                  <c:v>2030-01-21</c:v>
                </c:pt>
                <c:pt idx="4039">
                  <c:v>2030-01-22</c:v>
                </c:pt>
                <c:pt idx="4040">
                  <c:v>2030-01-23</c:v>
                </c:pt>
                <c:pt idx="4041">
                  <c:v>2030-01-24</c:v>
                </c:pt>
                <c:pt idx="4042">
                  <c:v>2030-01-25</c:v>
                </c:pt>
                <c:pt idx="4043">
                  <c:v>2030-01-26</c:v>
                </c:pt>
                <c:pt idx="4044">
                  <c:v>2030-01-27</c:v>
                </c:pt>
                <c:pt idx="4045">
                  <c:v>2030-01-28</c:v>
                </c:pt>
                <c:pt idx="4046">
                  <c:v>2030-01-29</c:v>
                </c:pt>
                <c:pt idx="4047">
                  <c:v>2030-01-30</c:v>
                </c:pt>
                <c:pt idx="4048">
                  <c:v>2030-01-31</c:v>
                </c:pt>
                <c:pt idx="4049">
                  <c:v>2030-02-01</c:v>
                </c:pt>
                <c:pt idx="4050">
                  <c:v>2030-02-02</c:v>
                </c:pt>
                <c:pt idx="4051">
                  <c:v>2030-02-03</c:v>
                </c:pt>
                <c:pt idx="4052">
                  <c:v>2030-02-04</c:v>
                </c:pt>
                <c:pt idx="4053">
                  <c:v>2030-02-05</c:v>
                </c:pt>
                <c:pt idx="4054">
                  <c:v>2030-02-06</c:v>
                </c:pt>
                <c:pt idx="4055">
                  <c:v>2030-02-07</c:v>
                </c:pt>
                <c:pt idx="4056">
                  <c:v>2030-02-08</c:v>
                </c:pt>
                <c:pt idx="4057">
                  <c:v>2030-02-09</c:v>
                </c:pt>
                <c:pt idx="4058">
                  <c:v>2030-02-10</c:v>
                </c:pt>
                <c:pt idx="4059">
                  <c:v>2030-02-11</c:v>
                </c:pt>
                <c:pt idx="4060">
                  <c:v>2030-02-12</c:v>
                </c:pt>
                <c:pt idx="4061">
                  <c:v>2030-02-13</c:v>
                </c:pt>
                <c:pt idx="4062">
                  <c:v>2030-02-14</c:v>
                </c:pt>
                <c:pt idx="4063">
                  <c:v>2030-02-15</c:v>
                </c:pt>
                <c:pt idx="4064">
                  <c:v>2030-02-16</c:v>
                </c:pt>
                <c:pt idx="4065">
                  <c:v>2030-02-17</c:v>
                </c:pt>
                <c:pt idx="4066">
                  <c:v>2030-02-18</c:v>
                </c:pt>
                <c:pt idx="4067">
                  <c:v>2030-02-19</c:v>
                </c:pt>
                <c:pt idx="4068">
                  <c:v>2030-02-20</c:v>
                </c:pt>
                <c:pt idx="4069">
                  <c:v>2030-02-21</c:v>
                </c:pt>
                <c:pt idx="4070">
                  <c:v>2030-02-22</c:v>
                </c:pt>
                <c:pt idx="4071">
                  <c:v>2030-02-23</c:v>
                </c:pt>
                <c:pt idx="4072">
                  <c:v>2030-02-24</c:v>
                </c:pt>
                <c:pt idx="4073">
                  <c:v>2030-02-25</c:v>
                </c:pt>
                <c:pt idx="4074">
                  <c:v>2030-02-26</c:v>
                </c:pt>
                <c:pt idx="4075">
                  <c:v>2030-02-27</c:v>
                </c:pt>
                <c:pt idx="4076">
                  <c:v>2030-02-28</c:v>
                </c:pt>
                <c:pt idx="4077">
                  <c:v>2030-03-01</c:v>
                </c:pt>
                <c:pt idx="4078">
                  <c:v>2030-03-02</c:v>
                </c:pt>
                <c:pt idx="4079">
                  <c:v>2030-03-03</c:v>
                </c:pt>
                <c:pt idx="4080">
                  <c:v>2030-03-04</c:v>
                </c:pt>
                <c:pt idx="4081">
                  <c:v>2030-03-05</c:v>
                </c:pt>
                <c:pt idx="4082">
                  <c:v>2030-03-06</c:v>
                </c:pt>
                <c:pt idx="4083">
                  <c:v>2030-03-07</c:v>
                </c:pt>
                <c:pt idx="4084">
                  <c:v>2030-03-08</c:v>
                </c:pt>
                <c:pt idx="4085">
                  <c:v>2030-03-09</c:v>
                </c:pt>
                <c:pt idx="4086">
                  <c:v>2030-03-10</c:v>
                </c:pt>
                <c:pt idx="4087">
                  <c:v>2030-03-11</c:v>
                </c:pt>
                <c:pt idx="4088">
                  <c:v>2030-03-12</c:v>
                </c:pt>
                <c:pt idx="4089">
                  <c:v>2030-03-13</c:v>
                </c:pt>
                <c:pt idx="4090">
                  <c:v>2030-03-14</c:v>
                </c:pt>
                <c:pt idx="4091">
                  <c:v>2030-03-15</c:v>
                </c:pt>
                <c:pt idx="4092">
                  <c:v>2030-03-16</c:v>
                </c:pt>
                <c:pt idx="4093">
                  <c:v>2030-03-17</c:v>
                </c:pt>
                <c:pt idx="4094">
                  <c:v>2030-03-18</c:v>
                </c:pt>
                <c:pt idx="4095">
                  <c:v>2030-03-19</c:v>
                </c:pt>
                <c:pt idx="4096">
                  <c:v>2030-03-20</c:v>
                </c:pt>
                <c:pt idx="4097">
                  <c:v>2030-03-21</c:v>
                </c:pt>
                <c:pt idx="4098">
                  <c:v>2030-03-22</c:v>
                </c:pt>
                <c:pt idx="4099">
                  <c:v>2030-03-23</c:v>
                </c:pt>
                <c:pt idx="4100">
                  <c:v>2030-03-24</c:v>
                </c:pt>
                <c:pt idx="4101">
                  <c:v>2030-03-25</c:v>
                </c:pt>
                <c:pt idx="4102">
                  <c:v>2030-03-26</c:v>
                </c:pt>
                <c:pt idx="4103">
                  <c:v>2030-03-27</c:v>
                </c:pt>
                <c:pt idx="4104">
                  <c:v>2030-03-28</c:v>
                </c:pt>
                <c:pt idx="4105">
                  <c:v>2030-03-29</c:v>
                </c:pt>
                <c:pt idx="4106">
                  <c:v>2030-03-30</c:v>
                </c:pt>
                <c:pt idx="4107">
                  <c:v>2030-03-31</c:v>
                </c:pt>
                <c:pt idx="4108">
                  <c:v>2030-04-01</c:v>
                </c:pt>
                <c:pt idx="4109">
                  <c:v>2030-04-02</c:v>
                </c:pt>
                <c:pt idx="4110">
                  <c:v>2030-04-03</c:v>
                </c:pt>
                <c:pt idx="4111">
                  <c:v>2030-04-04</c:v>
                </c:pt>
                <c:pt idx="4112">
                  <c:v>2030-04-05</c:v>
                </c:pt>
                <c:pt idx="4113">
                  <c:v>2030-04-06</c:v>
                </c:pt>
                <c:pt idx="4114">
                  <c:v>2030-04-07</c:v>
                </c:pt>
                <c:pt idx="4115">
                  <c:v>2030-04-08</c:v>
                </c:pt>
                <c:pt idx="4116">
                  <c:v>2030-04-09</c:v>
                </c:pt>
                <c:pt idx="4117">
                  <c:v>2030-04-10</c:v>
                </c:pt>
                <c:pt idx="4118">
                  <c:v>2030-04-11</c:v>
                </c:pt>
                <c:pt idx="4119">
                  <c:v>2030-04-12</c:v>
                </c:pt>
                <c:pt idx="4120">
                  <c:v>2030-04-13</c:v>
                </c:pt>
                <c:pt idx="4121">
                  <c:v>2030-04-14</c:v>
                </c:pt>
                <c:pt idx="4122">
                  <c:v>2030-04-15</c:v>
                </c:pt>
                <c:pt idx="4123">
                  <c:v>2030-04-16</c:v>
                </c:pt>
                <c:pt idx="4124">
                  <c:v>2030-04-17</c:v>
                </c:pt>
                <c:pt idx="4125">
                  <c:v>2030-04-18</c:v>
                </c:pt>
                <c:pt idx="4126">
                  <c:v>2030-04-19</c:v>
                </c:pt>
                <c:pt idx="4127">
                  <c:v>2030-04-20</c:v>
                </c:pt>
                <c:pt idx="4128">
                  <c:v>2030-04-21</c:v>
                </c:pt>
                <c:pt idx="4129">
                  <c:v>2030-04-22</c:v>
                </c:pt>
                <c:pt idx="4130">
                  <c:v>2030-04-23</c:v>
                </c:pt>
                <c:pt idx="4131">
                  <c:v>2030-04-24</c:v>
                </c:pt>
                <c:pt idx="4132">
                  <c:v>2030-04-25</c:v>
                </c:pt>
                <c:pt idx="4133">
                  <c:v>2030-04-26</c:v>
                </c:pt>
                <c:pt idx="4134">
                  <c:v>2030-04-27</c:v>
                </c:pt>
                <c:pt idx="4135">
                  <c:v>2030-04-28</c:v>
                </c:pt>
                <c:pt idx="4136">
                  <c:v>2030-04-29</c:v>
                </c:pt>
                <c:pt idx="4137">
                  <c:v>2030-04-30</c:v>
                </c:pt>
                <c:pt idx="4138">
                  <c:v>2030-05-01</c:v>
                </c:pt>
                <c:pt idx="4139">
                  <c:v>2030-05-02</c:v>
                </c:pt>
                <c:pt idx="4140">
                  <c:v>2030-05-03</c:v>
                </c:pt>
                <c:pt idx="4141">
                  <c:v>2030-05-04</c:v>
                </c:pt>
                <c:pt idx="4142">
                  <c:v>2030-05-05</c:v>
                </c:pt>
                <c:pt idx="4143">
                  <c:v>2030-05-06</c:v>
                </c:pt>
                <c:pt idx="4144">
                  <c:v>2030-05-07</c:v>
                </c:pt>
                <c:pt idx="4145">
                  <c:v>2030-05-08</c:v>
                </c:pt>
                <c:pt idx="4146">
                  <c:v>2030-05-09</c:v>
                </c:pt>
                <c:pt idx="4147">
                  <c:v>2030-05-10</c:v>
                </c:pt>
                <c:pt idx="4148">
                  <c:v>2030-05-11</c:v>
                </c:pt>
                <c:pt idx="4149">
                  <c:v>2030-05-12</c:v>
                </c:pt>
                <c:pt idx="4150">
                  <c:v>2030-05-13</c:v>
                </c:pt>
                <c:pt idx="4151">
                  <c:v>2030-05-14</c:v>
                </c:pt>
                <c:pt idx="4152">
                  <c:v>2030-05-15</c:v>
                </c:pt>
                <c:pt idx="4153">
                  <c:v>2030-05-16</c:v>
                </c:pt>
                <c:pt idx="4154">
                  <c:v>2030-05-17</c:v>
                </c:pt>
                <c:pt idx="4155">
                  <c:v>2030-05-18</c:v>
                </c:pt>
                <c:pt idx="4156">
                  <c:v>2030-05-19</c:v>
                </c:pt>
                <c:pt idx="4157">
                  <c:v>2030-05-20</c:v>
                </c:pt>
                <c:pt idx="4158">
                  <c:v>2030-05-21</c:v>
                </c:pt>
                <c:pt idx="4159">
                  <c:v>2030-05-22</c:v>
                </c:pt>
                <c:pt idx="4160">
                  <c:v>2030-05-23</c:v>
                </c:pt>
                <c:pt idx="4161">
                  <c:v>2030-05-24</c:v>
                </c:pt>
                <c:pt idx="4162">
                  <c:v>2030-05-25</c:v>
                </c:pt>
                <c:pt idx="4163">
                  <c:v>2030-05-26</c:v>
                </c:pt>
                <c:pt idx="4164">
                  <c:v>2030-05-27</c:v>
                </c:pt>
                <c:pt idx="4165">
                  <c:v>2030-05-28</c:v>
                </c:pt>
                <c:pt idx="4166">
                  <c:v>2030-05-29</c:v>
                </c:pt>
                <c:pt idx="4167">
                  <c:v>2030-05-30</c:v>
                </c:pt>
                <c:pt idx="4168">
                  <c:v>2030-05-31</c:v>
                </c:pt>
                <c:pt idx="4169">
                  <c:v>2030-06-01</c:v>
                </c:pt>
                <c:pt idx="4170">
                  <c:v>2030-06-02</c:v>
                </c:pt>
                <c:pt idx="4171">
                  <c:v>2030-06-03</c:v>
                </c:pt>
                <c:pt idx="4172">
                  <c:v>2030-06-04</c:v>
                </c:pt>
                <c:pt idx="4173">
                  <c:v>2030-06-05</c:v>
                </c:pt>
                <c:pt idx="4174">
                  <c:v>2030-06-06</c:v>
                </c:pt>
                <c:pt idx="4175">
                  <c:v>2030-06-07</c:v>
                </c:pt>
                <c:pt idx="4176">
                  <c:v>2030-06-08</c:v>
                </c:pt>
                <c:pt idx="4177">
                  <c:v>2030-06-09</c:v>
                </c:pt>
                <c:pt idx="4178">
                  <c:v>2030-06-10</c:v>
                </c:pt>
                <c:pt idx="4179">
                  <c:v>2030-06-11</c:v>
                </c:pt>
                <c:pt idx="4180">
                  <c:v>2030-06-12</c:v>
                </c:pt>
                <c:pt idx="4181">
                  <c:v>2030-06-13</c:v>
                </c:pt>
                <c:pt idx="4182">
                  <c:v>2030-06-14</c:v>
                </c:pt>
                <c:pt idx="4183">
                  <c:v>2030-06-15</c:v>
                </c:pt>
                <c:pt idx="4184">
                  <c:v>2030-06-16</c:v>
                </c:pt>
                <c:pt idx="4185">
                  <c:v>2030-06-17</c:v>
                </c:pt>
                <c:pt idx="4186">
                  <c:v>2030-06-18</c:v>
                </c:pt>
                <c:pt idx="4187">
                  <c:v>2030-06-19</c:v>
                </c:pt>
                <c:pt idx="4188">
                  <c:v>2030-06-20</c:v>
                </c:pt>
                <c:pt idx="4189">
                  <c:v>2030-06-21</c:v>
                </c:pt>
                <c:pt idx="4190">
                  <c:v>2030-06-22</c:v>
                </c:pt>
                <c:pt idx="4191">
                  <c:v>2030-06-23</c:v>
                </c:pt>
                <c:pt idx="4192">
                  <c:v>2030-06-24</c:v>
                </c:pt>
                <c:pt idx="4193">
                  <c:v>2030-06-25</c:v>
                </c:pt>
                <c:pt idx="4194">
                  <c:v>2030-06-26</c:v>
                </c:pt>
                <c:pt idx="4195">
                  <c:v>2030-06-27</c:v>
                </c:pt>
                <c:pt idx="4196">
                  <c:v>2030-06-28</c:v>
                </c:pt>
                <c:pt idx="4197">
                  <c:v>2030-06-29</c:v>
                </c:pt>
                <c:pt idx="4198">
                  <c:v>2030-06-30</c:v>
                </c:pt>
                <c:pt idx="4199">
                  <c:v>2030-07-01</c:v>
                </c:pt>
                <c:pt idx="4200">
                  <c:v>2030-07-02</c:v>
                </c:pt>
                <c:pt idx="4201">
                  <c:v>2030-07-03</c:v>
                </c:pt>
                <c:pt idx="4202">
                  <c:v>2030-07-04</c:v>
                </c:pt>
                <c:pt idx="4203">
                  <c:v>2030-07-05</c:v>
                </c:pt>
                <c:pt idx="4204">
                  <c:v>2030-07-06</c:v>
                </c:pt>
                <c:pt idx="4205">
                  <c:v>2030-07-07</c:v>
                </c:pt>
                <c:pt idx="4206">
                  <c:v>2030-07-08</c:v>
                </c:pt>
                <c:pt idx="4207">
                  <c:v>2030-07-09</c:v>
                </c:pt>
                <c:pt idx="4208">
                  <c:v>2030-07-10</c:v>
                </c:pt>
                <c:pt idx="4209">
                  <c:v>2030-07-11</c:v>
                </c:pt>
                <c:pt idx="4210">
                  <c:v>2030-07-12</c:v>
                </c:pt>
                <c:pt idx="4211">
                  <c:v>2030-07-13</c:v>
                </c:pt>
                <c:pt idx="4212">
                  <c:v>2030-07-14</c:v>
                </c:pt>
                <c:pt idx="4213">
                  <c:v>2030-07-15</c:v>
                </c:pt>
                <c:pt idx="4214">
                  <c:v>2030-07-16</c:v>
                </c:pt>
                <c:pt idx="4215">
                  <c:v>2030-07-17</c:v>
                </c:pt>
                <c:pt idx="4216">
                  <c:v>2030-07-18</c:v>
                </c:pt>
                <c:pt idx="4217">
                  <c:v>2030-07-19</c:v>
                </c:pt>
                <c:pt idx="4218">
                  <c:v>2030-07-20</c:v>
                </c:pt>
                <c:pt idx="4219">
                  <c:v>2030-07-21</c:v>
                </c:pt>
                <c:pt idx="4220">
                  <c:v>2030-07-22</c:v>
                </c:pt>
                <c:pt idx="4221">
                  <c:v>2030-07-23</c:v>
                </c:pt>
                <c:pt idx="4222">
                  <c:v>2030-07-24</c:v>
                </c:pt>
                <c:pt idx="4223">
                  <c:v>2030-07-25</c:v>
                </c:pt>
                <c:pt idx="4224">
                  <c:v>2030-07-26</c:v>
                </c:pt>
                <c:pt idx="4225">
                  <c:v>2030-07-27</c:v>
                </c:pt>
                <c:pt idx="4226">
                  <c:v>2030-07-28</c:v>
                </c:pt>
                <c:pt idx="4227">
                  <c:v>2030-07-29</c:v>
                </c:pt>
                <c:pt idx="4228">
                  <c:v>2030-07-30</c:v>
                </c:pt>
                <c:pt idx="4229">
                  <c:v>2030-07-31</c:v>
                </c:pt>
                <c:pt idx="4230">
                  <c:v>2030-08-01</c:v>
                </c:pt>
                <c:pt idx="4231">
                  <c:v>2030-08-02</c:v>
                </c:pt>
                <c:pt idx="4232">
                  <c:v>2030-08-03</c:v>
                </c:pt>
                <c:pt idx="4233">
                  <c:v>2030-08-04</c:v>
                </c:pt>
                <c:pt idx="4234">
                  <c:v>2030-08-05</c:v>
                </c:pt>
                <c:pt idx="4235">
                  <c:v>2030-08-06</c:v>
                </c:pt>
                <c:pt idx="4236">
                  <c:v>2030-08-07</c:v>
                </c:pt>
                <c:pt idx="4237">
                  <c:v>2030-08-08</c:v>
                </c:pt>
                <c:pt idx="4238">
                  <c:v>2030-08-09</c:v>
                </c:pt>
                <c:pt idx="4239">
                  <c:v>2030-08-10</c:v>
                </c:pt>
                <c:pt idx="4240">
                  <c:v>2030-08-11</c:v>
                </c:pt>
                <c:pt idx="4241">
                  <c:v>2030-08-12</c:v>
                </c:pt>
                <c:pt idx="4242">
                  <c:v>2030-08-13</c:v>
                </c:pt>
                <c:pt idx="4243">
                  <c:v>2030-08-14</c:v>
                </c:pt>
                <c:pt idx="4244">
                  <c:v>2030-08-15</c:v>
                </c:pt>
                <c:pt idx="4245">
                  <c:v>2030-08-16</c:v>
                </c:pt>
                <c:pt idx="4246">
                  <c:v>2030-08-17</c:v>
                </c:pt>
                <c:pt idx="4247">
                  <c:v>2030-08-18</c:v>
                </c:pt>
                <c:pt idx="4248">
                  <c:v>2030-08-19</c:v>
                </c:pt>
                <c:pt idx="4249">
                  <c:v>2030-08-20</c:v>
                </c:pt>
                <c:pt idx="4250">
                  <c:v>2030-08-21</c:v>
                </c:pt>
                <c:pt idx="4251">
                  <c:v>2030-08-22</c:v>
                </c:pt>
                <c:pt idx="4252">
                  <c:v>2030-08-23</c:v>
                </c:pt>
                <c:pt idx="4253">
                  <c:v>2030-08-24</c:v>
                </c:pt>
                <c:pt idx="4254">
                  <c:v>2030-08-25</c:v>
                </c:pt>
                <c:pt idx="4255">
                  <c:v>2030-08-26</c:v>
                </c:pt>
                <c:pt idx="4256">
                  <c:v>2030-08-27</c:v>
                </c:pt>
                <c:pt idx="4257">
                  <c:v>2030-08-28</c:v>
                </c:pt>
                <c:pt idx="4258">
                  <c:v>2030-08-29</c:v>
                </c:pt>
                <c:pt idx="4259">
                  <c:v>2030-08-30</c:v>
                </c:pt>
                <c:pt idx="4260">
                  <c:v>2030-08-31</c:v>
                </c:pt>
                <c:pt idx="4261">
                  <c:v>2030-09-01</c:v>
                </c:pt>
                <c:pt idx="4262">
                  <c:v>2030-09-02</c:v>
                </c:pt>
                <c:pt idx="4263">
                  <c:v>2030-09-03</c:v>
                </c:pt>
                <c:pt idx="4264">
                  <c:v>2030-09-04</c:v>
                </c:pt>
                <c:pt idx="4265">
                  <c:v>2030-09-05</c:v>
                </c:pt>
                <c:pt idx="4266">
                  <c:v>2030-09-06</c:v>
                </c:pt>
                <c:pt idx="4267">
                  <c:v>2030-09-07</c:v>
                </c:pt>
                <c:pt idx="4268">
                  <c:v>2030-09-08</c:v>
                </c:pt>
                <c:pt idx="4269">
                  <c:v>2030-09-09</c:v>
                </c:pt>
                <c:pt idx="4270">
                  <c:v>2030-09-10</c:v>
                </c:pt>
                <c:pt idx="4271">
                  <c:v>2030-09-11</c:v>
                </c:pt>
                <c:pt idx="4272">
                  <c:v>2030-09-12</c:v>
                </c:pt>
                <c:pt idx="4273">
                  <c:v>2030-09-13</c:v>
                </c:pt>
                <c:pt idx="4274">
                  <c:v>2030-09-14</c:v>
                </c:pt>
                <c:pt idx="4275">
                  <c:v>2030-09-15</c:v>
                </c:pt>
                <c:pt idx="4276">
                  <c:v>2030-09-16</c:v>
                </c:pt>
                <c:pt idx="4277">
                  <c:v>2030-09-17</c:v>
                </c:pt>
                <c:pt idx="4278">
                  <c:v>2030-09-18</c:v>
                </c:pt>
                <c:pt idx="4279">
                  <c:v>2030-09-19</c:v>
                </c:pt>
                <c:pt idx="4280">
                  <c:v>2030-09-20</c:v>
                </c:pt>
                <c:pt idx="4281">
                  <c:v>2030-09-21</c:v>
                </c:pt>
                <c:pt idx="4282">
                  <c:v>2030-09-22</c:v>
                </c:pt>
                <c:pt idx="4283">
                  <c:v>2030-09-23</c:v>
                </c:pt>
                <c:pt idx="4284">
                  <c:v>2030-09-24</c:v>
                </c:pt>
                <c:pt idx="4285">
                  <c:v>2030-09-25</c:v>
                </c:pt>
                <c:pt idx="4286">
                  <c:v>2030-09-26</c:v>
                </c:pt>
                <c:pt idx="4287">
                  <c:v>2030-09-27</c:v>
                </c:pt>
                <c:pt idx="4288">
                  <c:v>2030-09-28</c:v>
                </c:pt>
                <c:pt idx="4289">
                  <c:v>2030-09-29</c:v>
                </c:pt>
                <c:pt idx="4290">
                  <c:v>2030-09-30</c:v>
                </c:pt>
                <c:pt idx="4291">
                  <c:v>2030-10-01</c:v>
                </c:pt>
                <c:pt idx="4292">
                  <c:v>2030-10-02</c:v>
                </c:pt>
                <c:pt idx="4293">
                  <c:v>2030-10-03</c:v>
                </c:pt>
                <c:pt idx="4294">
                  <c:v>2030-10-04</c:v>
                </c:pt>
                <c:pt idx="4295">
                  <c:v>2030-10-05</c:v>
                </c:pt>
                <c:pt idx="4296">
                  <c:v>2030-10-06</c:v>
                </c:pt>
                <c:pt idx="4297">
                  <c:v>2030-10-07</c:v>
                </c:pt>
                <c:pt idx="4298">
                  <c:v>2030-10-08</c:v>
                </c:pt>
                <c:pt idx="4299">
                  <c:v>2030-10-09</c:v>
                </c:pt>
                <c:pt idx="4300">
                  <c:v>2030-10-10</c:v>
                </c:pt>
                <c:pt idx="4301">
                  <c:v>2030-10-11</c:v>
                </c:pt>
                <c:pt idx="4302">
                  <c:v>2030-10-12</c:v>
                </c:pt>
                <c:pt idx="4303">
                  <c:v>2030-10-13</c:v>
                </c:pt>
                <c:pt idx="4304">
                  <c:v>2030-10-14</c:v>
                </c:pt>
                <c:pt idx="4305">
                  <c:v>2030-10-15</c:v>
                </c:pt>
                <c:pt idx="4306">
                  <c:v>2030-10-16</c:v>
                </c:pt>
                <c:pt idx="4307">
                  <c:v>2030-10-17</c:v>
                </c:pt>
                <c:pt idx="4308">
                  <c:v>2030-10-18</c:v>
                </c:pt>
                <c:pt idx="4309">
                  <c:v>2030-10-19</c:v>
                </c:pt>
                <c:pt idx="4310">
                  <c:v>2030-10-20</c:v>
                </c:pt>
                <c:pt idx="4311">
                  <c:v>2030-10-21</c:v>
                </c:pt>
                <c:pt idx="4312">
                  <c:v>2030-10-22</c:v>
                </c:pt>
                <c:pt idx="4313">
                  <c:v>2030-10-23</c:v>
                </c:pt>
                <c:pt idx="4314">
                  <c:v>2030-10-24</c:v>
                </c:pt>
                <c:pt idx="4315">
                  <c:v>2030-10-25</c:v>
                </c:pt>
                <c:pt idx="4316">
                  <c:v>2030-10-26</c:v>
                </c:pt>
                <c:pt idx="4317">
                  <c:v>2030-10-27</c:v>
                </c:pt>
                <c:pt idx="4318">
                  <c:v>2030-10-28</c:v>
                </c:pt>
                <c:pt idx="4319">
                  <c:v>2030-10-29</c:v>
                </c:pt>
                <c:pt idx="4320">
                  <c:v>2030-10-30</c:v>
                </c:pt>
                <c:pt idx="4321">
                  <c:v>2030-10-31</c:v>
                </c:pt>
                <c:pt idx="4322">
                  <c:v>2030-11-01</c:v>
                </c:pt>
                <c:pt idx="4323">
                  <c:v>2030-11-02</c:v>
                </c:pt>
                <c:pt idx="4324">
                  <c:v>2030-11-03</c:v>
                </c:pt>
                <c:pt idx="4325">
                  <c:v>2030-11-04</c:v>
                </c:pt>
                <c:pt idx="4326">
                  <c:v>2030-11-05</c:v>
                </c:pt>
                <c:pt idx="4327">
                  <c:v>2030-11-06</c:v>
                </c:pt>
                <c:pt idx="4328">
                  <c:v>2030-11-07</c:v>
                </c:pt>
                <c:pt idx="4329">
                  <c:v>2030-11-08</c:v>
                </c:pt>
                <c:pt idx="4330">
                  <c:v>2030-11-09</c:v>
                </c:pt>
                <c:pt idx="4331">
                  <c:v>2030-11-10</c:v>
                </c:pt>
                <c:pt idx="4332">
                  <c:v>2030-11-11</c:v>
                </c:pt>
                <c:pt idx="4333">
                  <c:v>2030-11-12</c:v>
                </c:pt>
                <c:pt idx="4334">
                  <c:v>2030-11-13</c:v>
                </c:pt>
                <c:pt idx="4335">
                  <c:v>2030-11-14</c:v>
                </c:pt>
                <c:pt idx="4336">
                  <c:v>2030-11-15</c:v>
                </c:pt>
                <c:pt idx="4337">
                  <c:v>2030-11-16</c:v>
                </c:pt>
                <c:pt idx="4338">
                  <c:v>2030-11-17</c:v>
                </c:pt>
                <c:pt idx="4339">
                  <c:v>2030-11-18</c:v>
                </c:pt>
                <c:pt idx="4340">
                  <c:v>2030-11-19</c:v>
                </c:pt>
                <c:pt idx="4341">
                  <c:v>2030-11-20</c:v>
                </c:pt>
                <c:pt idx="4342">
                  <c:v>2030-11-21</c:v>
                </c:pt>
                <c:pt idx="4343">
                  <c:v>2030-11-22</c:v>
                </c:pt>
                <c:pt idx="4344">
                  <c:v>2030-11-23</c:v>
                </c:pt>
                <c:pt idx="4345">
                  <c:v>2030-11-24</c:v>
                </c:pt>
                <c:pt idx="4346">
                  <c:v>2030-11-25</c:v>
                </c:pt>
                <c:pt idx="4347">
                  <c:v>2030-11-26</c:v>
                </c:pt>
                <c:pt idx="4348">
                  <c:v>2030-11-27</c:v>
                </c:pt>
                <c:pt idx="4349">
                  <c:v>2030-11-28</c:v>
                </c:pt>
                <c:pt idx="4350">
                  <c:v>2030-11-29</c:v>
                </c:pt>
                <c:pt idx="4351">
                  <c:v>2030-11-30</c:v>
                </c:pt>
                <c:pt idx="4352">
                  <c:v>2030-12-01</c:v>
                </c:pt>
                <c:pt idx="4353">
                  <c:v>2030-12-02</c:v>
                </c:pt>
                <c:pt idx="4354">
                  <c:v>2030-12-03</c:v>
                </c:pt>
                <c:pt idx="4355">
                  <c:v>2030-12-04</c:v>
                </c:pt>
                <c:pt idx="4356">
                  <c:v>2030-12-05</c:v>
                </c:pt>
                <c:pt idx="4357">
                  <c:v>2030-12-06</c:v>
                </c:pt>
                <c:pt idx="4358">
                  <c:v>2030-12-07</c:v>
                </c:pt>
                <c:pt idx="4359">
                  <c:v>2030-12-08</c:v>
                </c:pt>
                <c:pt idx="4360">
                  <c:v>2030-12-09</c:v>
                </c:pt>
                <c:pt idx="4361">
                  <c:v>2030-12-10</c:v>
                </c:pt>
                <c:pt idx="4362">
                  <c:v>2030-12-11</c:v>
                </c:pt>
                <c:pt idx="4363">
                  <c:v>2030-12-12</c:v>
                </c:pt>
                <c:pt idx="4364">
                  <c:v>2030-12-13</c:v>
                </c:pt>
                <c:pt idx="4365">
                  <c:v>2030-12-14</c:v>
                </c:pt>
                <c:pt idx="4366">
                  <c:v>2030-12-15</c:v>
                </c:pt>
                <c:pt idx="4367">
                  <c:v>2030-12-16</c:v>
                </c:pt>
                <c:pt idx="4368">
                  <c:v>2030-12-17</c:v>
                </c:pt>
                <c:pt idx="4369">
                  <c:v>2030-12-18</c:v>
                </c:pt>
                <c:pt idx="4370">
                  <c:v>2030-12-19</c:v>
                </c:pt>
                <c:pt idx="4371">
                  <c:v>2030-12-20</c:v>
                </c:pt>
                <c:pt idx="4372">
                  <c:v>2030-12-21</c:v>
                </c:pt>
                <c:pt idx="4373">
                  <c:v>2030-12-22</c:v>
                </c:pt>
                <c:pt idx="4374">
                  <c:v>2030-12-23</c:v>
                </c:pt>
                <c:pt idx="4375">
                  <c:v>2030-12-24</c:v>
                </c:pt>
                <c:pt idx="4376">
                  <c:v>2030-12-25</c:v>
                </c:pt>
                <c:pt idx="4377">
                  <c:v>2030-12-26</c:v>
                </c:pt>
                <c:pt idx="4378">
                  <c:v>2030-12-27</c:v>
                </c:pt>
                <c:pt idx="4379">
                  <c:v>2030-12-28</c:v>
                </c:pt>
                <c:pt idx="4380">
                  <c:v>2030-12-29</c:v>
                </c:pt>
                <c:pt idx="4381">
                  <c:v>2030-12-30</c:v>
                </c:pt>
                <c:pt idx="4382">
                  <c:v>2030-12-31</c:v>
                </c:pt>
                <c:pt idx="4383">
                  <c:v>2031-01-01</c:v>
                </c:pt>
                <c:pt idx="4384">
                  <c:v>2031-01-02</c:v>
                </c:pt>
                <c:pt idx="4385">
                  <c:v>2031-01-03</c:v>
                </c:pt>
                <c:pt idx="4386">
                  <c:v>2031-01-04</c:v>
                </c:pt>
                <c:pt idx="4387">
                  <c:v>2031-01-05</c:v>
                </c:pt>
                <c:pt idx="4388">
                  <c:v>2031-01-06</c:v>
                </c:pt>
                <c:pt idx="4389">
                  <c:v>2031-01-07</c:v>
                </c:pt>
                <c:pt idx="4390">
                  <c:v>2031-01-08</c:v>
                </c:pt>
                <c:pt idx="4391">
                  <c:v>2031-01-09</c:v>
                </c:pt>
                <c:pt idx="4392">
                  <c:v>2031-01-10</c:v>
                </c:pt>
                <c:pt idx="4393">
                  <c:v>2031-01-11</c:v>
                </c:pt>
                <c:pt idx="4394">
                  <c:v>2031-01-12</c:v>
                </c:pt>
                <c:pt idx="4395">
                  <c:v>2031-01-13</c:v>
                </c:pt>
                <c:pt idx="4396">
                  <c:v>2031-01-14</c:v>
                </c:pt>
                <c:pt idx="4397">
                  <c:v>2031-01-15</c:v>
                </c:pt>
                <c:pt idx="4398">
                  <c:v>2031-01-16</c:v>
                </c:pt>
                <c:pt idx="4399">
                  <c:v>2031-01-17</c:v>
                </c:pt>
                <c:pt idx="4400">
                  <c:v>2031-01-18</c:v>
                </c:pt>
                <c:pt idx="4401">
                  <c:v>2031-01-19</c:v>
                </c:pt>
                <c:pt idx="4402">
                  <c:v>2031-01-20</c:v>
                </c:pt>
                <c:pt idx="4403">
                  <c:v>2031-01-21</c:v>
                </c:pt>
                <c:pt idx="4404">
                  <c:v>2031-01-22</c:v>
                </c:pt>
                <c:pt idx="4405">
                  <c:v>2031-01-23</c:v>
                </c:pt>
                <c:pt idx="4406">
                  <c:v>2031-01-24</c:v>
                </c:pt>
                <c:pt idx="4407">
                  <c:v>2031-01-25</c:v>
                </c:pt>
                <c:pt idx="4408">
                  <c:v>2031-01-26</c:v>
                </c:pt>
                <c:pt idx="4409">
                  <c:v>2031-01-27</c:v>
                </c:pt>
                <c:pt idx="4410">
                  <c:v>2031-01-28</c:v>
                </c:pt>
                <c:pt idx="4411">
                  <c:v>2031-01-29</c:v>
                </c:pt>
                <c:pt idx="4412">
                  <c:v>2031-01-30</c:v>
                </c:pt>
                <c:pt idx="4413">
                  <c:v>2031-01-31</c:v>
                </c:pt>
                <c:pt idx="4414">
                  <c:v>2031-02-01</c:v>
                </c:pt>
                <c:pt idx="4415">
                  <c:v>2031-02-02</c:v>
                </c:pt>
                <c:pt idx="4416">
                  <c:v>2031-02-03</c:v>
                </c:pt>
                <c:pt idx="4417">
                  <c:v>2031-02-04</c:v>
                </c:pt>
                <c:pt idx="4418">
                  <c:v>2031-02-05</c:v>
                </c:pt>
                <c:pt idx="4419">
                  <c:v>2031-02-06</c:v>
                </c:pt>
                <c:pt idx="4420">
                  <c:v>2031-02-07</c:v>
                </c:pt>
                <c:pt idx="4421">
                  <c:v>2031-02-08</c:v>
                </c:pt>
                <c:pt idx="4422">
                  <c:v>2031-02-09</c:v>
                </c:pt>
                <c:pt idx="4423">
                  <c:v>2031-02-10</c:v>
                </c:pt>
                <c:pt idx="4424">
                  <c:v>2031-02-11</c:v>
                </c:pt>
                <c:pt idx="4425">
                  <c:v>2031-02-12</c:v>
                </c:pt>
                <c:pt idx="4426">
                  <c:v>2031-02-13</c:v>
                </c:pt>
                <c:pt idx="4427">
                  <c:v>2031-02-14</c:v>
                </c:pt>
                <c:pt idx="4428">
                  <c:v>2031-02-15</c:v>
                </c:pt>
                <c:pt idx="4429">
                  <c:v>2031-02-16</c:v>
                </c:pt>
                <c:pt idx="4430">
                  <c:v>2031-02-17</c:v>
                </c:pt>
                <c:pt idx="4431">
                  <c:v>2031-02-18</c:v>
                </c:pt>
                <c:pt idx="4432">
                  <c:v>2031-02-19</c:v>
                </c:pt>
                <c:pt idx="4433">
                  <c:v>2031-02-20</c:v>
                </c:pt>
                <c:pt idx="4434">
                  <c:v>2031-02-21</c:v>
                </c:pt>
                <c:pt idx="4435">
                  <c:v>2031-02-22</c:v>
                </c:pt>
                <c:pt idx="4436">
                  <c:v>2031-02-23</c:v>
                </c:pt>
                <c:pt idx="4437">
                  <c:v>2031-02-24</c:v>
                </c:pt>
                <c:pt idx="4438">
                  <c:v>2031-02-25</c:v>
                </c:pt>
                <c:pt idx="4439">
                  <c:v>2031-02-26</c:v>
                </c:pt>
                <c:pt idx="4440">
                  <c:v>2031-02-27</c:v>
                </c:pt>
                <c:pt idx="4441">
                  <c:v>2031-02-28</c:v>
                </c:pt>
                <c:pt idx="4442">
                  <c:v>2031-03-01</c:v>
                </c:pt>
                <c:pt idx="4443">
                  <c:v>2031-03-02</c:v>
                </c:pt>
                <c:pt idx="4444">
                  <c:v>2031-03-03</c:v>
                </c:pt>
                <c:pt idx="4445">
                  <c:v>2031-03-04</c:v>
                </c:pt>
                <c:pt idx="4446">
                  <c:v>2031-03-05</c:v>
                </c:pt>
                <c:pt idx="4447">
                  <c:v>2031-03-06</c:v>
                </c:pt>
                <c:pt idx="4448">
                  <c:v>2031-03-07</c:v>
                </c:pt>
                <c:pt idx="4449">
                  <c:v>2031-03-08</c:v>
                </c:pt>
                <c:pt idx="4450">
                  <c:v>2031-03-09</c:v>
                </c:pt>
                <c:pt idx="4451">
                  <c:v>2031-03-10</c:v>
                </c:pt>
                <c:pt idx="4452">
                  <c:v>2031-03-11</c:v>
                </c:pt>
                <c:pt idx="4453">
                  <c:v>2031-03-12</c:v>
                </c:pt>
                <c:pt idx="4454">
                  <c:v>2031-03-13</c:v>
                </c:pt>
                <c:pt idx="4455">
                  <c:v>2031-03-14</c:v>
                </c:pt>
                <c:pt idx="4456">
                  <c:v>2031-03-15</c:v>
                </c:pt>
                <c:pt idx="4457">
                  <c:v>2031-03-16</c:v>
                </c:pt>
                <c:pt idx="4458">
                  <c:v>2031-03-17</c:v>
                </c:pt>
                <c:pt idx="4459">
                  <c:v>2031-03-18</c:v>
                </c:pt>
                <c:pt idx="4460">
                  <c:v>2031-03-19</c:v>
                </c:pt>
                <c:pt idx="4461">
                  <c:v>2031-03-20</c:v>
                </c:pt>
                <c:pt idx="4462">
                  <c:v>2031-03-21</c:v>
                </c:pt>
                <c:pt idx="4463">
                  <c:v>2031-03-22</c:v>
                </c:pt>
                <c:pt idx="4464">
                  <c:v>2031-03-23</c:v>
                </c:pt>
                <c:pt idx="4465">
                  <c:v>2031-03-24</c:v>
                </c:pt>
                <c:pt idx="4466">
                  <c:v>2031-03-25</c:v>
                </c:pt>
                <c:pt idx="4467">
                  <c:v>2031-03-26</c:v>
                </c:pt>
                <c:pt idx="4468">
                  <c:v>2031-03-27</c:v>
                </c:pt>
                <c:pt idx="4469">
                  <c:v>2031-03-28</c:v>
                </c:pt>
                <c:pt idx="4470">
                  <c:v>2031-03-29</c:v>
                </c:pt>
                <c:pt idx="4471">
                  <c:v>2031-03-30</c:v>
                </c:pt>
                <c:pt idx="4472">
                  <c:v>2031-03-31</c:v>
                </c:pt>
                <c:pt idx="4473">
                  <c:v>2031-04-01</c:v>
                </c:pt>
                <c:pt idx="4474">
                  <c:v>2031-04-02</c:v>
                </c:pt>
                <c:pt idx="4475">
                  <c:v>2031-04-03</c:v>
                </c:pt>
                <c:pt idx="4476">
                  <c:v>2031-04-04</c:v>
                </c:pt>
                <c:pt idx="4477">
                  <c:v>2031-04-05</c:v>
                </c:pt>
                <c:pt idx="4478">
                  <c:v>2031-04-06</c:v>
                </c:pt>
                <c:pt idx="4479">
                  <c:v>2031-04-07</c:v>
                </c:pt>
                <c:pt idx="4480">
                  <c:v>2031-04-08</c:v>
                </c:pt>
                <c:pt idx="4481">
                  <c:v>2031-04-09</c:v>
                </c:pt>
                <c:pt idx="4482">
                  <c:v>2031-04-10</c:v>
                </c:pt>
                <c:pt idx="4483">
                  <c:v>2031-04-11</c:v>
                </c:pt>
                <c:pt idx="4484">
                  <c:v>2031-04-12</c:v>
                </c:pt>
                <c:pt idx="4485">
                  <c:v>2031-04-13</c:v>
                </c:pt>
                <c:pt idx="4486">
                  <c:v>2031-04-14</c:v>
                </c:pt>
                <c:pt idx="4487">
                  <c:v>2031-04-15</c:v>
                </c:pt>
                <c:pt idx="4488">
                  <c:v>2031-04-16</c:v>
                </c:pt>
                <c:pt idx="4489">
                  <c:v>2031-04-17</c:v>
                </c:pt>
                <c:pt idx="4490">
                  <c:v>2031-04-18</c:v>
                </c:pt>
                <c:pt idx="4491">
                  <c:v>2031-04-19</c:v>
                </c:pt>
                <c:pt idx="4492">
                  <c:v>2031-04-20</c:v>
                </c:pt>
                <c:pt idx="4493">
                  <c:v>2031-04-21</c:v>
                </c:pt>
                <c:pt idx="4494">
                  <c:v>2031-04-22</c:v>
                </c:pt>
                <c:pt idx="4495">
                  <c:v>2031-04-23</c:v>
                </c:pt>
                <c:pt idx="4496">
                  <c:v>2031-04-24</c:v>
                </c:pt>
                <c:pt idx="4497">
                  <c:v>2031-04-25</c:v>
                </c:pt>
                <c:pt idx="4498">
                  <c:v>2031-04-26</c:v>
                </c:pt>
                <c:pt idx="4499">
                  <c:v>2031-04-27</c:v>
                </c:pt>
                <c:pt idx="4500">
                  <c:v>2031-04-28</c:v>
                </c:pt>
                <c:pt idx="4501">
                  <c:v>2031-04-29</c:v>
                </c:pt>
                <c:pt idx="4502">
                  <c:v>2031-04-30</c:v>
                </c:pt>
                <c:pt idx="4503">
                  <c:v>2031-05-01</c:v>
                </c:pt>
                <c:pt idx="4504">
                  <c:v>2031-05-02</c:v>
                </c:pt>
                <c:pt idx="4505">
                  <c:v>2031-05-03</c:v>
                </c:pt>
                <c:pt idx="4506">
                  <c:v>2031-05-04</c:v>
                </c:pt>
                <c:pt idx="4507">
                  <c:v>2031-05-05</c:v>
                </c:pt>
                <c:pt idx="4508">
                  <c:v>2031-05-06</c:v>
                </c:pt>
                <c:pt idx="4509">
                  <c:v>2031-05-07</c:v>
                </c:pt>
                <c:pt idx="4510">
                  <c:v>2031-05-08</c:v>
                </c:pt>
                <c:pt idx="4511">
                  <c:v>2031-05-09</c:v>
                </c:pt>
                <c:pt idx="4512">
                  <c:v>2031-05-10</c:v>
                </c:pt>
                <c:pt idx="4513">
                  <c:v>2031-05-11</c:v>
                </c:pt>
                <c:pt idx="4514">
                  <c:v>2031-05-12</c:v>
                </c:pt>
                <c:pt idx="4515">
                  <c:v>2031-05-13</c:v>
                </c:pt>
                <c:pt idx="4516">
                  <c:v>2031-05-14</c:v>
                </c:pt>
                <c:pt idx="4517">
                  <c:v>2031-05-15</c:v>
                </c:pt>
                <c:pt idx="4518">
                  <c:v>2031-05-16</c:v>
                </c:pt>
                <c:pt idx="4519">
                  <c:v>2031-05-17</c:v>
                </c:pt>
                <c:pt idx="4520">
                  <c:v>2031-05-18</c:v>
                </c:pt>
                <c:pt idx="4521">
                  <c:v>2031-05-19</c:v>
                </c:pt>
                <c:pt idx="4522">
                  <c:v>2031-05-20</c:v>
                </c:pt>
                <c:pt idx="4523">
                  <c:v>2031-05-21</c:v>
                </c:pt>
                <c:pt idx="4524">
                  <c:v>2031-05-22</c:v>
                </c:pt>
                <c:pt idx="4525">
                  <c:v>2031-05-23</c:v>
                </c:pt>
                <c:pt idx="4526">
                  <c:v>2031-05-24</c:v>
                </c:pt>
                <c:pt idx="4527">
                  <c:v>2031-05-25</c:v>
                </c:pt>
                <c:pt idx="4528">
                  <c:v>2031-05-26</c:v>
                </c:pt>
                <c:pt idx="4529">
                  <c:v>2031-05-27</c:v>
                </c:pt>
                <c:pt idx="4530">
                  <c:v>2031-05-28</c:v>
                </c:pt>
                <c:pt idx="4531">
                  <c:v>2031-05-29</c:v>
                </c:pt>
                <c:pt idx="4532">
                  <c:v>2031-05-30</c:v>
                </c:pt>
                <c:pt idx="4533">
                  <c:v>2031-05-31</c:v>
                </c:pt>
                <c:pt idx="4534">
                  <c:v>2031-06-01</c:v>
                </c:pt>
                <c:pt idx="4535">
                  <c:v>2031-06-02</c:v>
                </c:pt>
                <c:pt idx="4536">
                  <c:v>2031-06-03</c:v>
                </c:pt>
                <c:pt idx="4537">
                  <c:v>2031-06-04</c:v>
                </c:pt>
                <c:pt idx="4538">
                  <c:v>2031-06-05</c:v>
                </c:pt>
                <c:pt idx="4539">
                  <c:v>2031-06-06</c:v>
                </c:pt>
                <c:pt idx="4540">
                  <c:v>2031-06-07</c:v>
                </c:pt>
                <c:pt idx="4541">
                  <c:v>2031-06-08</c:v>
                </c:pt>
                <c:pt idx="4542">
                  <c:v>2031-06-09</c:v>
                </c:pt>
                <c:pt idx="4543">
                  <c:v>2031-06-10</c:v>
                </c:pt>
                <c:pt idx="4544">
                  <c:v>2031-06-11</c:v>
                </c:pt>
                <c:pt idx="4545">
                  <c:v>2031-06-12</c:v>
                </c:pt>
                <c:pt idx="4546">
                  <c:v>2031-06-13</c:v>
                </c:pt>
                <c:pt idx="4547">
                  <c:v>2031-06-14</c:v>
                </c:pt>
                <c:pt idx="4548">
                  <c:v>2031-06-15</c:v>
                </c:pt>
                <c:pt idx="4549">
                  <c:v>2031-06-16</c:v>
                </c:pt>
                <c:pt idx="4550">
                  <c:v>2031-06-17</c:v>
                </c:pt>
                <c:pt idx="4551">
                  <c:v>2031-06-18</c:v>
                </c:pt>
                <c:pt idx="4552">
                  <c:v>2031-06-19</c:v>
                </c:pt>
                <c:pt idx="4553">
                  <c:v>2031-06-20</c:v>
                </c:pt>
                <c:pt idx="4554">
                  <c:v>2031-06-21</c:v>
                </c:pt>
                <c:pt idx="4555">
                  <c:v>2031-06-22</c:v>
                </c:pt>
                <c:pt idx="4556">
                  <c:v>2031-06-23</c:v>
                </c:pt>
                <c:pt idx="4557">
                  <c:v>2031-06-24</c:v>
                </c:pt>
                <c:pt idx="4558">
                  <c:v>2031-06-25</c:v>
                </c:pt>
                <c:pt idx="4559">
                  <c:v>2031-06-26</c:v>
                </c:pt>
                <c:pt idx="4560">
                  <c:v>2031-06-27</c:v>
                </c:pt>
                <c:pt idx="4561">
                  <c:v>2031-06-28</c:v>
                </c:pt>
                <c:pt idx="4562">
                  <c:v>2031-06-29</c:v>
                </c:pt>
                <c:pt idx="4563">
                  <c:v>2031-06-30</c:v>
                </c:pt>
                <c:pt idx="4564">
                  <c:v>2031-07-01</c:v>
                </c:pt>
                <c:pt idx="4565">
                  <c:v>2031-07-02</c:v>
                </c:pt>
                <c:pt idx="4566">
                  <c:v>2031-07-03</c:v>
                </c:pt>
                <c:pt idx="4567">
                  <c:v>2031-07-04</c:v>
                </c:pt>
                <c:pt idx="4568">
                  <c:v>2031-07-05</c:v>
                </c:pt>
                <c:pt idx="4569">
                  <c:v>2031-07-06</c:v>
                </c:pt>
                <c:pt idx="4570">
                  <c:v>2031-07-07</c:v>
                </c:pt>
                <c:pt idx="4571">
                  <c:v>2031-07-08</c:v>
                </c:pt>
                <c:pt idx="4572">
                  <c:v>2031-07-09</c:v>
                </c:pt>
                <c:pt idx="4573">
                  <c:v>2031-07-10</c:v>
                </c:pt>
                <c:pt idx="4574">
                  <c:v>2031-07-11</c:v>
                </c:pt>
                <c:pt idx="4575">
                  <c:v>2031-07-12</c:v>
                </c:pt>
                <c:pt idx="4576">
                  <c:v>2031-07-13</c:v>
                </c:pt>
                <c:pt idx="4577">
                  <c:v>2031-07-14</c:v>
                </c:pt>
                <c:pt idx="4578">
                  <c:v>2031-07-15</c:v>
                </c:pt>
                <c:pt idx="4579">
                  <c:v>2031-07-16</c:v>
                </c:pt>
                <c:pt idx="4580">
                  <c:v>2031-07-17</c:v>
                </c:pt>
                <c:pt idx="4581">
                  <c:v>2031-07-18</c:v>
                </c:pt>
                <c:pt idx="4582">
                  <c:v>2031-07-19</c:v>
                </c:pt>
                <c:pt idx="4583">
                  <c:v>2031-07-20</c:v>
                </c:pt>
                <c:pt idx="4584">
                  <c:v>2031-07-21</c:v>
                </c:pt>
                <c:pt idx="4585">
                  <c:v>2031-07-22</c:v>
                </c:pt>
                <c:pt idx="4586">
                  <c:v>2031-07-23</c:v>
                </c:pt>
                <c:pt idx="4587">
                  <c:v>2031-07-24</c:v>
                </c:pt>
                <c:pt idx="4588">
                  <c:v>2031-07-25</c:v>
                </c:pt>
                <c:pt idx="4589">
                  <c:v>2031-07-26</c:v>
                </c:pt>
                <c:pt idx="4590">
                  <c:v>2031-07-27</c:v>
                </c:pt>
                <c:pt idx="4591">
                  <c:v>2031-07-28</c:v>
                </c:pt>
                <c:pt idx="4592">
                  <c:v>2031-07-29</c:v>
                </c:pt>
                <c:pt idx="4593">
                  <c:v>2031-07-30</c:v>
                </c:pt>
                <c:pt idx="4594">
                  <c:v>2031-07-31</c:v>
                </c:pt>
                <c:pt idx="4595">
                  <c:v>2031-08-01</c:v>
                </c:pt>
                <c:pt idx="4596">
                  <c:v>2031-08-02</c:v>
                </c:pt>
                <c:pt idx="4597">
                  <c:v>2031-08-03</c:v>
                </c:pt>
                <c:pt idx="4598">
                  <c:v>2031-08-04</c:v>
                </c:pt>
                <c:pt idx="4599">
                  <c:v>2031-08-05</c:v>
                </c:pt>
                <c:pt idx="4600">
                  <c:v>2031-08-06</c:v>
                </c:pt>
                <c:pt idx="4601">
                  <c:v>2031-08-07</c:v>
                </c:pt>
                <c:pt idx="4602">
                  <c:v>2031-08-08</c:v>
                </c:pt>
                <c:pt idx="4603">
                  <c:v>2031-08-09</c:v>
                </c:pt>
                <c:pt idx="4604">
                  <c:v>2031-08-10</c:v>
                </c:pt>
                <c:pt idx="4605">
                  <c:v>2031-08-11</c:v>
                </c:pt>
                <c:pt idx="4606">
                  <c:v>2031-08-12</c:v>
                </c:pt>
                <c:pt idx="4607">
                  <c:v>2031-08-13</c:v>
                </c:pt>
                <c:pt idx="4608">
                  <c:v>2031-08-14</c:v>
                </c:pt>
                <c:pt idx="4609">
                  <c:v>2031-08-15</c:v>
                </c:pt>
                <c:pt idx="4610">
                  <c:v>2031-08-16</c:v>
                </c:pt>
                <c:pt idx="4611">
                  <c:v>2031-08-17</c:v>
                </c:pt>
                <c:pt idx="4612">
                  <c:v>2031-08-18</c:v>
                </c:pt>
                <c:pt idx="4613">
                  <c:v>2031-08-19</c:v>
                </c:pt>
                <c:pt idx="4614">
                  <c:v>2031-08-20</c:v>
                </c:pt>
                <c:pt idx="4615">
                  <c:v>2031-08-21</c:v>
                </c:pt>
                <c:pt idx="4616">
                  <c:v>2031-08-22</c:v>
                </c:pt>
                <c:pt idx="4617">
                  <c:v>2031-08-23</c:v>
                </c:pt>
                <c:pt idx="4618">
                  <c:v>2031-08-24</c:v>
                </c:pt>
                <c:pt idx="4619">
                  <c:v>2031-08-25</c:v>
                </c:pt>
                <c:pt idx="4620">
                  <c:v>2031-08-26</c:v>
                </c:pt>
                <c:pt idx="4621">
                  <c:v>2031-08-27</c:v>
                </c:pt>
                <c:pt idx="4622">
                  <c:v>2031-08-28</c:v>
                </c:pt>
                <c:pt idx="4623">
                  <c:v>2031-08-29</c:v>
                </c:pt>
                <c:pt idx="4624">
                  <c:v>2031-08-30</c:v>
                </c:pt>
                <c:pt idx="4625">
                  <c:v>2031-08-31</c:v>
                </c:pt>
                <c:pt idx="4626">
                  <c:v>2031-09-01</c:v>
                </c:pt>
                <c:pt idx="4627">
                  <c:v>2031-09-02</c:v>
                </c:pt>
                <c:pt idx="4628">
                  <c:v>2031-09-03</c:v>
                </c:pt>
                <c:pt idx="4629">
                  <c:v>2031-09-04</c:v>
                </c:pt>
                <c:pt idx="4630">
                  <c:v>2031-09-05</c:v>
                </c:pt>
                <c:pt idx="4631">
                  <c:v>2031-09-06</c:v>
                </c:pt>
                <c:pt idx="4632">
                  <c:v>2031-09-07</c:v>
                </c:pt>
                <c:pt idx="4633">
                  <c:v>2031-09-08</c:v>
                </c:pt>
                <c:pt idx="4634">
                  <c:v>2031-09-09</c:v>
                </c:pt>
                <c:pt idx="4635">
                  <c:v>2031-09-10</c:v>
                </c:pt>
                <c:pt idx="4636">
                  <c:v>2031-09-11</c:v>
                </c:pt>
                <c:pt idx="4637">
                  <c:v>2031-09-12</c:v>
                </c:pt>
                <c:pt idx="4638">
                  <c:v>2031-09-13</c:v>
                </c:pt>
                <c:pt idx="4639">
                  <c:v>2031-09-14</c:v>
                </c:pt>
                <c:pt idx="4640">
                  <c:v>2031-09-15</c:v>
                </c:pt>
                <c:pt idx="4641">
                  <c:v>2031-09-16</c:v>
                </c:pt>
                <c:pt idx="4642">
                  <c:v>2031-09-17</c:v>
                </c:pt>
                <c:pt idx="4643">
                  <c:v>2031-09-18</c:v>
                </c:pt>
                <c:pt idx="4644">
                  <c:v>2031-09-19</c:v>
                </c:pt>
                <c:pt idx="4645">
                  <c:v>2031-09-20</c:v>
                </c:pt>
                <c:pt idx="4646">
                  <c:v>2031-09-21</c:v>
                </c:pt>
                <c:pt idx="4647">
                  <c:v>2031-09-22</c:v>
                </c:pt>
                <c:pt idx="4648">
                  <c:v>2031-09-23</c:v>
                </c:pt>
                <c:pt idx="4649">
                  <c:v>2031-09-24</c:v>
                </c:pt>
                <c:pt idx="4650">
                  <c:v>2031-09-25</c:v>
                </c:pt>
                <c:pt idx="4651">
                  <c:v>2031-09-26</c:v>
                </c:pt>
                <c:pt idx="4652">
                  <c:v>2031-09-27</c:v>
                </c:pt>
                <c:pt idx="4653">
                  <c:v>2031-09-28</c:v>
                </c:pt>
                <c:pt idx="4654">
                  <c:v>2031-09-29</c:v>
                </c:pt>
                <c:pt idx="4655">
                  <c:v>2031-09-30</c:v>
                </c:pt>
                <c:pt idx="4656">
                  <c:v>2031-10-01</c:v>
                </c:pt>
                <c:pt idx="4657">
                  <c:v>2031-10-02</c:v>
                </c:pt>
                <c:pt idx="4658">
                  <c:v>2031-10-03</c:v>
                </c:pt>
                <c:pt idx="4659">
                  <c:v>2031-10-04</c:v>
                </c:pt>
                <c:pt idx="4660">
                  <c:v>2031-10-05</c:v>
                </c:pt>
                <c:pt idx="4661">
                  <c:v>2031-10-06</c:v>
                </c:pt>
                <c:pt idx="4662">
                  <c:v>2031-10-07</c:v>
                </c:pt>
                <c:pt idx="4663">
                  <c:v>2031-10-08</c:v>
                </c:pt>
                <c:pt idx="4664">
                  <c:v>2031-10-09</c:v>
                </c:pt>
                <c:pt idx="4665">
                  <c:v>2031-10-10</c:v>
                </c:pt>
                <c:pt idx="4666">
                  <c:v>2031-10-11</c:v>
                </c:pt>
                <c:pt idx="4667">
                  <c:v>2031-10-12</c:v>
                </c:pt>
                <c:pt idx="4668">
                  <c:v>2031-10-13</c:v>
                </c:pt>
                <c:pt idx="4669">
                  <c:v>2031-10-14</c:v>
                </c:pt>
                <c:pt idx="4670">
                  <c:v>2031-10-15</c:v>
                </c:pt>
                <c:pt idx="4671">
                  <c:v>2031-10-16</c:v>
                </c:pt>
                <c:pt idx="4672">
                  <c:v>2031-10-17</c:v>
                </c:pt>
                <c:pt idx="4673">
                  <c:v>2031-10-18</c:v>
                </c:pt>
                <c:pt idx="4674">
                  <c:v>2031-10-19</c:v>
                </c:pt>
                <c:pt idx="4675">
                  <c:v>2031-10-20</c:v>
                </c:pt>
                <c:pt idx="4676">
                  <c:v>2031-10-21</c:v>
                </c:pt>
                <c:pt idx="4677">
                  <c:v>2031-10-22</c:v>
                </c:pt>
                <c:pt idx="4678">
                  <c:v>2031-10-23</c:v>
                </c:pt>
                <c:pt idx="4679">
                  <c:v>2031-10-24</c:v>
                </c:pt>
                <c:pt idx="4680">
                  <c:v>2031-10-25</c:v>
                </c:pt>
                <c:pt idx="4681">
                  <c:v>2031-10-26</c:v>
                </c:pt>
                <c:pt idx="4682">
                  <c:v>2031-10-27</c:v>
                </c:pt>
                <c:pt idx="4683">
                  <c:v>2031-10-28</c:v>
                </c:pt>
                <c:pt idx="4684">
                  <c:v>2031-10-29</c:v>
                </c:pt>
                <c:pt idx="4685">
                  <c:v>2031-10-30</c:v>
                </c:pt>
                <c:pt idx="4686">
                  <c:v>2031-10-31</c:v>
                </c:pt>
                <c:pt idx="4687">
                  <c:v>2031-11-01</c:v>
                </c:pt>
                <c:pt idx="4688">
                  <c:v>2031-11-02</c:v>
                </c:pt>
                <c:pt idx="4689">
                  <c:v>2031-11-03</c:v>
                </c:pt>
                <c:pt idx="4690">
                  <c:v>2031-11-04</c:v>
                </c:pt>
                <c:pt idx="4691">
                  <c:v>2031-11-05</c:v>
                </c:pt>
                <c:pt idx="4692">
                  <c:v>2031-11-06</c:v>
                </c:pt>
                <c:pt idx="4693">
                  <c:v>2031-11-07</c:v>
                </c:pt>
                <c:pt idx="4694">
                  <c:v>2031-11-08</c:v>
                </c:pt>
                <c:pt idx="4695">
                  <c:v>2031-11-09</c:v>
                </c:pt>
                <c:pt idx="4696">
                  <c:v>2031-11-10</c:v>
                </c:pt>
                <c:pt idx="4697">
                  <c:v>2031-11-11</c:v>
                </c:pt>
                <c:pt idx="4698">
                  <c:v>2031-11-12</c:v>
                </c:pt>
                <c:pt idx="4699">
                  <c:v>2031-11-13</c:v>
                </c:pt>
                <c:pt idx="4700">
                  <c:v>2031-11-14</c:v>
                </c:pt>
                <c:pt idx="4701">
                  <c:v>2031-11-15</c:v>
                </c:pt>
                <c:pt idx="4702">
                  <c:v>2031-11-16</c:v>
                </c:pt>
                <c:pt idx="4703">
                  <c:v>2031-11-17</c:v>
                </c:pt>
                <c:pt idx="4704">
                  <c:v>2031-11-18</c:v>
                </c:pt>
                <c:pt idx="4705">
                  <c:v>2031-11-19</c:v>
                </c:pt>
                <c:pt idx="4706">
                  <c:v>2031-11-20</c:v>
                </c:pt>
                <c:pt idx="4707">
                  <c:v>2031-11-21</c:v>
                </c:pt>
                <c:pt idx="4708">
                  <c:v>2031-11-22</c:v>
                </c:pt>
                <c:pt idx="4709">
                  <c:v>2031-11-23</c:v>
                </c:pt>
                <c:pt idx="4710">
                  <c:v>2031-11-24</c:v>
                </c:pt>
                <c:pt idx="4711">
                  <c:v>2031-11-25</c:v>
                </c:pt>
                <c:pt idx="4712">
                  <c:v>2031-11-26</c:v>
                </c:pt>
                <c:pt idx="4713">
                  <c:v>2031-11-27</c:v>
                </c:pt>
                <c:pt idx="4714">
                  <c:v>2031-11-28</c:v>
                </c:pt>
                <c:pt idx="4715">
                  <c:v>2031-11-29</c:v>
                </c:pt>
                <c:pt idx="4716">
                  <c:v>2031-11-30</c:v>
                </c:pt>
                <c:pt idx="4717">
                  <c:v>2031-12-01</c:v>
                </c:pt>
                <c:pt idx="4718">
                  <c:v>2031-12-02</c:v>
                </c:pt>
                <c:pt idx="4719">
                  <c:v>2031-12-03</c:v>
                </c:pt>
                <c:pt idx="4720">
                  <c:v>2031-12-04</c:v>
                </c:pt>
                <c:pt idx="4721">
                  <c:v>2031-12-05</c:v>
                </c:pt>
                <c:pt idx="4722">
                  <c:v>2031-12-06</c:v>
                </c:pt>
                <c:pt idx="4723">
                  <c:v>2031-12-07</c:v>
                </c:pt>
                <c:pt idx="4724">
                  <c:v>2031-12-08</c:v>
                </c:pt>
                <c:pt idx="4725">
                  <c:v>2031-12-09</c:v>
                </c:pt>
                <c:pt idx="4726">
                  <c:v>2031-12-10</c:v>
                </c:pt>
                <c:pt idx="4727">
                  <c:v>2031-12-11</c:v>
                </c:pt>
                <c:pt idx="4728">
                  <c:v>2031-12-12</c:v>
                </c:pt>
                <c:pt idx="4729">
                  <c:v>2031-12-13</c:v>
                </c:pt>
                <c:pt idx="4730">
                  <c:v>2031-12-14</c:v>
                </c:pt>
                <c:pt idx="4731">
                  <c:v>2031-12-15</c:v>
                </c:pt>
                <c:pt idx="4732">
                  <c:v>2031-12-16</c:v>
                </c:pt>
                <c:pt idx="4733">
                  <c:v>2031-12-17</c:v>
                </c:pt>
                <c:pt idx="4734">
                  <c:v>2031-12-18</c:v>
                </c:pt>
                <c:pt idx="4735">
                  <c:v>2031-12-19</c:v>
                </c:pt>
                <c:pt idx="4736">
                  <c:v>2031-12-20</c:v>
                </c:pt>
                <c:pt idx="4737">
                  <c:v>2031-12-21</c:v>
                </c:pt>
                <c:pt idx="4738">
                  <c:v>2031-12-22</c:v>
                </c:pt>
                <c:pt idx="4739">
                  <c:v>2031-12-23</c:v>
                </c:pt>
                <c:pt idx="4740">
                  <c:v>2031-12-24</c:v>
                </c:pt>
                <c:pt idx="4741">
                  <c:v>2031-12-25</c:v>
                </c:pt>
                <c:pt idx="4742">
                  <c:v>2031-12-26</c:v>
                </c:pt>
                <c:pt idx="4743">
                  <c:v>2031-12-27</c:v>
                </c:pt>
                <c:pt idx="4744">
                  <c:v>2031-12-28</c:v>
                </c:pt>
                <c:pt idx="4745">
                  <c:v>2031-12-29</c:v>
                </c:pt>
                <c:pt idx="4746">
                  <c:v>2031-12-30</c:v>
                </c:pt>
                <c:pt idx="4747">
                  <c:v>2031-12-31</c:v>
                </c:pt>
                <c:pt idx="4748">
                  <c:v>2032-01-01</c:v>
                </c:pt>
                <c:pt idx="4749">
                  <c:v>2032-01-02</c:v>
                </c:pt>
                <c:pt idx="4750">
                  <c:v>2032-01-03</c:v>
                </c:pt>
                <c:pt idx="4751">
                  <c:v>2032-01-04</c:v>
                </c:pt>
                <c:pt idx="4752">
                  <c:v>2032-01-05</c:v>
                </c:pt>
                <c:pt idx="4753">
                  <c:v>2032-01-06</c:v>
                </c:pt>
                <c:pt idx="4754">
                  <c:v>2032-01-07</c:v>
                </c:pt>
                <c:pt idx="4755">
                  <c:v>2032-01-08</c:v>
                </c:pt>
                <c:pt idx="4756">
                  <c:v>2032-01-09</c:v>
                </c:pt>
                <c:pt idx="4757">
                  <c:v>2032-01-10</c:v>
                </c:pt>
                <c:pt idx="4758">
                  <c:v>2032-01-11</c:v>
                </c:pt>
                <c:pt idx="4759">
                  <c:v>2032-01-12</c:v>
                </c:pt>
                <c:pt idx="4760">
                  <c:v>2032-01-13</c:v>
                </c:pt>
                <c:pt idx="4761">
                  <c:v>2032-01-14</c:v>
                </c:pt>
                <c:pt idx="4762">
                  <c:v>2032-01-15</c:v>
                </c:pt>
                <c:pt idx="4763">
                  <c:v>2032-01-16</c:v>
                </c:pt>
                <c:pt idx="4764">
                  <c:v>2032-01-17</c:v>
                </c:pt>
                <c:pt idx="4765">
                  <c:v>2032-01-18</c:v>
                </c:pt>
                <c:pt idx="4766">
                  <c:v>2032-01-19</c:v>
                </c:pt>
                <c:pt idx="4767">
                  <c:v>2032-01-20</c:v>
                </c:pt>
                <c:pt idx="4768">
                  <c:v>2032-01-21</c:v>
                </c:pt>
                <c:pt idx="4769">
                  <c:v>2032-01-22</c:v>
                </c:pt>
                <c:pt idx="4770">
                  <c:v>2032-01-23</c:v>
                </c:pt>
                <c:pt idx="4771">
                  <c:v>2032-01-24</c:v>
                </c:pt>
                <c:pt idx="4772">
                  <c:v>2032-01-25</c:v>
                </c:pt>
                <c:pt idx="4773">
                  <c:v>2032-01-26</c:v>
                </c:pt>
                <c:pt idx="4774">
                  <c:v>2032-01-27</c:v>
                </c:pt>
                <c:pt idx="4775">
                  <c:v>2032-01-28</c:v>
                </c:pt>
                <c:pt idx="4776">
                  <c:v>2032-01-29</c:v>
                </c:pt>
                <c:pt idx="4777">
                  <c:v>2032-01-30</c:v>
                </c:pt>
                <c:pt idx="4778">
                  <c:v>2032-01-31</c:v>
                </c:pt>
                <c:pt idx="4779">
                  <c:v>2032-02-01</c:v>
                </c:pt>
                <c:pt idx="4780">
                  <c:v>2032-02-02</c:v>
                </c:pt>
                <c:pt idx="4781">
                  <c:v>2032-02-03</c:v>
                </c:pt>
                <c:pt idx="4782">
                  <c:v>2032-02-04</c:v>
                </c:pt>
                <c:pt idx="4783">
                  <c:v>2032-02-05</c:v>
                </c:pt>
                <c:pt idx="4784">
                  <c:v>2032-02-06</c:v>
                </c:pt>
                <c:pt idx="4785">
                  <c:v>2032-02-07</c:v>
                </c:pt>
                <c:pt idx="4786">
                  <c:v>2032-02-08</c:v>
                </c:pt>
                <c:pt idx="4787">
                  <c:v>2032-02-09</c:v>
                </c:pt>
                <c:pt idx="4788">
                  <c:v>2032-02-10</c:v>
                </c:pt>
                <c:pt idx="4789">
                  <c:v>2032-02-11</c:v>
                </c:pt>
                <c:pt idx="4790">
                  <c:v>2032-02-12</c:v>
                </c:pt>
                <c:pt idx="4791">
                  <c:v>2032-02-13</c:v>
                </c:pt>
                <c:pt idx="4792">
                  <c:v>2032-02-14</c:v>
                </c:pt>
                <c:pt idx="4793">
                  <c:v>2032-02-15</c:v>
                </c:pt>
                <c:pt idx="4794">
                  <c:v>2032-02-16</c:v>
                </c:pt>
                <c:pt idx="4795">
                  <c:v>2032-02-17</c:v>
                </c:pt>
                <c:pt idx="4796">
                  <c:v>2032-02-18</c:v>
                </c:pt>
                <c:pt idx="4797">
                  <c:v>2032-02-19</c:v>
                </c:pt>
                <c:pt idx="4798">
                  <c:v>2032-02-20</c:v>
                </c:pt>
                <c:pt idx="4799">
                  <c:v>2032-02-21</c:v>
                </c:pt>
                <c:pt idx="4800">
                  <c:v>2032-02-22</c:v>
                </c:pt>
                <c:pt idx="4801">
                  <c:v>2032-02-23</c:v>
                </c:pt>
                <c:pt idx="4802">
                  <c:v>2032-02-24</c:v>
                </c:pt>
                <c:pt idx="4803">
                  <c:v>2032-02-25</c:v>
                </c:pt>
                <c:pt idx="4804">
                  <c:v>2032-02-26</c:v>
                </c:pt>
                <c:pt idx="4805">
                  <c:v>2032-02-27</c:v>
                </c:pt>
                <c:pt idx="4806">
                  <c:v>2032-02-28</c:v>
                </c:pt>
                <c:pt idx="4807">
                  <c:v>2032-02-29</c:v>
                </c:pt>
                <c:pt idx="4808">
                  <c:v>2032-03-01</c:v>
                </c:pt>
                <c:pt idx="4809">
                  <c:v>2032-03-02</c:v>
                </c:pt>
                <c:pt idx="4810">
                  <c:v>2032-03-03</c:v>
                </c:pt>
                <c:pt idx="4811">
                  <c:v>2032-03-04</c:v>
                </c:pt>
                <c:pt idx="4812">
                  <c:v>2032-03-05</c:v>
                </c:pt>
                <c:pt idx="4813">
                  <c:v>2032-03-06</c:v>
                </c:pt>
                <c:pt idx="4814">
                  <c:v>2032-03-07</c:v>
                </c:pt>
                <c:pt idx="4815">
                  <c:v>2032-03-08</c:v>
                </c:pt>
                <c:pt idx="4816">
                  <c:v>2032-03-09</c:v>
                </c:pt>
                <c:pt idx="4817">
                  <c:v>2032-03-10</c:v>
                </c:pt>
                <c:pt idx="4818">
                  <c:v>2032-03-11</c:v>
                </c:pt>
                <c:pt idx="4819">
                  <c:v>2032-03-12</c:v>
                </c:pt>
                <c:pt idx="4820">
                  <c:v>2032-03-13</c:v>
                </c:pt>
                <c:pt idx="4821">
                  <c:v>2032-03-14</c:v>
                </c:pt>
                <c:pt idx="4822">
                  <c:v>2032-03-15</c:v>
                </c:pt>
                <c:pt idx="4823">
                  <c:v>2032-03-16</c:v>
                </c:pt>
                <c:pt idx="4824">
                  <c:v>2032-03-17</c:v>
                </c:pt>
                <c:pt idx="4825">
                  <c:v>2032-03-18</c:v>
                </c:pt>
                <c:pt idx="4826">
                  <c:v>2032-03-19</c:v>
                </c:pt>
                <c:pt idx="4827">
                  <c:v>2032-03-20</c:v>
                </c:pt>
                <c:pt idx="4828">
                  <c:v>2032-03-21</c:v>
                </c:pt>
                <c:pt idx="4829">
                  <c:v>2032-03-22</c:v>
                </c:pt>
                <c:pt idx="4830">
                  <c:v>2032-03-23</c:v>
                </c:pt>
                <c:pt idx="4831">
                  <c:v>2032-03-24</c:v>
                </c:pt>
                <c:pt idx="4832">
                  <c:v>2032-03-25</c:v>
                </c:pt>
                <c:pt idx="4833">
                  <c:v>2032-03-26</c:v>
                </c:pt>
                <c:pt idx="4834">
                  <c:v>2032-03-27</c:v>
                </c:pt>
                <c:pt idx="4835">
                  <c:v>2032-03-28</c:v>
                </c:pt>
                <c:pt idx="4836">
                  <c:v>2032-03-29</c:v>
                </c:pt>
                <c:pt idx="4837">
                  <c:v>2032-03-30</c:v>
                </c:pt>
                <c:pt idx="4838">
                  <c:v>2032-03-31</c:v>
                </c:pt>
                <c:pt idx="4839">
                  <c:v>2032-04-01</c:v>
                </c:pt>
                <c:pt idx="4840">
                  <c:v>2032-04-02</c:v>
                </c:pt>
                <c:pt idx="4841">
                  <c:v>2032-04-03</c:v>
                </c:pt>
                <c:pt idx="4842">
                  <c:v>2032-04-04</c:v>
                </c:pt>
                <c:pt idx="4843">
                  <c:v>2032-04-05</c:v>
                </c:pt>
                <c:pt idx="4844">
                  <c:v>2032-04-06</c:v>
                </c:pt>
                <c:pt idx="4845">
                  <c:v>2032-04-07</c:v>
                </c:pt>
                <c:pt idx="4846">
                  <c:v>2032-04-08</c:v>
                </c:pt>
                <c:pt idx="4847">
                  <c:v>2032-04-09</c:v>
                </c:pt>
                <c:pt idx="4848">
                  <c:v>2032-04-10</c:v>
                </c:pt>
                <c:pt idx="4849">
                  <c:v>2032-04-11</c:v>
                </c:pt>
                <c:pt idx="4850">
                  <c:v>2032-04-12</c:v>
                </c:pt>
                <c:pt idx="4851">
                  <c:v>2032-04-13</c:v>
                </c:pt>
                <c:pt idx="4852">
                  <c:v>2032-04-14</c:v>
                </c:pt>
                <c:pt idx="4853">
                  <c:v>2032-04-15</c:v>
                </c:pt>
                <c:pt idx="4854">
                  <c:v>2032-04-16</c:v>
                </c:pt>
                <c:pt idx="4855">
                  <c:v>2032-04-17</c:v>
                </c:pt>
                <c:pt idx="4856">
                  <c:v>2032-04-18</c:v>
                </c:pt>
                <c:pt idx="4857">
                  <c:v>2032-04-19</c:v>
                </c:pt>
                <c:pt idx="4858">
                  <c:v>2032-04-20</c:v>
                </c:pt>
                <c:pt idx="4859">
                  <c:v>2032-04-21</c:v>
                </c:pt>
                <c:pt idx="4860">
                  <c:v>2032-04-22</c:v>
                </c:pt>
                <c:pt idx="4861">
                  <c:v>2032-04-23</c:v>
                </c:pt>
                <c:pt idx="4862">
                  <c:v>2032-04-24</c:v>
                </c:pt>
                <c:pt idx="4863">
                  <c:v>2032-04-25</c:v>
                </c:pt>
                <c:pt idx="4864">
                  <c:v>2032-04-26</c:v>
                </c:pt>
                <c:pt idx="4865">
                  <c:v>2032-04-27</c:v>
                </c:pt>
                <c:pt idx="4866">
                  <c:v>2032-04-28</c:v>
                </c:pt>
                <c:pt idx="4867">
                  <c:v>2032-04-29</c:v>
                </c:pt>
                <c:pt idx="4868">
                  <c:v>2032-04-30</c:v>
                </c:pt>
                <c:pt idx="4869">
                  <c:v>2032-05-01</c:v>
                </c:pt>
                <c:pt idx="4870">
                  <c:v>2032-05-02</c:v>
                </c:pt>
                <c:pt idx="4871">
                  <c:v>2032-05-03</c:v>
                </c:pt>
                <c:pt idx="4872">
                  <c:v>2032-05-04</c:v>
                </c:pt>
                <c:pt idx="4873">
                  <c:v>2032-05-05</c:v>
                </c:pt>
                <c:pt idx="4874">
                  <c:v>2032-05-06</c:v>
                </c:pt>
                <c:pt idx="4875">
                  <c:v>2032-05-07</c:v>
                </c:pt>
                <c:pt idx="4876">
                  <c:v>2032-05-08</c:v>
                </c:pt>
                <c:pt idx="4877">
                  <c:v>2032-05-09</c:v>
                </c:pt>
                <c:pt idx="4878">
                  <c:v>2032-05-10</c:v>
                </c:pt>
                <c:pt idx="4879">
                  <c:v>2032-05-11</c:v>
                </c:pt>
                <c:pt idx="4880">
                  <c:v>2032-05-12</c:v>
                </c:pt>
                <c:pt idx="4881">
                  <c:v>2032-05-13</c:v>
                </c:pt>
                <c:pt idx="4882">
                  <c:v>2032-05-14</c:v>
                </c:pt>
                <c:pt idx="4883">
                  <c:v>2032-05-15</c:v>
                </c:pt>
                <c:pt idx="4884">
                  <c:v>2032-05-16</c:v>
                </c:pt>
                <c:pt idx="4885">
                  <c:v>2032-05-17</c:v>
                </c:pt>
                <c:pt idx="4886">
                  <c:v>2032-05-18</c:v>
                </c:pt>
                <c:pt idx="4887">
                  <c:v>2032-05-19</c:v>
                </c:pt>
                <c:pt idx="4888">
                  <c:v>2032-05-20</c:v>
                </c:pt>
                <c:pt idx="4889">
                  <c:v>2032-05-21</c:v>
                </c:pt>
                <c:pt idx="4890">
                  <c:v>2032-05-22</c:v>
                </c:pt>
                <c:pt idx="4891">
                  <c:v>2032-05-23</c:v>
                </c:pt>
                <c:pt idx="4892">
                  <c:v>2032-05-24</c:v>
                </c:pt>
                <c:pt idx="4893">
                  <c:v>2032-05-25</c:v>
                </c:pt>
                <c:pt idx="4894">
                  <c:v>2032-05-26</c:v>
                </c:pt>
                <c:pt idx="4895">
                  <c:v>2032-05-27</c:v>
                </c:pt>
                <c:pt idx="4896">
                  <c:v>2032-05-28</c:v>
                </c:pt>
                <c:pt idx="4897">
                  <c:v>2032-05-29</c:v>
                </c:pt>
                <c:pt idx="4898">
                  <c:v>2032-05-30</c:v>
                </c:pt>
                <c:pt idx="4899">
                  <c:v>2032-05-31</c:v>
                </c:pt>
                <c:pt idx="4900">
                  <c:v>2032-06-01</c:v>
                </c:pt>
                <c:pt idx="4901">
                  <c:v>2032-06-02</c:v>
                </c:pt>
                <c:pt idx="4902">
                  <c:v>2032-06-03</c:v>
                </c:pt>
                <c:pt idx="4903">
                  <c:v>2032-06-04</c:v>
                </c:pt>
                <c:pt idx="4904">
                  <c:v>2032-06-05</c:v>
                </c:pt>
                <c:pt idx="4905">
                  <c:v>2032-06-06</c:v>
                </c:pt>
                <c:pt idx="4906">
                  <c:v>2032-06-07</c:v>
                </c:pt>
                <c:pt idx="4907">
                  <c:v>2032-06-08</c:v>
                </c:pt>
                <c:pt idx="4908">
                  <c:v>2032-06-09</c:v>
                </c:pt>
                <c:pt idx="4909">
                  <c:v>2032-06-10</c:v>
                </c:pt>
                <c:pt idx="4910">
                  <c:v>2032-06-11</c:v>
                </c:pt>
                <c:pt idx="4911">
                  <c:v>2032-06-12</c:v>
                </c:pt>
                <c:pt idx="4912">
                  <c:v>2032-06-13</c:v>
                </c:pt>
                <c:pt idx="4913">
                  <c:v>2032-06-14</c:v>
                </c:pt>
                <c:pt idx="4914">
                  <c:v>2032-06-15</c:v>
                </c:pt>
                <c:pt idx="4915">
                  <c:v>2032-06-16</c:v>
                </c:pt>
                <c:pt idx="4916">
                  <c:v>2032-06-17</c:v>
                </c:pt>
                <c:pt idx="4917">
                  <c:v>2032-06-18</c:v>
                </c:pt>
                <c:pt idx="4918">
                  <c:v>2032-06-19</c:v>
                </c:pt>
                <c:pt idx="4919">
                  <c:v>2032-06-20</c:v>
                </c:pt>
                <c:pt idx="4920">
                  <c:v>2032-06-21</c:v>
                </c:pt>
                <c:pt idx="4921">
                  <c:v>2032-06-22</c:v>
                </c:pt>
                <c:pt idx="4922">
                  <c:v>2032-06-23</c:v>
                </c:pt>
                <c:pt idx="4923">
                  <c:v>2032-06-24</c:v>
                </c:pt>
                <c:pt idx="4924">
                  <c:v>2032-06-25</c:v>
                </c:pt>
                <c:pt idx="4925">
                  <c:v>2032-06-26</c:v>
                </c:pt>
                <c:pt idx="4926">
                  <c:v>2032-06-27</c:v>
                </c:pt>
                <c:pt idx="4927">
                  <c:v>2032-06-28</c:v>
                </c:pt>
                <c:pt idx="4928">
                  <c:v>2032-06-29</c:v>
                </c:pt>
                <c:pt idx="4929">
                  <c:v>2032-06-30</c:v>
                </c:pt>
                <c:pt idx="4930">
                  <c:v>2032-07-01</c:v>
                </c:pt>
                <c:pt idx="4931">
                  <c:v>2032-07-02</c:v>
                </c:pt>
                <c:pt idx="4932">
                  <c:v>2032-07-03</c:v>
                </c:pt>
                <c:pt idx="4933">
                  <c:v>2032-07-04</c:v>
                </c:pt>
                <c:pt idx="4934">
                  <c:v>2032-07-05</c:v>
                </c:pt>
                <c:pt idx="4935">
                  <c:v>2032-07-06</c:v>
                </c:pt>
                <c:pt idx="4936">
                  <c:v>2032-07-07</c:v>
                </c:pt>
                <c:pt idx="4937">
                  <c:v>2032-07-08</c:v>
                </c:pt>
                <c:pt idx="4938">
                  <c:v>2032-07-09</c:v>
                </c:pt>
                <c:pt idx="4939">
                  <c:v>2032-07-10</c:v>
                </c:pt>
                <c:pt idx="4940">
                  <c:v>2032-07-11</c:v>
                </c:pt>
                <c:pt idx="4941">
                  <c:v>2032-07-12</c:v>
                </c:pt>
                <c:pt idx="4942">
                  <c:v>2032-07-13</c:v>
                </c:pt>
                <c:pt idx="4943">
                  <c:v>2032-07-14</c:v>
                </c:pt>
                <c:pt idx="4944">
                  <c:v>2032-07-15</c:v>
                </c:pt>
                <c:pt idx="4945">
                  <c:v>2032-07-16</c:v>
                </c:pt>
                <c:pt idx="4946">
                  <c:v>2032-07-17</c:v>
                </c:pt>
                <c:pt idx="4947">
                  <c:v>2032-07-18</c:v>
                </c:pt>
                <c:pt idx="4948">
                  <c:v>2032-07-19</c:v>
                </c:pt>
                <c:pt idx="4949">
                  <c:v>2032-07-20</c:v>
                </c:pt>
                <c:pt idx="4950">
                  <c:v>2032-07-21</c:v>
                </c:pt>
                <c:pt idx="4951">
                  <c:v>2032-07-22</c:v>
                </c:pt>
                <c:pt idx="4952">
                  <c:v>2032-07-23</c:v>
                </c:pt>
                <c:pt idx="4953">
                  <c:v>2032-07-24</c:v>
                </c:pt>
                <c:pt idx="4954">
                  <c:v>2032-07-25</c:v>
                </c:pt>
                <c:pt idx="4955">
                  <c:v>2032-07-26</c:v>
                </c:pt>
                <c:pt idx="4956">
                  <c:v>2032-07-27</c:v>
                </c:pt>
                <c:pt idx="4957">
                  <c:v>2032-07-28</c:v>
                </c:pt>
                <c:pt idx="4958">
                  <c:v>2032-07-29</c:v>
                </c:pt>
                <c:pt idx="4959">
                  <c:v>2032-07-30</c:v>
                </c:pt>
                <c:pt idx="4960">
                  <c:v>2032-07-31</c:v>
                </c:pt>
                <c:pt idx="4961">
                  <c:v>2032-08-01</c:v>
                </c:pt>
                <c:pt idx="4962">
                  <c:v>2032-08-02</c:v>
                </c:pt>
                <c:pt idx="4963">
                  <c:v>2032-08-03</c:v>
                </c:pt>
                <c:pt idx="4964">
                  <c:v>2032-08-04</c:v>
                </c:pt>
                <c:pt idx="4965">
                  <c:v>2032-08-05</c:v>
                </c:pt>
                <c:pt idx="4966">
                  <c:v>2032-08-06</c:v>
                </c:pt>
                <c:pt idx="4967">
                  <c:v>2032-08-07</c:v>
                </c:pt>
                <c:pt idx="4968">
                  <c:v>2032-08-08</c:v>
                </c:pt>
                <c:pt idx="4969">
                  <c:v>2032-08-09</c:v>
                </c:pt>
                <c:pt idx="4970">
                  <c:v>2032-08-10</c:v>
                </c:pt>
                <c:pt idx="4971">
                  <c:v>2032-08-11</c:v>
                </c:pt>
                <c:pt idx="4972">
                  <c:v>2032-08-12</c:v>
                </c:pt>
                <c:pt idx="4973">
                  <c:v>2032-08-13</c:v>
                </c:pt>
                <c:pt idx="4974">
                  <c:v>2032-08-14</c:v>
                </c:pt>
                <c:pt idx="4975">
                  <c:v>2032-08-15</c:v>
                </c:pt>
                <c:pt idx="4976">
                  <c:v>2032-08-16</c:v>
                </c:pt>
                <c:pt idx="4977">
                  <c:v>2032-08-17</c:v>
                </c:pt>
                <c:pt idx="4978">
                  <c:v>2032-08-18</c:v>
                </c:pt>
                <c:pt idx="4979">
                  <c:v>2032-08-19</c:v>
                </c:pt>
                <c:pt idx="4980">
                  <c:v>2032-08-20</c:v>
                </c:pt>
                <c:pt idx="4981">
                  <c:v>2032-08-21</c:v>
                </c:pt>
                <c:pt idx="4982">
                  <c:v>2032-08-22</c:v>
                </c:pt>
                <c:pt idx="4983">
                  <c:v>2032-08-23</c:v>
                </c:pt>
                <c:pt idx="4984">
                  <c:v>2032-08-24</c:v>
                </c:pt>
                <c:pt idx="4985">
                  <c:v>2032-08-25</c:v>
                </c:pt>
                <c:pt idx="4986">
                  <c:v>2032-08-26</c:v>
                </c:pt>
                <c:pt idx="4987">
                  <c:v>2032-08-27</c:v>
                </c:pt>
                <c:pt idx="4988">
                  <c:v>2032-08-28</c:v>
                </c:pt>
                <c:pt idx="4989">
                  <c:v>2032-08-29</c:v>
                </c:pt>
                <c:pt idx="4990">
                  <c:v>2032-08-30</c:v>
                </c:pt>
                <c:pt idx="4991">
                  <c:v>2032-08-31</c:v>
                </c:pt>
                <c:pt idx="4992">
                  <c:v>2032-09-01</c:v>
                </c:pt>
                <c:pt idx="4993">
                  <c:v>2032-09-02</c:v>
                </c:pt>
                <c:pt idx="4994">
                  <c:v>2032-09-03</c:v>
                </c:pt>
                <c:pt idx="4995">
                  <c:v>2032-09-04</c:v>
                </c:pt>
                <c:pt idx="4996">
                  <c:v>2032-09-05</c:v>
                </c:pt>
                <c:pt idx="4997">
                  <c:v>2032-09-06</c:v>
                </c:pt>
                <c:pt idx="4998">
                  <c:v>2032-09-07</c:v>
                </c:pt>
                <c:pt idx="4999">
                  <c:v>2032-09-08</c:v>
                </c:pt>
                <c:pt idx="5000">
                  <c:v>2032-09-09</c:v>
                </c:pt>
                <c:pt idx="5001">
                  <c:v>2032-09-10</c:v>
                </c:pt>
                <c:pt idx="5002">
                  <c:v>2032-09-11</c:v>
                </c:pt>
                <c:pt idx="5003">
                  <c:v>2032-09-12</c:v>
                </c:pt>
                <c:pt idx="5004">
                  <c:v>2032-09-13</c:v>
                </c:pt>
                <c:pt idx="5005">
                  <c:v>2032-09-14</c:v>
                </c:pt>
                <c:pt idx="5006">
                  <c:v>2032-09-15</c:v>
                </c:pt>
                <c:pt idx="5007">
                  <c:v>2032-09-16</c:v>
                </c:pt>
                <c:pt idx="5008">
                  <c:v>2032-09-17</c:v>
                </c:pt>
                <c:pt idx="5009">
                  <c:v>2032-09-18</c:v>
                </c:pt>
                <c:pt idx="5010">
                  <c:v>2032-09-19</c:v>
                </c:pt>
                <c:pt idx="5011">
                  <c:v>2032-09-20</c:v>
                </c:pt>
                <c:pt idx="5012">
                  <c:v>2032-09-21</c:v>
                </c:pt>
                <c:pt idx="5013">
                  <c:v>2032-09-22</c:v>
                </c:pt>
                <c:pt idx="5014">
                  <c:v>2032-09-23</c:v>
                </c:pt>
                <c:pt idx="5015">
                  <c:v>2032-09-24</c:v>
                </c:pt>
                <c:pt idx="5016">
                  <c:v>2032-09-25</c:v>
                </c:pt>
                <c:pt idx="5017">
                  <c:v>2032-09-26</c:v>
                </c:pt>
                <c:pt idx="5018">
                  <c:v>2032-09-27</c:v>
                </c:pt>
                <c:pt idx="5019">
                  <c:v>2032-09-28</c:v>
                </c:pt>
                <c:pt idx="5020">
                  <c:v>2032-09-29</c:v>
                </c:pt>
                <c:pt idx="5021">
                  <c:v>2032-09-30</c:v>
                </c:pt>
                <c:pt idx="5022">
                  <c:v>2032-10-01</c:v>
                </c:pt>
                <c:pt idx="5023">
                  <c:v>2032-10-02</c:v>
                </c:pt>
                <c:pt idx="5024">
                  <c:v>2032-10-03</c:v>
                </c:pt>
                <c:pt idx="5025">
                  <c:v>2032-10-04</c:v>
                </c:pt>
                <c:pt idx="5026">
                  <c:v>2032-10-05</c:v>
                </c:pt>
                <c:pt idx="5027">
                  <c:v>2032-10-06</c:v>
                </c:pt>
                <c:pt idx="5028">
                  <c:v>2032-10-07</c:v>
                </c:pt>
                <c:pt idx="5029">
                  <c:v>2032-10-08</c:v>
                </c:pt>
                <c:pt idx="5030">
                  <c:v>2032-10-09</c:v>
                </c:pt>
                <c:pt idx="5031">
                  <c:v>2032-10-10</c:v>
                </c:pt>
                <c:pt idx="5032">
                  <c:v>2032-10-11</c:v>
                </c:pt>
                <c:pt idx="5033">
                  <c:v>2032-10-12</c:v>
                </c:pt>
                <c:pt idx="5034">
                  <c:v>2032-10-13</c:v>
                </c:pt>
                <c:pt idx="5035">
                  <c:v>2032-10-14</c:v>
                </c:pt>
                <c:pt idx="5036">
                  <c:v>2032-10-15</c:v>
                </c:pt>
                <c:pt idx="5037">
                  <c:v>2032-10-16</c:v>
                </c:pt>
                <c:pt idx="5038">
                  <c:v>2032-10-17</c:v>
                </c:pt>
                <c:pt idx="5039">
                  <c:v>2032-10-18</c:v>
                </c:pt>
                <c:pt idx="5040">
                  <c:v>2032-10-19</c:v>
                </c:pt>
                <c:pt idx="5041">
                  <c:v>2032-10-20</c:v>
                </c:pt>
                <c:pt idx="5042">
                  <c:v>2032-10-21</c:v>
                </c:pt>
                <c:pt idx="5043">
                  <c:v>2032-10-22</c:v>
                </c:pt>
                <c:pt idx="5044">
                  <c:v>2032-10-23</c:v>
                </c:pt>
                <c:pt idx="5045">
                  <c:v>2032-10-24</c:v>
                </c:pt>
                <c:pt idx="5046">
                  <c:v>2032-10-25</c:v>
                </c:pt>
                <c:pt idx="5047">
                  <c:v>2032-10-26</c:v>
                </c:pt>
                <c:pt idx="5048">
                  <c:v>2032-10-27</c:v>
                </c:pt>
                <c:pt idx="5049">
                  <c:v>2032-10-28</c:v>
                </c:pt>
                <c:pt idx="5050">
                  <c:v>2032-10-29</c:v>
                </c:pt>
                <c:pt idx="5051">
                  <c:v>2032-10-30</c:v>
                </c:pt>
                <c:pt idx="5052">
                  <c:v>2032-10-31</c:v>
                </c:pt>
                <c:pt idx="5053">
                  <c:v>2032-11-01</c:v>
                </c:pt>
                <c:pt idx="5054">
                  <c:v>2032-11-02</c:v>
                </c:pt>
                <c:pt idx="5055">
                  <c:v>2032-11-03</c:v>
                </c:pt>
                <c:pt idx="5056">
                  <c:v>2032-11-04</c:v>
                </c:pt>
                <c:pt idx="5057">
                  <c:v>2032-11-05</c:v>
                </c:pt>
                <c:pt idx="5058">
                  <c:v>2032-11-06</c:v>
                </c:pt>
                <c:pt idx="5059">
                  <c:v>2032-11-07</c:v>
                </c:pt>
                <c:pt idx="5060">
                  <c:v>2032-11-08</c:v>
                </c:pt>
                <c:pt idx="5061">
                  <c:v>2032-11-09</c:v>
                </c:pt>
                <c:pt idx="5062">
                  <c:v>2032-11-10</c:v>
                </c:pt>
                <c:pt idx="5063">
                  <c:v>2032-11-11</c:v>
                </c:pt>
                <c:pt idx="5064">
                  <c:v>2032-11-12</c:v>
                </c:pt>
                <c:pt idx="5065">
                  <c:v>2032-11-13</c:v>
                </c:pt>
                <c:pt idx="5066">
                  <c:v>2032-11-14</c:v>
                </c:pt>
                <c:pt idx="5067">
                  <c:v>2032-11-15</c:v>
                </c:pt>
                <c:pt idx="5068">
                  <c:v>2032-11-16</c:v>
                </c:pt>
                <c:pt idx="5069">
                  <c:v>2032-11-17</c:v>
                </c:pt>
                <c:pt idx="5070">
                  <c:v>2032-11-18</c:v>
                </c:pt>
                <c:pt idx="5071">
                  <c:v>2032-11-19</c:v>
                </c:pt>
                <c:pt idx="5072">
                  <c:v>2032-11-20</c:v>
                </c:pt>
                <c:pt idx="5073">
                  <c:v>2032-11-21</c:v>
                </c:pt>
                <c:pt idx="5074">
                  <c:v>2032-11-22</c:v>
                </c:pt>
                <c:pt idx="5075">
                  <c:v>2032-11-23</c:v>
                </c:pt>
                <c:pt idx="5076">
                  <c:v>2032-11-24</c:v>
                </c:pt>
                <c:pt idx="5077">
                  <c:v>2032-11-25</c:v>
                </c:pt>
                <c:pt idx="5078">
                  <c:v>2032-11-26</c:v>
                </c:pt>
                <c:pt idx="5079">
                  <c:v>2032-11-27</c:v>
                </c:pt>
                <c:pt idx="5080">
                  <c:v>2032-11-28</c:v>
                </c:pt>
                <c:pt idx="5081">
                  <c:v>2032-11-29</c:v>
                </c:pt>
                <c:pt idx="5082">
                  <c:v>2032-11-30</c:v>
                </c:pt>
                <c:pt idx="5083">
                  <c:v>2032-12-01</c:v>
                </c:pt>
                <c:pt idx="5084">
                  <c:v>2032-12-02</c:v>
                </c:pt>
                <c:pt idx="5085">
                  <c:v>2032-12-03</c:v>
                </c:pt>
                <c:pt idx="5086">
                  <c:v>2032-12-04</c:v>
                </c:pt>
                <c:pt idx="5087">
                  <c:v>2032-12-05</c:v>
                </c:pt>
                <c:pt idx="5088">
                  <c:v>2032-12-06</c:v>
                </c:pt>
                <c:pt idx="5089">
                  <c:v>2032-12-07</c:v>
                </c:pt>
                <c:pt idx="5090">
                  <c:v>2032-12-08</c:v>
                </c:pt>
                <c:pt idx="5091">
                  <c:v>2032-12-09</c:v>
                </c:pt>
                <c:pt idx="5092">
                  <c:v>2032-12-10</c:v>
                </c:pt>
                <c:pt idx="5093">
                  <c:v>2032-12-11</c:v>
                </c:pt>
                <c:pt idx="5094">
                  <c:v>2032-12-12</c:v>
                </c:pt>
                <c:pt idx="5095">
                  <c:v>2032-12-13</c:v>
                </c:pt>
                <c:pt idx="5096">
                  <c:v>2032-12-14</c:v>
                </c:pt>
                <c:pt idx="5097">
                  <c:v>2032-12-15</c:v>
                </c:pt>
                <c:pt idx="5098">
                  <c:v>2032-12-16</c:v>
                </c:pt>
                <c:pt idx="5099">
                  <c:v>2032-12-17</c:v>
                </c:pt>
                <c:pt idx="5100">
                  <c:v>2032-12-18</c:v>
                </c:pt>
                <c:pt idx="5101">
                  <c:v>2032-12-19</c:v>
                </c:pt>
                <c:pt idx="5102">
                  <c:v>2032-12-20</c:v>
                </c:pt>
                <c:pt idx="5103">
                  <c:v>2032-12-21</c:v>
                </c:pt>
                <c:pt idx="5104">
                  <c:v>2032-12-22</c:v>
                </c:pt>
                <c:pt idx="5105">
                  <c:v>2032-12-23</c:v>
                </c:pt>
                <c:pt idx="5106">
                  <c:v>2032-12-24</c:v>
                </c:pt>
                <c:pt idx="5107">
                  <c:v>2032-12-25</c:v>
                </c:pt>
                <c:pt idx="5108">
                  <c:v>2032-12-26</c:v>
                </c:pt>
                <c:pt idx="5109">
                  <c:v>2032-12-27</c:v>
                </c:pt>
                <c:pt idx="5110">
                  <c:v>2032-12-28</c:v>
                </c:pt>
                <c:pt idx="5111">
                  <c:v>2032-12-29</c:v>
                </c:pt>
                <c:pt idx="5112">
                  <c:v>2032-12-30</c:v>
                </c:pt>
                <c:pt idx="5113">
                  <c:v>2032-12-31</c:v>
                </c:pt>
                <c:pt idx="5114">
                  <c:v>2033-01-01</c:v>
                </c:pt>
                <c:pt idx="5115">
                  <c:v>2033-01-02</c:v>
                </c:pt>
                <c:pt idx="5116">
                  <c:v>2033-01-03</c:v>
                </c:pt>
                <c:pt idx="5117">
                  <c:v>2033-01-04</c:v>
                </c:pt>
                <c:pt idx="5118">
                  <c:v>2033-01-05</c:v>
                </c:pt>
                <c:pt idx="5119">
                  <c:v>2033-01-06</c:v>
                </c:pt>
                <c:pt idx="5120">
                  <c:v>2033-01-07</c:v>
                </c:pt>
                <c:pt idx="5121">
                  <c:v>2033-01-08</c:v>
                </c:pt>
                <c:pt idx="5122">
                  <c:v>2033-01-09</c:v>
                </c:pt>
                <c:pt idx="5123">
                  <c:v>2033-01-10</c:v>
                </c:pt>
                <c:pt idx="5124">
                  <c:v>2033-01-11</c:v>
                </c:pt>
                <c:pt idx="5125">
                  <c:v>2033-01-12</c:v>
                </c:pt>
                <c:pt idx="5126">
                  <c:v>2033-01-13</c:v>
                </c:pt>
                <c:pt idx="5127">
                  <c:v>2033-01-14</c:v>
                </c:pt>
                <c:pt idx="5128">
                  <c:v>2033-01-15</c:v>
                </c:pt>
                <c:pt idx="5129">
                  <c:v>2033-01-16</c:v>
                </c:pt>
                <c:pt idx="5130">
                  <c:v>2033-01-17</c:v>
                </c:pt>
                <c:pt idx="5131">
                  <c:v>2033-01-18</c:v>
                </c:pt>
                <c:pt idx="5132">
                  <c:v>2033-01-19</c:v>
                </c:pt>
                <c:pt idx="5133">
                  <c:v>2033-01-20</c:v>
                </c:pt>
                <c:pt idx="5134">
                  <c:v>2033-01-21</c:v>
                </c:pt>
                <c:pt idx="5135">
                  <c:v>2033-01-22</c:v>
                </c:pt>
                <c:pt idx="5136">
                  <c:v>2033-01-23</c:v>
                </c:pt>
                <c:pt idx="5137">
                  <c:v>2033-01-24</c:v>
                </c:pt>
                <c:pt idx="5138">
                  <c:v>2033-01-25</c:v>
                </c:pt>
                <c:pt idx="5139">
                  <c:v>2033-01-26</c:v>
                </c:pt>
                <c:pt idx="5140">
                  <c:v>2033-01-27</c:v>
                </c:pt>
                <c:pt idx="5141">
                  <c:v>2033-01-28</c:v>
                </c:pt>
                <c:pt idx="5142">
                  <c:v>2033-01-29</c:v>
                </c:pt>
                <c:pt idx="5143">
                  <c:v>2033-01-30</c:v>
                </c:pt>
                <c:pt idx="5144">
                  <c:v>2033-01-31</c:v>
                </c:pt>
                <c:pt idx="5145">
                  <c:v>2033-02-01</c:v>
                </c:pt>
                <c:pt idx="5146">
                  <c:v>2033-02-02</c:v>
                </c:pt>
                <c:pt idx="5147">
                  <c:v>2033-02-03</c:v>
                </c:pt>
                <c:pt idx="5148">
                  <c:v>2033-02-04</c:v>
                </c:pt>
                <c:pt idx="5149">
                  <c:v>2033-02-05</c:v>
                </c:pt>
                <c:pt idx="5150">
                  <c:v>2033-02-06</c:v>
                </c:pt>
                <c:pt idx="5151">
                  <c:v>2033-02-07</c:v>
                </c:pt>
                <c:pt idx="5152">
                  <c:v>2033-02-08</c:v>
                </c:pt>
                <c:pt idx="5153">
                  <c:v>2033-02-09</c:v>
                </c:pt>
                <c:pt idx="5154">
                  <c:v>2033-02-10</c:v>
                </c:pt>
                <c:pt idx="5155">
                  <c:v>2033-02-11</c:v>
                </c:pt>
                <c:pt idx="5156">
                  <c:v>2033-02-12</c:v>
                </c:pt>
                <c:pt idx="5157">
                  <c:v>2033-02-13</c:v>
                </c:pt>
                <c:pt idx="5158">
                  <c:v>2033-02-14</c:v>
                </c:pt>
                <c:pt idx="5159">
                  <c:v>2033-02-15</c:v>
                </c:pt>
                <c:pt idx="5160">
                  <c:v>2033-02-16</c:v>
                </c:pt>
                <c:pt idx="5161">
                  <c:v>2033-02-17</c:v>
                </c:pt>
                <c:pt idx="5162">
                  <c:v>2033-02-18</c:v>
                </c:pt>
                <c:pt idx="5163">
                  <c:v>2033-02-19</c:v>
                </c:pt>
                <c:pt idx="5164">
                  <c:v>2033-02-20</c:v>
                </c:pt>
                <c:pt idx="5165">
                  <c:v>2033-02-21</c:v>
                </c:pt>
                <c:pt idx="5166">
                  <c:v>2033-02-22</c:v>
                </c:pt>
                <c:pt idx="5167">
                  <c:v>2033-02-23</c:v>
                </c:pt>
                <c:pt idx="5168">
                  <c:v>2033-02-24</c:v>
                </c:pt>
                <c:pt idx="5169">
                  <c:v>2033-02-25</c:v>
                </c:pt>
                <c:pt idx="5170">
                  <c:v>2033-02-26</c:v>
                </c:pt>
                <c:pt idx="5171">
                  <c:v>2033-02-27</c:v>
                </c:pt>
                <c:pt idx="5172">
                  <c:v>2033-02-28</c:v>
                </c:pt>
                <c:pt idx="5173">
                  <c:v>2033-03-01</c:v>
                </c:pt>
                <c:pt idx="5174">
                  <c:v>2033-03-02</c:v>
                </c:pt>
                <c:pt idx="5175">
                  <c:v>2033-03-03</c:v>
                </c:pt>
                <c:pt idx="5176">
                  <c:v>2033-03-04</c:v>
                </c:pt>
                <c:pt idx="5177">
                  <c:v>2033-03-05</c:v>
                </c:pt>
                <c:pt idx="5178">
                  <c:v>2033-03-06</c:v>
                </c:pt>
                <c:pt idx="5179">
                  <c:v>2033-03-07</c:v>
                </c:pt>
                <c:pt idx="5180">
                  <c:v>2033-03-08</c:v>
                </c:pt>
                <c:pt idx="5181">
                  <c:v>2033-03-09</c:v>
                </c:pt>
                <c:pt idx="5182">
                  <c:v>2033-03-10</c:v>
                </c:pt>
                <c:pt idx="5183">
                  <c:v>2033-03-11</c:v>
                </c:pt>
                <c:pt idx="5184">
                  <c:v>2033-03-12</c:v>
                </c:pt>
                <c:pt idx="5185">
                  <c:v>2033-03-13</c:v>
                </c:pt>
                <c:pt idx="5186">
                  <c:v>2033-03-14</c:v>
                </c:pt>
                <c:pt idx="5187">
                  <c:v>2033-03-15</c:v>
                </c:pt>
                <c:pt idx="5188">
                  <c:v>2033-03-16</c:v>
                </c:pt>
                <c:pt idx="5189">
                  <c:v>2033-03-17</c:v>
                </c:pt>
                <c:pt idx="5190">
                  <c:v>2033-03-18</c:v>
                </c:pt>
                <c:pt idx="5191">
                  <c:v>2033-03-19</c:v>
                </c:pt>
                <c:pt idx="5192">
                  <c:v>2033-03-20</c:v>
                </c:pt>
                <c:pt idx="5193">
                  <c:v>2033-03-21</c:v>
                </c:pt>
                <c:pt idx="5194">
                  <c:v>2033-03-22</c:v>
                </c:pt>
                <c:pt idx="5195">
                  <c:v>2033-03-23</c:v>
                </c:pt>
                <c:pt idx="5196">
                  <c:v>2033-03-24</c:v>
                </c:pt>
                <c:pt idx="5197">
                  <c:v>2033-03-25</c:v>
                </c:pt>
                <c:pt idx="5198">
                  <c:v>2033-03-26</c:v>
                </c:pt>
                <c:pt idx="5199">
                  <c:v>2033-03-27</c:v>
                </c:pt>
                <c:pt idx="5200">
                  <c:v>2033-03-28</c:v>
                </c:pt>
                <c:pt idx="5201">
                  <c:v>2033-03-29</c:v>
                </c:pt>
                <c:pt idx="5202">
                  <c:v>2033-03-30</c:v>
                </c:pt>
                <c:pt idx="5203">
                  <c:v>2033-03-31</c:v>
                </c:pt>
                <c:pt idx="5204">
                  <c:v>2033-04-01</c:v>
                </c:pt>
                <c:pt idx="5205">
                  <c:v>2033-04-02</c:v>
                </c:pt>
                <c:pt idx="5206">
                  <c:v>2033-04-03</c:v>
                </c:pt>
                <c:pt idx="5207">
                  <c:v>2033-04-04</c:v>
                </c:pt>
                <c:pt idx="5208">
                  <c:v>2033-04-05</c:v>
                </c:pt>
                <c:pt idx="5209">
                  <c:v>2033-04-06</c:v>
                </c:pt>
                <c:pt idx="5210">
                  <c:v>2033-04-07</c:v>
                </c:pt>
                <c:pt idx="5211">
                  <c:v>2033-04-08</c:v>
                </c:pt>
                <c:pt idx="5212">
                  <c:v>2033-04-09</c:v>
                </c:pt>
                <c:pt idx="5213">
                  <c:v>2033-04-10</c:v>
                </c:pt>
                <c:pt idx="5214">
                  <c:v>2033-04-11</c:v>
                </c:pt>
                <c:pt idx="5215">
                  <c:v>2033-04-12</c:v>
                </c:pt>
                <c:pt idx="5216">
                  <c:v>2033-04-13</c:v>
                </c:pt>
                <c:pt idx="5217">
                  <c:v>2033-04-14</c:v>
                </c:pt>
                <c:pt idx="5218">
                  <c:v>2033-04-15</c:v>
                </c:pt>
                <c:pt idx="5219">
                  <c:v>2033-04-16</c:v>
                </c:pt>
                <c:pt idx="5220">
                  <c:v>2033-04-17</c:v>
                </c:pt>
                <c:pt idx="5221">
                  <c:v>2033-04-18</c:v>
                </c:pt>
                <c:pt idx="5222">
                  <c:v>2033-04-19</c:v>
                </c:pt>
                <c:pt idx="5223">
                  <c:v>2033-04-20</c:v>
                </c:pt>
                <c:pt idx="5224">
                  <c:v>2033-04-21</c:v>
                </c:pt>
                <c:pt idx="5225">
                  <c:v>2033-04-22</c:v>
                </c:pt>
                <c:pt idx="5226">
                  <c:v>2033-04-23</c:v>
                </c:pt>
                <c:pt idx="5227">
                  <c:v>2033-04-24</c:v>
                </c:pt>
                <c:pt idx="5228">
                  <c:v>2033-04-25</c:v>
                </c:pt>
                <c:pt idx="5229">
                  <c:v>2033-04-26</c:v>
                </c:pt>
                <c:pt idx="5230">
                  <c:v>2033-04-27</c:v>
                </c:pt>
                <c:pt idx="5231">
                  <c:v>2033-04-28</c:v>
                </c:pt>
                <c:pt idx="5232">
                  <c:v>2033-04-29</c:v>
                </c:pt>
                <c:pt idx="5233">
                  <c:v>2033-04-30</c:v>
                </c:pt>
                <c:pt idx="5234">
                  <c:v>2033-05-01</c:v>
                </c:pt>
                <c:pt idx="5235">
                  <c:v>2033-05-02</c:v>
                </c:pt>
                <c:pt idx="5236">
                  <c:v>2033-05-03</c:v>
                </c:pt>
                <c:pt idx="5237">
                  <c:v>2033-05-04</c:v>
                </c:pt>
                <c:pt idx="5238">
                  <c:v>2033-05-05</c:v>
                </c:pt>
                <c:pt idx="5239">
                  <c:v>2033-05-06</c:v>
                </c:pt>
                <c:pt idx="5240">
                  <c:v>2033-05-07</c:v>
                </c:pt>
                <c:pt idx="5241">
                  <c:v>2033-05-08</c:v>
                </c:pt>
                <c:pt idx="5242">
                  <c:v>2033-05-09</c:v>
                </c:pt>
                <c:pt idx="5243">
                  <c:v>2033-05-10</c:v>
                </c:pt>
                <c:pt idx="5244">
                  <c:v>2033-05-11</c:v>
                </c:pt>
                <c:pt idx="5245">
                  <c:v>2033-05-12</c:v>
                </c:pt>
                <c:pt idx="5246">
                  <c:v>2033-05-13</c:v>
                </c:pt>
                <c:pt idx="5247">
                  <c:v>2033-05-14</c:v>
                </c:pt>
                <c:pt idx="5248">
                  <c:v>2033-05-15</c:v>
                </c:pt>
                <c:pt idx="5249">
                  <c:v>2033-05-16</c:v>
                </c:pt>
                <c:pt idx="5250">
                  <c:v>2033-05-17</c:v>
                </c:pt>
                <c:pt idx="5251">
                  <c:v>2033-05-18</c:v>
                </c:pt>
                <c:pt idx="5252">
                  <c:v>2033-05-19</c:v>
                </c:pt>
                <c:pt idx="5253">
                  <c:v>2033-05-20</c:v>
                </c:pt>
                <c:pt idx="5254">
                  <c:v>2033-05-21</c:v>
                </c:pt>
                <c:pt idx="5255">
                  <c:v>2033-05-22</c:v>
                </c:pt>
                <c:pt idx="5256">
                  <c:v>2033-05-23</c:v>
                </c:pt>
                <c:pt idx="5257">
                  <c:v>2033-05-24</c:v>
                </c:pt>
                <c:pt idx="5258">
                  <c:v>2033-05-25</c:v>
                </c:pt>
                <c:pt idx="5259">
                  <c:v>2033-05-26</c:v>
                </c:pt>
                <c:pt idx="5260">
                  <c:v>2033-05-27</c:v>
                </c:pt>
                <c:pt idx="5261">
                  <c:v>2033-05-28</c:v>
                </c:pt>
                <c:pt idx="5262">
                  <c:v>2033-05-29</c:v>
                </c:pt>
                <c:pt idx="5263">
                  <c:v>2033-05-30</c:v>
                </c:pt>
                <c:pt idx="5264">
                  <c:v>2033-05-31</c:v>
                </c:pt>
                <c:pt idx="5265">
                  <c:v>2033-06-01</c:v>
                </c:pt>
                <c:pt idx="5266">
                  <c:v>2033-06-02</c:v>
                </c:pt>
                <c:pt idx="5267">
                  <c:v>2033-06-03</c:v>
                </c:pt>
                <c:pt idx="5268">
                  <c:v>2033-06-04</c:v>
                </c:pt>
                <c:pt idx="5269">
                  <c:v>2033-06-05</c:v>
                </c:pt>
                <c:pt idx="5270">
                  <c:v>2033-06-06</c:v>
                </c:pt>
                <c:pt idx="5271">
                  <c:v>2033-06-07</c:v>
                </c:pt>
                <c:pt idx="5272">
                  <c:v>2033-06-08</c:v>
                </c:pt>
                <c:pt idx="5273">
                  <c:v>2033-06-09</c:v>
                </c:pt>
                <c:pt idx="5274">
                  <c:v>2033-06-10</c:v>
                </c:pt>
                <c:pt idx="5275">
                  <c:v>2033-06-11</c:v>
                </c:pt>
                <c:pt idx="5276">
                  <c:v>2033-06-12</c:v>
                </c:pt>
                <c:pt idx="5277">
                  <c:v>2033-06-13</c:v>
                </c:pt>
                <c:pt idx="5278">
                  <c:v>2033-06-14</c:v>
                </c:pt>
                <c:pt idx="5279">
                  <c:v>2033-06-15</c:v>
                </c:pt>
                <c:pt idx="5280">
                  <c:v>2033-06-16</c:v>
                </c:pt>
                <c:pt idx="5281">
                  <c:v>2033-06-17</c:v>
                </c:pt>
                <c:pt idx="5282">
                  <c:v>2033-06-18</c:v>
                </c:pt>
                <c:pt idx="5283">
                  <c:v>2033-06-19</c:v>
                </c:pt>
                <c:pt idx="5284">
                  <c:v>2033-06-20</c:v>
                </c:pt>
                <c:pt idx="5285">
                  <c:v>2033-06-21</c:v>
                </c:pt>
                <c:pt idx="5286">
                  <c:v>2033-06-22</c:v>
                </c:pt>
                <c:pt idx="5287">
                  <c:v>2033-06-23</c:v>
                </c:pt>
                <c:pt idx="5288">
                  <c:v>2033-06-24</c:v>
                </c:pt>
                <c:pt idx="5289">
                  <c:v>2033-06-25</c:v>
                </c:pt>
                <c:pt idx="5290">
                  <c:v>2033-06-26</c:v>
                </c:pt>
                <c:pt idx="5291">
                  <c:v>2033-06-27</c:v>
                </c:pt>
                <c:pt idx="5292">
                  <c:v>2033-06-28</c:v>
                </c:pt>
                <c:pt idx="5293">
                  <c:v>2033-06-29</c:v>
                </c:pt>
                <c:pt idx="5294">
                  <c:v>2033-06-30</c:v>
                </c:pt>
                <c:pt idx="5295">
                  <c:v>2033-07-01</c:v>
                </c:pt>
                <c:pt idx="5296">
                  <c:v>2033-07-02</c:v>
                </c:pt>
                <c:pt idx="5297">
                  <c:v>2033-07-03</c:v>
                </c:pt>
                <c:pt idx="5298">
                  <c:v>2033-07-04</c:v>
                </c:pt>
                <c:pt idx="5299">
                  <c:v>2033-07-05</c:v>
                </c:pt>
                <c:pt idx="5300">
                  <c:v>2033-07-06</c:v>
                </c:pt>
                <c:pt idx="5301">
                  <c:v>2033-07-07</c:v>
                </c:pt>
                <c:pt idx="5302">
                  <c:v>2033-07-08</c:v>
                </c:pt>
                <c:pt idx="5303">
                  <c:v>2033-07-09</c:v>
                </c:pt>
                <c:pt idx="5304">
                  <c:v>2033-07-10</c:v>
                </c:pt>
                <c:pt idx="5305">
                  <c:v>2033-07-11</c:v>
                </c:pt>
                <c:pt idx="5306">
                  <c:v>2033-07-12</c:v>
                </c:pt>
                <c:pt idx="5307">
                  <c:v>2033-07-13</c:v>
                </c:pt>
                <c:pt idx="5308">
                  <c:v>2033-07-14</c:v>
                </c:pt>
                <c:pt idx="5309">
                  <c:v>2033-07-15</c:v>
                </c:pt>
                <c:pt idx="5310">
                  <c:v>2033-07-16</c:v>
                </c:pt>
                <c:pt idx="5311">
                  <c:v>2033-07-17</c:v>
                </c:pt>
                <c:pt idx="5312">
                  <c:v>2033-07-18</c:v>
                </c:pt>
                <c:pt idx="5313">
                  <c:v>2033-07-19</c:v>
                </c:pt>
                <c:pt idx="5314">
                  <c:v>2033-07-20</c:v>
                </c:pt>
                <c:pt idx="5315">
                  <c:v>2033-07-21</c:v>
                </c:pt>
                <c:pt idx="5316">
                  <c:v>2033-07-22</c:v>
                </c:pt>
                <c:pt idx="5317">
                  <c:v>2033-07-23</c:v>
                </c:pt>
                <c:pt idx="5318">
                  <c:v>2033-07-24</c:v>
                </c:pt>
                <c:pt idx="5319">
                  <c:v>2033-07-25</c:v>
                </c:pt>
                <c:pt idx="5320">
                  <c:v>2033-07-26</c:v>
                </c:pt>
                <c:pt idx="5321">
                  <c:v>2033-07-27</c:v>
                </c:pt>
                <c:pt idx="5322">
                  <c:v>2033-07-28</c:v>
                </c:pt>
                <c:pt idx="5323">
                  <c:v>2033-07-29</c:v>
                </c:pt>
                <c:pt idx="5324">
                  <c:v>2033-07-30</c:v>
                </c:pt>
                <c:pt idx="5325">
                  <c:v>2033-07-31</c:v>
                </c:pt>
                <c:pt idx="5326">
                  <c:v>2033-08-01</c:v>
                </c:pt>
                <c:pt idx="5327">
                  <c:v>2033-08-02</c:v>
                </c:pt>
                <c:pt idx="5328">
                  <c:v>2033-08-03</c:v>
                </c:pt>
                <c:pt idx="5329">
                  <c:v>2033-08-04</c:v>
                </c:pt>
                <c:pt idx="5330">
                  <c:v>2033-08-05</c:v>
                </c:pt>
                <c:pt idx="5331">
                  <c:v>2033-08-06</c:v>
                </c:pt>
                <c:pt idx="5332">
                  <c:v>2033-08-07</c:v>
                </c:pt>
                <c:pt idx="5333">
                  <c:v>2033-08-08</c:v>
                </c:pt>
                <c:pt idx="5334">
                  <c:v>2033-08-09</c:v>
                </c:pt>
                <c:pt idx="5335">
                  <c:v>2033-08-10</c:v>
                </c:pt>
                <c:pt idx="5336">
                  <c:v>2033-08-11</c:v>
                </c:pt>
                <c:pt idx="5337">
                  <c:v>2033-08-12</c:v>
                </c:pt>
                <c:pt idx="5338">
                  <c:v>2033-08-13</c:v>
                </c:pt>
                <c:pt idx="5339">
                  <c:v>2033-08-14</c:v>
                </c:pt>
                <c:pt idx="5340">
                  <c:v>2033-08-15</c:v>
                </c:pt>
                <c:pt idx="5341">
                  <c:v>2033-08-16</c:v>
                </c:pt>
                <c:pt idx="5342">
                  <c:v>2033-08-17</c:v>
                </c:pt>
                <c:pt idx="5343">
                  <c:v>2033-08-18</c:v>
                </c:pt>
                <c:pt idx="5344">
                  <c:v>2033-08-19</c:v>
                </c:pt>
                <c:pt idx="5345">
                  <c:v>2033-08-20</c:v>
                </c:pt>
                <c:pt idx="5346">
                  <c:v>2033-08-21</c:v>
                </c:pt>
                <c:pt idx="5347">
                  <c:v>2033-08-22</c:v>
                </c:pt>
                <c:pt idx="5348">
                  <c:v>2033-08-23</c:v>
                </c:pt>
                <c:pt idx="5349">
                  <c:v>2033-08-24</c:v>
                </c:pt>
                <c:pt idx="5350">
                  <c:v>2033-08-25</c:v>
                </c:pt>
                <c:pt idx="5351">
                  <c:v>2033-08-26</c:v>
                </c:pt>
                <c:pt idx="5352">
                  <c:v>2033-08-27</c:v>
                </c:pt>
                <c:pt idx="5353">
                  <c:v>2033-08-28</c:v>
                </c:pt>
                <c:pt idx="5354">
                  <c:v>2033-08-29</c:v>
                </c:pt>
                <c:pt idx="5355">
                  <c:v>2033-08-30</c:v>
                </c:pt>
                <c:pt idx="5356">
                  <c:v>2033-08-31</c:v>
                </c:pt>
                <c:pt idx="5357">
                  <c:v>2033-09-01</c:v>
                </c:pt>
                <c:pt idx="5358">
                  <c:v>2033-09-02</c:v>
                </c:pt>
                <c:pt idx="5359">
                  <c:v>2033-09-03</c:v>
                </c:pt>
                <c:pt idx="5360">
                  <c:v>2033-09-04</c:v>
                </c:pt>
                <c:pt idx="5361">
                  <c:v>2033-09-05</c:v>
                </c:pt>
                <c:pt idx="5362">
                  <c:v>2033-09-06</c:v>
                </c:pt>
                <c:pt idx="5363">
                  <c:v>2033-09-07</c:v>
                </c:pt>
                <c:pt idx="5364">
                  <c:v>2033-09-08</c:v>
                </c:pt>
                <c:pt idx="5365">
                  <c:v>2033-09-09</c:v>
                </c:pt>
                <c:pt idx="5366">
                  <c:v>2033-09-10</c:v>
                </c:pt>
                <c:pt idx="5367">
                  <c:v>2033-09-11</c:v>
                </c:pt>
                <c:pt idx="5368">
                  <c:v>2033-09-12</c:v>
                </c:pt>
                <c:pt idx="5369">
                  <c:v>2033-09-13</c:v>
                </c:pt>
                <c:pt idx="5370">
                  <c:v>2033-09-14</c:v>
                </c:pt>
                <c:pt idx="5371">
                  <c:v>2033-09-15</c:v>
                </c:pt>
                <c:pt idx="5372">
                  <c:v>2033-09-16</c:v>
                </c:pt>
                <c:pt idx="5373">
                  <c:v>2033-09-17</c:v>
                </c:pt>
                <c:pt idx="5374">
                  <c:v>2033-09-18</c:v>
                </c:pt>
                <c:pt idx="5375">
                  <c:v>2033-09-19</c:v>
                </c:pt>
                <c:pt idx="5376">
                  <c:v>2033-09-20</c:v>
                </c:pt>
                <c:pt idx="5377">
                  <c:v>2033-09-21</c:v>
                </c:pt>
                <c:pt idx="5378">
                  <c:v>2033-09-22</c:v>
                </c:pt>
                <c:pt idx="5379">
                  <c:v>2033-09-23</c:v>
                </c:pt>
                <c:pt idx="5380">
                  <c:v>2033-09-24</c:v>
                </c:pt>
                <c:pt idx="5381">
                  <c:v>2033-09-25</c:v>
                </c:pt>
                <c:pt idx="5382">
                  <c:v>2033-09-26</c:v>
                </c:pt>
                <c:pt idx="5383">
                  <c:v>2033-09-27</c:v>
                </c:pt>
                <c:pt idx="5384">
                  <c:v>2033-09-28</c:v>
                </c:pt>
                <c:pt idx="5385">
                  <c:v>2033-09-29</c:v>
                </c:pt>
                <c:pt idx="5386">
                  <c:v>2033-09-30</c:v>
                </c:pt>
                <c:pt idx="5387">
                  <c:v>2033-10-01</c:v>
                </c:pt>
                <c:pt idx="5388">
                  <c:v>2033-10-02</c:v>
                </c:pt>
                <c:pt idx="5389">
                  <c:v>2033-10-03</c:v>
                </c:pt>
                <c:pt idx="5390">
                  <c:v>2033-10-04</c:v>
                </c:pt>
                <c:pt idx="5391">
                  <c:v>2033-10-05</c:v>
                </c:pt>
                <c:pt idx="5392">
                  <c:v>2033-10-06</c:v>
                </c:pt>
                <c:pt idx="5393">
                  <c:v>2033-10-07</c:v>
                </c:pt>
                <c:pt idx="5394">
                  <c:v>2033-10-08</c:v>
                </c:pt>
                <c:pt idx="5395">
                  <c:v>2033-10-09</c:v>
                </c:pt>
                <c:pt idx="5396">
                  <c:v>2033-10-10</c:v>
                </c:pt>
                <c:pt idx="5397">
                  <c:v>2033-10-11</c:v>
                </c:pt>
                <c:pt idx="5398">
                  <c:v>2033-10-12</c:v>
                </c:pt>
                <c:pt idx="5399">
                  <c:v>2033-10-13</c:v>
                </c:pt>
                <c:pt idx="5400">
                  <c:v>2033-10-14</c:v>
                </c:pt>
                <c:pt idx="5401">
                  <c:v>2033-10-15</c:v>
                </c:pt>
                <c:pt idx="5402">
                  <c:v>2033-10-16</c:v>
                </c:pt>
                <c:pt idx="5403">
                  <c:v>2033-10-17</c:v>
                </c:pt>
                <c:pt idx="5404">
                  <c:v>2033-10-18</c:v>
                </c:pt>
                <c:pt idx="5405">
                  <c:v>2033-10-19</c:v>
                </c:pt>
                <c:pt idx="5406">
                  <c:v>2033-10-20</c:v>
                </c:pt>
                <c:pt idx="5407">
                  <c:v>2033-10-21</c:v>
                </c:pt>
                <c:pt idx="5408">
                  <c:v>2033-10-22</c:v>
                </c:pt>
                <c:pt idx="5409">
                  <c:v>2033-10-23</c:v>
                </c:pt>
                <c:pt idx="5410">
                  <c:v>2033-10-24</c:v>
                </c:pt>
                <c:pt idx="5411">
                  <c:v>2033-10-25</c:v>
                </c:pt>
                <c:pt idx="5412">
                  <c:v>2033-10-26</c:v>
                </c:pt>
                <c:pt idx="5413">
                  <c:v>2033-10-27</c:v>
                </c:pt>
                <c:pt idx="5414">
                  <c:v>2033-10-28</c:v>
                </c:pt>
                <c:pt idx="5415">
                  <c:v>2033-10-29</c:v>
                </c:pt>
                <c:pt idx="5416">
                  <c:v>2033-10-30</c:v>
                </c:pt>
                <c:pt idx="5417">
                  <c:v>2033-10-31</c:v>
                </c:pt>
                <c:pt idx="5418">
                  <c:v>2033-11-01</c:v>
                </c:pt>
                <c:pt idx="5419">
                  <c:v>2033-11-02</c:v>
                </c:pt>
                <c:pt idx="5420">
                  <c:v>2033-11-03</c:v>
                </c:pt>
                <c:pt idx="5421">
                  <c:v>2033-11-04</c:v>
                </c:pt>
                <c:pt idx="5422">
                  <c:v>2033-11-05</c:v>
                </c:pt>
                <c:pt idx="5423">
                  <c:v>2033-11-06</c:v>
                </c:pt>
                <c:pt idx="5424">
                  <c:v>2033-11-07</c:v>
                </c:pt>
                <c:pt idx="5425">
                  <c:v>2033-11-08</c:v>
                </c:pt>
                <c:pt idx="5426">
                  <c:v>2033-11-09</c:v>
                </c:pt>
                <c:pt idx="5427">
                  <c:v>2033-11-10</c:v>
                </c:pt>
                <c:pt idx="5428">
                  <c:v>2033-11-11</c:v>
                </c:pt>
                <c:pt idx="5429">
                  <c:v>2033-11-12</c:v>
                </c:pt>
                <c:pt idx="5430">
                  <c:v>2033-11-13</c:v>
                </c:pt>
                <c:pt idx="5431">
                  <c:v>2033-11-14</c:v>
                </c:pt>
                <c:pt idx="5432">
                  <c:v>2033-11-15</c:v>
                </c:pt>
                <c:pt idx="5433">
                  <c:v>2033-11-16</c:v>
                </c:pt>
                <c:pt idx="5434">
                  <c:v>2033-11-17</c:v>
                </c:pt>
                <c:pt idx="5435">
                  <c:v>2033-11-18</c:v>
                </c:pt>
                <c:pt idx="5436">
                  <c:v>2033-11-19</c:v>
                </c:pt>
                <c:pt idx="5437">
                  <c:v>2033-11-20</c:v>
                </c:pt>
                <c:pt idx="5438">
                  <c:v>2033-11-21</c:v>
                </c:pt>
                <c:pt idx="5439">
                  <c:v>2033-11-22</c:v>
                </c:pt>
                <c:pt idx="5440">
                  <c:v>2033-11-23</c:v>
                </c:pt>
                <c:pt idx="5441">
                  <c:v>2033-11-24</c:v>
                </c:pt>
                <c:pt idx="5442">
                  <c:v>2033-11-25</c:v>
                </c:pt>
                <c:pt idx="5443">
                  <c:v>2033-11-26</c:v>
                </c:pt>
                <c:pt idx="5444">
                  <c:v>2033-11-27</c:v>
                </c:pt>
                <c:pt idx="5445">
                  <c:v>2033-11-28</c:v>
                </c:pt>
                <c:pt idx="5446">
                  <c:v>2033-11-29</c:v>
                </c:pt>
                <c:pt idx="5447">
                  <c:v>2033-11-30</c:v>
                </c:pt>
                <c:pt idx="5448">
                  <c:v>2033-12-01</c:v>
                </c:pt>
                <c:pt idx="5449">
                  <c:v>2033-12-02</c:v>
                </c:pt>
                <c:pt idx="5450">
                  <c:v>2033-12-03</c:v>
                </c:pt>
                <c:pt idx="5451">
                  <c:v>2033-12-04</c:v>
                </c:pt>
                <c:pt idx="5452">
                  <c:v>2033-12-05</c:v>
                </c:pt>
                <c:pt idx="5453">
                  <c:v>2033-12-06</c:v>
                </c:pt>
                <c:pt idx="5454">
                  <c:v>2033-12-07</c:v>
                </c:pt>
                <c:pt idx="5455">
                  <c:v>2033-12-08</c:v>
                </c:pt>
                <c:pt idx="5456">
                  <c:v>2033-12-09</c:v>
                </c:pt>
                <c:pt idx="5457">
                  <c:v>2033-12-10</c:v>
                </c:pt>
                <c:pt idx="5458">
                  <c:v>2033-12-11</c:v>
                </c:pt>
                <c:pt idx="5459">
                  <c:v>2033-12-12</c:v>
                </c:pt>
                <c:pt idx="5460">
                  <c:v>2033-12-13</c:v>
                </c:pt>
                <c:pt idx="5461">
                  <c:v>2033-12-14</c:v>
                </c:pt>
                <c:pt idx="5462">
                  <c:v>2033-12-15</c:v>
                </c:pt>
                <c:pt idx="5463">
                  <c:v>2033-12-16</c:v>
                </c:pt>
                <c:pt idx="5464">
                  <c:v>2033-12-17</c:v>
                </c:pt>
                <c:pt idx="5465">
                  <c:v>2033-12-18</c:v>
                </c:pt>
                <c:pt idx="5466">
                  <c:v>2033-12-19</c:v>
                </c:pt>
                <c:pt idx="5467">
                  <c:v>2033-12-20</c:v>
                </c:pt>
                <c:pt idx="5468">
                  <c:v>2033-12-21</c:v>
                </c:pt>
                <c:pt idx="5469">
                  <c:v>2033-12-22</c:v>
                </c:pt>
                <c:pt idx="5470">
                  <c:v>2033-12-23</c:v>
                </c:pt>
                <c:pt idx="5471">
                  <c:v>2033-12-24</c:v>
                </c:pt>
                <c:pt idx="5472">
                  <c:v>2033-12-25</c:v>
                </c:pt>
                <c:pt idx="5473">
                  <c:v>2033-12-26</c:v>
                </c:pt>
                <c:pt idx="5474">
                  <c:v>2033-12-27</c:v>
                </c:pt>
                <c:pt idx="5475">
                  <c:v>2033-12-28</c:v>
                </c:pt>
                <c:pt idx="5476">
                  <c:v>2033-12-29</c:v>
                </c:pt>
                <c:pt idx="5477">
                  <c:v>2033-12-30</c:v>
                </c:pt>
                <c:pt idx="5478">
                  <c:v>2033-12-31</c:v>
                </c:pt>
                <c:pt idx="5479">
                  <c:v>2034-01-01</c:v>
                </c:pt>
                <c:pt idx="5480">
                  <c:v>2034-01-02</c:v>
                </c:pt>
                <c:pt idx="5481">
                  <c:v>2034-01-03</c:v>
                </c:pt>
                <c:pt idx="5482">
                  <c:v>2034-01-04</c:v>
                </c:pt>
                <c:pt idx="5483">
                  <c:v>2034-01-05</c:v>
                </c:pt>
                <c:pt idx="5484">
                  <c:v>2034-01-06</c:v>
                </c:pt>
                <c:pt idx="5485">
                  <c:v>2034-01-07</c:v>
                </c:pt>
                <c:pt idx="5486">
                  <c:v>2034-01-08</c:v>
                </c:pt>
                <c:pt idx="5487">
                  <c:v>2034-01-09</c:v>
                </c:pt>
                <c:pt idx="5488">
                  <c:v>2034-01-10</c:v>
                </c:pt>
                <c:pt idx="5489">
                  <c:v>2034-01-11</c:v>
                </c:pt>
                <c:pt idx="5490">
                  <c:v>2034-01-12</c:v>
                </c:pt>
                <c:pt idx="5491">
                  <c:v>2034-01-13</c:v>
                </c:pt>
                <c:pt idx="5492">
                  <c:v>2034-01-14</c:v>
                </c:pt>
                <c:pt idx="5493">
                  <c:v>2034-01-15</c:v>
                </c:pt>
                <c:pt idx="5494">
                  <c:v>2034-01-16</c:v>
                </c:pt>
                <c:pt idx="5495">
                  <c:v>2034-01-17</c:v>
                </c:pt>
                <c:pt idx="5496">
                  <c:v>2034-01-18</c:v>
                </c:pt>
                <c:pt idx="5497">
                  <c:v>2034-01-19</c:v>
                </c:pt>
                <c:pt idx="5498">
                  <c:v>2034-01-20</c:v>
                </c:pt>
                <c:pt idx="5499">
                  <c:v>2034-01-21</c:v>
                </c:pt>
                <c:pt idx="5500">
                  <c:v>2034-01-22</c:v>
                </c:pt>
                <c:pt idx="5501">
                  <c:v>2034-01-23</c:v>
                </c:pt>
                <c:pt idx="5502">
                  <c:v>2034-01-24</c:v>
                </c:pt>
                <c:pt idx="5503">
                  <c:v>2034-01-25</c:v>
                </c:pt>
                <c:pt idx="5504">
                  <c:v>2034-01-26</c:v>
                </c:pt>
                <c:pt idx="5505">
                  <c:v>2034-01-27</c:v>
                </c:pt>
                <c:pt idx="5506">
                  <c:v>2034-01-28</c:v>
                </c:pt>
                <c:pt idx="5507">
                  <c:v>2034-01-29</c:v>
                </c:pt>
                <c:pt idx="5508">
                  <c:v>2034-01-30</c:v>
                </c:pt>
                <c:pt idx="5509">
                  <c:v>2034-01-31</c:v>
                </c:pt>
                <c:pt idx="5510">
                  <c:v>2034-02-01</c:v>
                </c:pt>
                <c:pt idx="5511">
                  <c:v>2034-02-02</c:v>
                </c:pt>
                <c:pt idx="5512">
                  <c:v>2034-02-03</c:v>
                </c:pt>
                <c:pt idx="5513">
                  <c:v>2034-02-04</c:v>
                </c:pt>
                <c:pt idx="5514">
                  <c:v>2034-02-05</c:v>
                </c:pt>
                <c:pt idx="5515">
                  <c:v>2034-02-06</c:v>
                </c:pt>
                <c:pt idx="5516">
                  <c:v>2034-02-07</c:v>
                </c:pt>
                <c:pt idx="5517">
                  <c:v>2034-02-08</c:v>
                </c:pt>
                <c:pt idx="5518">
                  <c:v>2034-02-09</c:v>
                </c:pt>
                <c:pt idx="5519">
                  <c:v>2034-02-10</c:v>
                </c:pt>
                <c:pt idx="5520">
                  <c:v>2034-02-11</c:v>
                </c:pt>
                <c:pt idx="5521">
                  <c:v>2034-02-12</c:v>
                </c:pt>
                <c:pt idx="5522">
                  <c:v>2034-02-13</c:v>
                </c:pt>
                <c:pt idx="5523">
                  <c:v>2034-02-14</c:v>
                </c:pt>
                <c:pt idx="5524">
                  <c:v>2034-02-15</c:v>
                </c:pt>
                <c:pt idx="5525">
                  <c:v>2034-02-16</c:v>
                </c:pt>
                <c:pt idx="5526">
                  <c:v>2034-02-17</c:v>
                </c:pt>
                <c:pt idx="5527">
                  <c:v>2034-02-18</c:v>
                </c:pt>
                <c:pt idx="5528">
                  <c:v>2034-02-19</c:v>
                </c:pt>
                <c:pt idx="5529">
                  <c:v>2034-02-20</c:v>
                </c:pt>
                <c:pt idx="5530">
                  <c:v>2034-02-21</c:v>
                </c:pt>
                <c:pt idx="5531">
                  <c:v>2034-02-22</c:v>
                </c:pt>
                <c:pt idx="5532">
                  <c:v>2034-02-23</c:v>
                </c:pt>
                <c:pt idx="5533">
                  <c:v>2034-02-24</c:v>
                </c:pt>
                <c:pt idx="5534">
                  <c:v>2034-02-25</c:v>
                </c:pt>
                <c:pt idx="5535">
                  <c:v>2034-02-26</c:v>
                </c:pt>
                <c:pt idx="5536">
                  <c:v>2034-02-27</c:v>
                </c:pt>
                <c:pt idx="5537">
                  <c:v>2034-02-28</c:v>
                </c:pt>
                <c:pt idx="5538">
                  <c:v>2034-03-01</c:v>
                </c:pt>
                <c:pt idx="5539">
                  <c:v>2034-03-02</c:v>
                </c:pt>
                <c:pt idx="5540">
                  <c:v>2034-03-03</c:v>
                </c:pt>
                <c:pt idx="5541">
                  <c:v>2034-03-04</c:v>
                </c:pt>
                <c:pt idx="5542">
                  <c:v>2034-03-05</c:v>
                </c:pt>
                <c:pt idx="5543">
                  <c:v>2034-03-06</c:v>
                </c:pt>
                <c:pt idx="5544">
                  <c:v>2034-03-07</c:v>
                </c:pt>
                <c:pt idx="5545">
                  <c:v>2034-03-08</c:v>
                </c:pt>
                <c:pt idx="5546">
                  <c:v>2034-03-09</c:v>
                </c:pt>
                <c:pt idx="5547">
                  <c:v>2034-03-10</c:v>
                </c:pt>
                <c:pt idx="5548">
                  <c:v>2034-03-11</c:v>
                </c:pt>
                <c:pt idx="5549">
                  <c:v>2034-03-12</c:v>
                </c:pt>
                <c:pt idx="5550">
                  <c:v>2034-03-13</c:v>
                </c:pt>
                <c:pt idx="5551">
                  <c:v>2034-03-14</c:v>
                </c:pt>
                <c:pt idx="5552">
                  <c:v>2034-03-15</c:v>
                </c:pt>
                <c:pt idx="5553">
                  <c:v>2034-03-16</c:v>
                </c:pt>
                <c:pt idx="5554">
                  <c:v>2034-03-17</c:v>
                </c:pt>
                <c:pt idx="5555">
                  <c:v>2034-03-18</c:v>
                </c:pt>
                <c:pt idx="5556">
                  <c:v>2034-03-19</c:v>
                </c:pt>
                <c:pt idx="5557">
                  <c:v>2034-03-20</c:v>
                </c:pt>
                <c:pt idx="5558">
                  <c:v>2034-03-21</c:v>
                </c:pt>
                <c:pt idx="5559">
                  <c:v>2034-03-22</c:v>
                </c:pt>
                <c:pt idx="5560">
                  <c:v>2034-03-23</c:v>
                </c:pt>
                <c:pt idx="5561">
                  <c:v>2034-03-24</c:v>
                </c:pt>
                <c:pt idx="5562">
                  <c:v>2034-03-25</c:v>
                </c:pt>
                <c:pt idx="5563">
                  <c:v>2034-03-26</c:v>
                </c:pt>
                <c:pt idx="5564">
                  <c:v>2034-03-27</c:v>
                </c:pt>
                <c:pt idx="5565">
                  <c:v>2034-03-28</c:v>
                </c:pt>
                <c:pt idx="5566">
                  <c:v>2034-03-29</c:v>
                </c:pt>
                <c:pt idx="5567">
                  <c:v>2034-03-30</c:v>
                </c:pt>
                <c:pt idx="5568">
                  <c:v>2034-03-31</c:v>
                </c:pt>
                <c:pt idx="5569">
                  <c:v>2034-04-01</c:v>
                </c:pt>
                <c:pt idx="5570">
                  <c:v>2034-04-02</c:v>
                </c:pt>
                <c:pt idx="5571">
                  <c:v>2034-04-03</c:v>
                </c:pt>
                <c:pt idx="5572">
                  <c:v>2034-04-04</c:v>
                </c:pt>
                <c:pt idx="5573">
                  <c:v>2034-04-05</c:v>
                </c:pt>
                <c:pt idx="5574">
                  <c:v>2034-04-06</c:v>
                </c:pt>
                <c:pt idx="5575">
                  <c:v>2034-04-07</c:v>
                </c:pt>
                <c:pt idx="5576">
                  <c:v>2034-04-08</c:v>
                </c:pt>
                <c:pt idx="5577">
                  <c:v>2034-04-09</c:v>
                </c:pt>
                <c:pt idx="5578">
                  <c:v>2034-04-10</c:v>
                </c:pt>
                <c:pt idx="5579">
                  <c:v>2034-04-11</c:v>
                </c:pt>
                <c:pt idx="5580">
                  <c:v>2034-04-12</c:v>
                </c:pt>
                <c:pt idx="5581">
                  <c:v>2034-04-13</c:v>
                </c:pt>
                <c:pt idx="5582">
                  <c:v>2034-04-14</c:v>
                </c:pt>
                <c:pt idx="5583">
                  <c:v>2034-04-15</c:v>
                </c:pt>
                <c:pt idx="5584">
                  <c:v>2034-04-16</c:v>
                </c:pt>
                <c:pt idx="5585">
                  <c:v>2034-04-17</c:v>
                </c:pt>
                <c:pt idx="5586">
                  <c:v>2034-04-18</c:v>
                </c:pt>
                <c:pt idx="5587">
                  <c:v>2034-04-19</c:v>
                </c:pt>
                <c:pt idx="5588">
                  <c:v>2034-04-20</c:v>
                </c:pt>
                <c:pt idx="5589">
                  <c:v>2034-04-21</c:v>
                </c:pt>
                <c:pt idx="5590">
                  <c:v>2034-04-22</c:v>
                </c:pt>
                <c:pt idx="5591">
                  <c:v>2034-04-23</c:v>
                </c:pt>
                <c:pt idx="5592">
                  <c:v>2034-04-24</c:v>
                </c:pt>
                <c:pt idx="5593">
                  <c:v>2034-04-25</c:v>
                </c:pt>
                <c:pt idx="5594">
                  <c:v>2034-04-26</c:v>
                </c:pt>
                <c:pt idx="5595">
                  <c:v>2034-04-27</c:v>
                </c:pt>
                <c:pt idx="5596">
                  <c:v>2034-04-28</c:v>
                </c:pt>
                <c:pt idx="5597">
                  <c:v>2034-04-29</c:v>
                </c:pt>
                <c:pt idx="5598">
                  <c:v>2034-04-30</c:v>
                </c:pt>
                <c:pt idx="5599">
                  <c:v>2034-05-01</c:v>
                </c:pt>
                <c:pt idx="5600">
                  <c:v>2034-05-02</c:v>
                </c:pt>
                <c:pt idx="5601">
                  <c:v>2034-05-03</c:v>
                </c:pt>
                <c:pt idx="5602">
                  <c:v>2034-05-04</c:v>
                </c:pt>
                <c:pt idx="5603">
                  <c:v>2034-05-05</c:v>
                </c:pt>
                <c:pt idx="5604">
                  <c:v>2034-05-06</c:v>
                </c:pt>
                <c:pt idx="5605">
                  <c:v>2034-05-07</c:v>
                </c:pt>
                <c:pt idx="5606">
                  <c:v>2034-05-08</c:v>
                </c:pt>
                <c:pt idx="5607">
                  <c:v>2034-05-09</c:v>
                </c:pt>
                <c:pt idx="5608">
                  <c:v>2034-05-10</c:v>
                </c:pt>
                <c:pt idx="5609">
                  <c:v>2034-05-11</c:v>
                </c:pt>
                <c:pt idx="5610">
                  <c:v>2034-05-12</c:v>
                </c:pt>
                <c:pt idx="5611">
                  <c:v>2034-05-13</c:v>
                </c:pt>
                <c:pt idx="5612">
                  <c:v>2034-05-14</c:v>
                </c:pt>
                <c:pt idx="5613">
                  <c:v>2034-05-15</c:v>
                </c:pt>
                <c:pt idx="5614">
                  <c:v>2034-05-16</c:v>
                </c:pt>
                <c:pt idx="5615">
                  <c:v>2034-05-17</c:v>
                </c:pt>
                <c:pt idx="5616">
                  <c:v>2034-05-18</c:v>
                </c:pt>
                <c:pt idx="5617">
                  <c:v>2034-05-19</c:v>
                </c:pt>
                <c:pt idx="5618">
                  <c:v>2034-05-20</c:v>
                </c:pt>
                <c:pt idx="5619">
                  <c:v>2034-05-21</c:v>
                </c:pt>
                <c:pt idx="5620">
                  <c:v>2034-05-22</c:v>
                </c:pt>
                <c:pt idx="5621">
                  <c:v>2034-05-23</c:v>
                </c:pt>
                <c:pt idx="5622">
                  <c:v>2034-05-24</c:v>
                </c:pt>
                <c:pt idx="5623">
                  <c:v>2034-05-25</c:v>
                </c:pt>
                <c:pt idx="5624">
                  <c:v>2034-05-26</c:v>
                </c:pt>
                <c:pt idx="5625">
                  <c:v>2034-05-27</c:v>
                </c:pt>
                <c:pt idx="5626">
                  <c:v>2034-05-28</c:v>
                </c:pt>
                <c:pt idx="5627">
                  <c:v>2034-05-29</c:v>
                </c:pt>
                <c:pt idx="5628">
                  <c:v>2034-05-30</c:v>
                </c:pt>
                <c:pt idx="5629">
                  <c:v>2034-05-31</c:v>
                </c:pt>
                <c:pt idx="5630">
                  <c:v>2034-06-01</c:v>
                </c:pt>
                <c:pt idx="5631">
                  <c:v>2034-06-02</c:v>
                </c:pt>
                <c:pt idx="5632">
                  <c:v>2034-06-03</c:v>
                </c:pt>
                <c:pt idx="5633">
                  <c:v>2034-06-04</c:v>
                </c:pt>
                <c:pt idx="5634">
                  <c:v>2034-06-05</c:v>
                </c:pt>
                <c:pt idx="5635">
                  <c:v>2034-06-06</c:v>
                </c:pt>
                <c:pt idx="5636">
                  <c:v>2034-06-07</c:v>
                </c:pt>
                <c:pt idx="5637">
                  <c:v>2034-06-08</c:v>
                </c:pt>
                <c:pt idx="5638">
                  <c:v>2034-06-09</c:v>
                </c:pt>
                <c:pt idx="5639">
                  <c:v>2034-06-10</c:v>
                </c:pt>
                <c:pt idx="5640">
                  <c:v>2034-06-11</c:v>
                </c:pt>
                <c:pt idx="5641">
                  <c:v>2034-06-12</c:v>
                </c:pt>
                <c:pt idx="5642">
                  <c:v>2034-06-13</c:v>
                </c:pt>
                <c:pt idx="5643">
                  <c:v>2034-06-14</c:v>
                </c:pt>
                <c:pt idx="5644">
                  <c:v>2034-06-15</c:v>
                </c:pt>
                <c:pt idx="5645">
                  <c:v>2034-06-16</c:v>
                </c:pt>
                <c:pt idx="5646">
                  <c:v>2034-06-17</c:v>
                </c:pt>
                <c:pt idx="5647">
                  <c:v>2034-06-18</c:v>
                </c:pt>
                <c:pt idx="5648">
                  <c:v>2034-06-19</c:v>
                </c:pt>
                <c:pt idx="5649">
                  <c:v>2034-06-20</c:v>
                </c:pt>
                <c:pt idx="5650">
                  <c:v>2034-06-21</c:v>
                </c:pt>
                <c:pt idx="5651">
                  <c:v>2034-06-22</c:v>
                </c:pt>
                <c:pt idx="5652">
                  <c:v>2034-06-23</c:v>
                </c:pt>
                <c:pt idx="5653">
                  <c:v>2034-06-24</c:v>
                </c:pt>
                <c:pt idx="5654">
                  <c:v>2034-06-25</c:v>
                </c:pt>
                <c:pt idx="5655">
                  <c:v>2034-06-26</c:v>
                </c:pt>
                <c:pt idx="5656">
                  <c:v>2034-06-27</c:v>
                </c:pt>
                <c:pt idx="5657">
                  <c:v>2034-06-28</c:v>
                </c:pt>
                <c:pt idx="5658">
                  <c:v>2034-06-29</c:v>
                </c:pt>
                <c:pt idx="5659">
                  <c:v>2034-06-30</c:v>
                </c:pt>
                <c:pt idx="5660">
                  <c:v>2034-07-01</c:v>
                </c:pt>
                <c:pt idx="5661">
                  <c:v>2034-07-02</c:v>
                </c:pt>
                <c:pt idx="5662">
                  <c:v>2034-07-03</c:v>
                </c:pt>
                <c:pt idx="5663">
                  <c:v>2034-07-04</c:v>
                </c:pt>
                <c:pt idx="5664">
                  <c:v>2034-07-05</c:v>
                </c:pt>
                <c:pt idx="5665">
                  <c:v>2034-07-06</c:v>
                </c:pt>
                <c:pt idx="5666">
                  <c:v>2034-07-07</c:v>
                </c:pt>
                <c:pt idx="5667">
                  <c:v>2034-07-08</c:v>
                </c:pt>
                <c:pt idx="5668">
                  <c:v>2034-07-09</c:v>
                </c:pt>
                <c:pt idx="5669">
                  <c:v>2034-07-10</c:v>
                </c:pt>
                <c:pt idx="5670">
                  <c:v>2034-07-11</c:v>
                </c:pt>
                <c:pt idx="5671">
                  <c:v>2034-07-12</c:v>
                </c:pt>
                <c:pt idx="5672">
                  <c:v>2034-07-13</c:v>
                </c:pt>
                <c:pt idx="5673">
                  <c:v>2034-07-14</c:v>
                </c:pt>
                <c:pt idx="5674">
                  <c:v>2034-07-15</c:v>
                </c:pt>
                <c:pt idx="5675">
                  <c:v>2034-07-16</c:v>
                </c:pt>
                <c:pt idx="5676">
                  <c:v>2034-07-17</c:v>
                </c:pt>
                <c:pt idx="5677">
                  <c:v>2034-07-18</c:v>
                </c:pt>
                <c:pt idx="5678">
                  <c:v>2034-07-19</c:v>
                </c:pt>
                <c:pt idx="5679">
                  <c:v>2034-07-20</c:v>
                </c:pt>
                <c:pt idx="5680">
                  <c:v>2034-07-21</c:v>
                </c:pt>
                <c:pt idx="5681">
                  <c:v>2034-07-22</c:v>
                </c:pt>
                <c:pt idx="5682">
                  <c:v>2034-07-23</c:v>
                </c:pt>
                <c:pt idx="5683">
                  <c:v>2034-07-24</c:v>
                </c:pt>
                <c:pt idx="5684">
                  <c:v>2034-07-25</c:v>
                </c:pt>
                <c:pt idx="5685">
                  <c:v>2034-07-26</c:v>
                </c:pt>
                <c:pt idx="5686">
                  <c:v>2034-07-27</c:v>
                </c:pt>
                <c:pt idx="5687">
                  <c:v>2034-07-28</c:v>
                </c:pt>
                <c:pt idx="5688">
                  <c:v>2034-07-29</c:v>
                </c:pt>
                <c:pt idx="5689">
                  <c:v>2034-07-30</c:v>
                </c:pt>
                <c:pt idx="5690">
                  <c:v>2034-07-31</c:v>
                </c:pt>
                <c:pt idx="5691">
                  <c:v>2034-08-01</c:v>
                </c:pt>
                <c:pt idx="5692">
                  <c:v>2034-08-02</c:v>
                </c:pt>
                <c:pt idx="5693">
                  <c:v>2034-08-03</c:v>
                </c:pt>
                <c:pt idx="5694">
                  <c:v>2034-08-04</c:v>
                </c:pt>
                <c:pt idx="5695">
                  <c:v>2034-08-05</c:v>
                </c:pt>
                <c:pt idx="5696">
                  <c:v>2034-08-06</c:v>
                </c:pt>
                <c:pt idx="5697">
                  <c:v>2034-08-07</c:v>
                </c:pt>
                <c:pt idx="5698">
                  <c:v>2034-08-08</c:v>
                </c:pt>
                <c:pt idx="5699">
                  <c:v>2034-08-09</c:v>
                </c:pt>
                <c:pt idx="5700">
                  <c:v>2034-08-10</c:v>
                </c:pt>
                <c:pt idx="5701">
                  <c:v>2034-08-11</c:v>
                </c:pt>
                <c:pt idx="5702">
                  <c:v>2034-08-12</c:v>
                </c:pt>
                <c:pt idx="5703">
                  <c:v>2034-08-13</c:v>
                </c:pt>
                <c:pt idx="5704">
                  <c:v>2034-08-14</c:v>
                </c:pt>
                <c:pt idx="5705">
                  <c:v>2034-08-15</c:v>
                </c:pt>
                <c:pt idx="5706">
                  <c:v>2034-08-16</c:v>
                </c:pt>
                <c:pt idx="5707">
                  <c:v>2034-08-17</c:v>
                </c:pt>
                <c:pt idx="5708">
                  <c:v>2034-08-18</c:v>
                </c:pt>
                <c:pt idx="5709">
                  <c:v>2034-08-19</c:v>
                </c:pt>
                <c:pt idx="5710">
                  <c:v>2034-08-20</c:v>
                </c:pt>
                <c:pt idx="5711">
                  <c:v>2034-08-21</c:v>
                </c:pt>
                <c:pt idx="5712">
                  <c:v>2034-08-22</c:v>
                </c:pt>
                <c:pt idx="5713">
                  <c:v>2034-08-23</c:v>
                </c:pt>
                <c:pt idx="5714">
                  <c:v>2034-08-24</c:v>
                </c:pt>
                <c:pt idx="5715">
                  <c:v>2034-08-25</c:v>
                </c:pt>
                <c:pt idx="5716">
                  <c:v>2034-08-26</c:v>
                </c:pt>
                <c:pt idx="5717">
                  <c:v>2034-08-27</c:v>
                </c:pt>
                <c:pt idx="5718">
                  <c:v>2034-08-28</c:v>
                </c:pt>
                <c:pt idx="5719">
                  <c:v>2034-08-29</c:v>
                </c:pt>
                <c:pt idx="5720">
                  <c:v>2034-08-30</c:v>
                </c:pt>
                <c:pt idx="5721">
                  <c:v>2034-08-31</c:v>
                </c:pt>
                <c:pt idx="5722">
                  <c:v>2034-09-01</c:v>
                </c:pt>
                <c:pt idx="5723">
                  <c:v>2034-09-02</c:v>
                </c:pt>
                <c:pt idx="5724">
                  <c:v>2034-09-03</c:v>
                </c:pt>
                <c:pt idx="5725">
                  <c:v>2034-09-04</c:v>
                </c:pt>
                <c:pt idx="5726">
                  <c:v>2034-09-05</c:v>
                </c:pt>
                <c:pt idx="5727">
                  <c:v>2034-09-06</c:v>
                </c:pt>
                <c:pt idx="5728">
                  <c:v>2034-09-07</c:v>
                </c:pt>
                <c:pt idx="5729">
                  <c:v>2034-09-08</c:v>
                </c:pt>
                <c:pt idx="5730">
                  <c:v>2034-09-09</c:v>
                </c:pt>
                <c:pt idx="5731">
                  <c:v>2034-09-10</c:v>
                </c:pt>
                <c:pt idx="5732">
                  <c:v>2034-09-11</c:v>
                </c:pt>
                <c:pt idx="5733">
                  <c:v>2034-09-12</c:v>
                </c:pt>
                <c:pt idx="5734">
                  <c:v>2034-09-13</c:v>
                </c:pt>
                <c:pt idx="5735">
                  <c:v>2034-09-14</c:v>
                </c:pt>
                <c:pt idx="5736">
                  <c:v>2034-09-15</c:v>
                </c:pt>
                <c:pt idx="5737">
                  <c:v>2034-09-16</c:v>
                </c:pt>
                <c:pt idx="5738">
                  <c:v>2034-09-17</c:v>
                </c:pt>
                <c:pt idx="5739">
                  <c:v>2034-09-18</c:v>
                </c:pt>
                <c:pt idx="5740">
                  <c:v>2034-09-19</c:v>
                </c:pt>
                <c:pt idx="5741">
                  <c:v>2034-09-20</c:v>
                </c:pt>
                <c:pt idx="5742">
                  <c:v>2034-09-21</c:v>
                </c:pt>
                <c:pt idx="5743">
                  <c:v>2034-09-22</c:v>
                </c:pt>
                <c:pt idx="5744">
                  <c:v>2034-09-23</c:v>
                </c:pt>
                <c:pt idx="5745">
                  <c:v>2034-09-24</c:v>
                </c:pt>
                <c:pt idx="5746">
                  <c:v>2034-09-25</c:v>
                </c:pt>
                <c:pt idx="5747">
                  <c:v>2034-09-26</c:v>
                </c:pt>
                <c:pt idx="5748">
                  <c:v>2034-09-27</c:v>
                </c:pt>
                <c:pt idx="5749">
                  <c:v>2034-09-28</c:v>
                </c:pt>
                <c:pt idx="5750">
                  <c:v>2034-09-29</c:v>
                </c:pt>
                <c:pt idx="5751">
                  <c:v>2034-09-30</c:v>
                </c:pt>
                <c:pt idx="5752">
                  <c:v>2034-10-01</c:v>
                </c:pt>
                <c:pt idx="5753">
                  <c:v>2034-10-02</c:v>
                </c:pt>
                <c:pt idx="5754">
                  <c:v>2034-10-03</c:v>
                </c:pt>
                <c:pt idx="5755">
                  <c:v>2034-10-04</c:v>
                </c:pt>
                <c:pt idx="5756">
                  <c:v>2034-10-05</c:v>
                </c:pt>
                <c:pt idx="5757">
                  <c:v>2034-10-06</c:v>
                </c:pt>
                <c:pt idx="5758">
                  <c:v>2034-10-07</c:v>
                </c:pt>
                <c:pt idx="5759">
                  <c:v>2034-10-08</c:v>
                </c:pt>
                <c:pt idx="5760">
                  <c:v>2034-10-09</c:v>
                </c:pt>
                <c:pt idx="5761">
                  <c:v>2034-10-10</c:v>
                </c:pt>
                <c:pt idx="5762">
                  <c:v>2034-10-11</c:v>
                </c:pt>
                <c:pt idx="5763">
                  <c:v>2034-10-12</c:v>
                </c:pt>
                <c:pt idx="5764">
                  <c:v>2034-10-13</c:v>
                </c:pt>
                <c:pt idx="5765">
                  <c:v>2034-10-14</c:v>
                </c:pt>
                <c:pt idx="5766">
                  <c:v>2034-10-15</c:v>
                </c:pt>
                <c:pt idx="5767">
                  <c:v>2034-10-16</c:v>
                </c:pt>
                <c:pt idx="5768">
                  <c:v>2034-10-17</c:v>
                </c:pt>
                <c:pt idx="5769">
                  <c:v>2034-10-18</c:v>
                </c:pt>
                <c:pt idx="5770">
                  <c:v>2034-10-19</c:v>
                </c:pt>
                <c:pt idx="5771">
                  <c:v>2034-10-20</c:v>
                </c:pt>
                <c:pt idx="5772">
                  <c:v>2034-10-21</c:v>
                </c:pt>
                <c:pt idx="5773">
                  <c:v>2034-10-22</c:v>
                </c:pt>
                <c:pt idx="5774">
                  <c:v>2034-10-23</c:v>
                </c:pt>
                <c:pt idx="5775">
                  <c:v>2034-10-24</c:v>
                </c:pt>
                <c:pt idx="5776">
                  <c:v>2034-10-25</c:v>
                </c:pt>
                <c:pt idx="5777">
                  <c:v>2034-10-26</c:v>
                </c:pt>
                <c:pt idx="5778">
                  <c:v>2034-10-27</c:v>
                </c:pt>
                <c:pt idx="5779">
                  <c:v>2034-10-28</c:v>
                </c:pt>
                <c:pt idx="5780">
                  <c:v>2034-10-29</c:v>
                </c:pt>
                <c:pt idx="5781">
                  <c:v>2034-10-30</c:v>
                </c:pt>
                <c:pt idx="5782">
                  <c:v>2034-10-31</c:v>
                </c:pt>
                <c:pt idx="5783">
                  <c:v>2034-11-01</c:v>
                </c:pt>
                <c:pt idx="5784">
                  <c:v>2034-11-02</c:v>
                </c:pt>
                <c:pt idx="5785">
                  <c:v>2034-11-03</c:v>
                </c:pt>
                <c:pt idx="5786">
                  <c:v>2034-11-04</c:v>
                </c:pt>
                <c:pt idx="5787">
                  <c:v>2034-11-05</c:v>
                </c:pt>
                <c:pt idx="5788">
                  <c:v>2034-11-06</c:v>
                </c:pt>
                <c:pt idx="5789">
                  <c:v>2034-11-07</c:v>
                </c:pt>
                <c:pt idx="5790">
                  <c:v>2034-11-08</c:v>
                </c:pt>
                <c:pt idx="5791">
                  <c:v>2034-11-09</c:v>
                </c:pt>
                <c:pt idx="5792">
                  <c:v>2034-11-10</c:v>
                </c:pt>
                <c:pt idx="5793">
                  <c:v>2034-11-11</c:v>
                </c:pt>
                <c:pt idx="5794">
                  <c:v>2034-11-12</c:v>
                </c:pt>
                <c:pt idx="5795">
                  <c:v>2034-11-13</c:v>
                </c:pt>
                <c:pt idx="5796">
                  <c:v>2034-11-14</c:v>
                </c:pt>
                <c:pt idx="5797">
                  <c:v>2034-11-15</c:v>
                </c:pt>
                <c:pt idx="5798">
                  <c:v>2034-11-16</c:v>
                </c:pt>
                <c:pt idx="5799">
                  <c:v>2034-11-17</c:v>
                </c:pt>
                <c:pt idx="5800">
                  <c:v>2034-11-18</c:v>
                </c:pt>
                <c:pt idx="5801">
                  <c:v>2034-11-19</c:v>
                </c:pt>
                <c:pt idx="5802">
                  <c:v>2034-11-20</c:v>
                </c:pt>
                <c:pt idx="5803">
                  <c:v>2034-11-21</c:v>
                </c:pt>
                <c:pt idx="5804">
                  <c:v>2034-11-22</c:v>
                </c:pt>
                <c:pt idx="5805">
                  <c:v>2034-11-23</c:v>
                </c:pt>
                <c:pt idx="5806">
                  <c:v>2034-11-24</c:v>
                </c:pt>
                <c:pt idx="5807">
                  <c:v>2034-11-25</c:v>
                </c:pt>
                <c:pt idx="5808">
                  <c:v>2034-11-26</c:v>
                </c:pt>
                <c:pt idx="5809">
                  <c:v>2034-11-27</c:v>
                </c:pt>
                <c:pt idx="5810">
                  <c:v>2034-11-28</c:v>
                </c:pt>
                <c:pt idx="5811">
                  <c:v>2034-11-29</c:v>
                </c:pt>
                <c:pt idx="5812">
                  <c:v>2034-11-30</c:v>
                </c:pt>
                <c:pt idx="5813">
                  <c:v>2034-12-01</c:v>
                </c:pt>
                <c:pt idx="5814">
                  <c:v>2034-12-02</c:v>
                </c:pt>
                <c:pt idx="5815">
                  <c:v>2034-12-03</c:v>
                </c:pt>
                <c:pt idx="5816">
                  <c:v>2034-12-04</c:v>
                </c:pt>
                <c:pt idx="5817">
                  <c:v>2034-12-05</c:v>
                </c:pt>
                <c:pt idx="5818">
                  <c:v>2034-12-06</c:v>
                </c:pt>
                <c:pt idx="5819">
                  <c:v>2034-12-07</c:v>
                </c:pt>
                <c:pt idx="5820">
                  <c:v>2034-12-08</c:v>
                </c:pt>
                <c:pt idx="5821">
                  <c:v>2034-12-09</c:v>
                </c:pt>
                <c:pt idx="5822">
                  <c:v>2034-12-10</c:v>
                </c:pt>
                <c:pt idx="5823">
                  <c:v>2034-12-11</c:v>
                </c:pt>
                <c:pt idx="5824">
                  <c:v>2034-12-12</c:v>
                </c:pt>
                <c:pt idx="5825">
                  <c:v>2034-12-13</c:v>
                </c:pt>
                <c:pt idx="5826">
                  <c:v>2034-12-14</c:v>
                </c:pt>
                <c:pt idx="5827">
                  <c:v>2034-12-15</c:v>
                </c:pt>
                <c:pt idx="5828">
                  <c:v>2034-12-16</c:v>
                </c:pt>
                <c:pt idx="5829">
                  <c:v>2034-12-17</c:v>
                </c:pt>
                <c:pt idx="5830">
                  <c:v>2034-12-18</c:v>
                </c:pt>
                <c:pt idx="5831">
                  <c:v>2034-12-19</c:v>
                </c:pt>
                <c:pt idx="5832">
                  <c:v>2034-12-20</c:v>
                </c:pt>
                <c:pt idx="5833">
                  <c:v>2034-12-21</c:v>
                </c:pt>
                <c:pt idx="5834">
                  <c:v>2034-12-22</c:v>
                </c:pt>
                <c:pt idx="5835">
                  <c:v>2034-12-23</c:v>
                </c:pt>
                <c:pt idx="5836">
                  <c:v>2034-12-24</c:v>
                </c:pt>
                <c:pt idx="5837">
                  <c:v>2034-12-25</c:v>
                </c:pt>
                <c:pt idx="5838">
                  <c:v>2034-12-26</c:v>
                </c:pt>
                <c:pt idx="5839">
                  <c:v>2034-12-27</c:v>
                </c:pt>
                <c:pt idx="5840">
                  <c:v>2034-12-28</c:v>
                </c:pt>
                <c:pt idx="5841">
                  <c:v>2034-12-29</c:v>
                </c:pt>
                <c:pt idx="5842">
                  <c:v>2034-12-30</c:v>
                </c:pt>
                <c:pt idx="5843">
                  <c:v>2034-12-31</c:v>
                </c:pt>
                <c:pt idx="5844">
                  <c:v>2035-01-01</c:v>
                </c:pt>
                <c:pt idx="5845">
                  <c:v>2035-01-02</c:v>
                </c:pt>
                <c:pt idx="5846">
                  <c:v>2035-01-03</c:v>
                </c:pt>
                <c:pt idx="5847">
                  <c:v>2035-01-04</c:v>
                </c:pt>
                <c:pt idx="5848">
                  <c:v>2035-01-05</c:v>
                </c:pt>
                <c:pt idx="5849">
                  <c:v>2035-01-06</c:v>
                </c:pt>
                <c:pt idx="5850">
                  <c:v>2035-01-07</c:v>
                </c:pt>
                <c:pt idx="5851">
                  <c:v>2035-01-08</c:v>
                </c:pt>
                <c:pt idx="5852">
                  <c:v>2035-01-09</c:v>
                </c:pt>
                <c:pt idx="5853">
                  <c:v>2035-01-10</c:v>
                </c:pt>
                <c:pt idx="5854">
                  <c:v>2035-01-11</c:v>
                </c:pt>
                <c:pt idx="5855">
                  <c:v>2035-01-12</c:v>
                </c:pt>
                <c:pt idx="5856">
                  <c:v>2035-01-13</c:v>
                </c:pt>
                <c:pt idx="5857">
                  <c:v>2035-01-14</c:v>
                </c:pt>
                <c:pt idx="5858">
                  <c:v>2035-01-15</c:v>
                </c:pt>
                <c:pt idx="5859">
                  <c:v>2035-01-16</c:v>
                </c:pt>
                <c:pt idx="5860">
                  <c:v>2035-01-17</c:v>
                </c:pt>
                <c:pt idx="5861">
                  <c:v>2035-01-18</c:v>
                </c:pt>
                <c:pt idx="5862">
                  <c:v>2035-01-19</c:v>
                </c:pt>
                <c:pt idx="5863">
                  <c:v>2035-01-20</c:v>
                </c:pt>
                <c:pt idx="5864">
                  <c:v>2035-01-21</c:v>
                </c:pt>
                <c:pt idx="5865">
                  <c:v>2035-01-22</c:v>
                </c:pt>
                <c:pt idx="5866">
                  <c:v>2035-01-23</c:v>
                </c:pt>
                <c:pt idx="5867">
                  <c:v>2035-01-24</c:v>
                </c:pt>
                <c:pt idx="5868">
                  <c:v>2035-01-25</c:v>
                </c:pt>
                <c:pt idx="5869">
                  <c:v>2035-01-26</c:v>
                </c:pt>
                <c:pt idx="5870">
                  <c:v>2035-01-27</c:v>
                </c:pt>
                <c:pt idx="5871">
                  <c:v>2035-01-28</c:v>
                </c:pt>
                <c:pt idx="5872">
                  <c:v>2035-01-29</c:v>
                </c:pt>
                <c:pt idx="5873">
                  <c:v>2035-01-30</c:v>
                </c:pt>
                <c:pt idx="5874">
                  <c:v>2035-01-31</c:v>
                </c:pt>
                <c:pt idx="5875">
                  <c:v>2035-02-01</c:v>
                </c:pt>
                <c:pt idx="5876">
                  <c:v>2035-02-02</c:v>
                </c:pt>
                <c:pt idx="5877">
                  <c:v>2035-02-03</c:v>
                </c:pt>
                <c:pt idx="5878">
                  <c:v>2035-02-04</c:v>
                </c:pt>
                <c:pt idx="5879">
                  <c:v>2035-02-05</c:v>
                </c:pt>
                <c:pt idx="5880">
                  <c:v>2035-02-06</c:v>
                </c:pt>
                <c:pt idx="5881">
                  <c:v>2035-02-07</c:v>
                </c:pt>
                <c:pt idx="5882">
                  <c:v>2035-02-08</c:v>
                </c:pt>
                <c:pt idx="5883">
                  <c:v>2035-02-09</c:v>
                </c:pt>
                <c:pt idx="5884">
                  <c:v>2035-02-10</c:v>
                </c:pt>
                <c:pt idx="5885">
                  <c:v>2035-02-11</c:v>
                </c:pt>
                <c:pt idx="5886">
                  <c:v>2035-02-12</c:v>
                </c:pt>
                <c:pt idx="5887">
                  <c:v>2035-02-13</c:v>
                </c:pt>
                <c:pt idx="5888">
                  <c:v>2035-02-14</c:v>
                </c:pt>
                <c:pt idx="5889">
                  <c:v>2035-02-15</c:v>
                </c:pt>
                <c:pt idx="5890">
                  <c:v>2035-02-16</c:v>
                </c:pt>
                <c:pt idx="5891">
                  <c:v>2035-02-17</c:v>
                </c:pt>
                <c:pt idx="5892">
                  <c:v>2035-02-18</c:v>
                </c:pt>
                <c:pt idx="5893">
                  <c:v>2035-02-19</c:v>
                </c:pt>
                <c:pt idx="5894">
                  <c:v>2035-02-20</c:v>
                </c:pt>
                <c:pt idx="5895">
                  <c:v>2035-02-21</c:v>
                </c:pt>
                <c:pt idx="5896">
                  <c:v>2035-02-22</c:v>
                </c:pt>
                <c:pt idx="5897">
                  <c:v>2035-02-23</c:v>
                </c:pt>
                <c:pt idx="5898">
                  <c:v>2035-02-24</c:v>
                </c:pt>
                <c:pt idx="5899">
                  <c:v>2035-02-25</c:v>
                </c:pt>
                <c:pt idx="5900">
                  <c:v>2035-02-26</c:v>
                </c:pt>
                <c:pt idx="5901">
                  <c:v>2035-02-27</c:v>
                </c:pt>
                <c:pt idx="5902">
                  <c:v>2035-02-28</c:v>
                </c:pt>
                <c:pt idx="5903">
                  <c:v>2035-03-01</c:v>
                </c:pt>
                <c:pt idx="5904">
                  <c:v>2035-03-02</c:v>
                </c:pt>
                <c:pt idx="5905">
                  <c:v>2035-03-03</c:v>
                </c:pt>
                <c:pt idx="5906">
                  <c:v>2035-03-04</c:v>
                </c:pt>
                <c:pt idx="5907">
                  <c:v>2035-03-05</c:v>
                </c:pt>
                <c:pt idx="5908">
                  <c:v>2035-03-06</c:v>
                </c:pt>
                <c:pt idx="5909">
                  <c:v>2035-03-07</c:v>
                </c:pt>
                <c:pt idx="5910">
                  <c:v>2035-03-08</c:v>
                </c:pt>
                <c:pt idx="5911">
                  <c:v>2035-03-09</c:v>
                </c:pt>
                <c:pt idx="5912">
                  <c:v>2035-03-10</c:v>
                </c:pt>
                <c:pt idx="5913">
                  <c:v>2035-03-11</c:v>
                </c:pt>
                <c:pt idx="5914">
                  <c:v>2035-03-12</c:v>
                </c:pt>
                <c:pt idx="5915">
                  <c:v>2035-03-13</c:v>
                </c:pt>
                <c:pt idx="5916">
                  <c:v>2035-03-14</c:v>
                </c:pt>
                <c:pt idx="5917">
                  <c:v>2035-03-15</c:v>
                </c:pt>
                <c:pt idx="5918">
                  <c:v>2035-03-16</c:v>
                </c:pt>
                <c:pt idx="5919">
                  <c:v>2035-03-17</c:v>
                </c:pt>
                <c:pt idx="5920">
                  <c:v>2035-03-18</c:v>
                </c:pt>
                <c:pt idx="5921">
                  <c:v>2035-03-19</c:v>
                </c:pt>
                <c:pt idx="5922">
                  <c:v>2035-03-20</c:v>
                </c:pt>
                <c:pt idx="5923">
                  <c:v>2035-03-21</c:v>
                </c:pt>
                <c:pt idx="5924">
                  <c:v>2035-03-22</c:v>
                </c:pt>
                <c:pt idx="5925">
                  <c:v>2035-03-23</c:v>
                </c:pt>
                <c:pt idx="5926">
                  <c:v>2035-03-24</c:v>
                </c:pt>
                <c:pt idx="5927">
                  <c:v>2035-03-25</c:v>
                </c:pt>
                <c:pt idx="5928">
                  <c:v>2035-03-26</c:v>
                </c:pt>
                <c:pt idx="5929">
                  <c:v>2035-03-27</c:v>
                </c:pt>
                <c:pt idx="5930">
                  <c:v>2035-03-28</c:v>
                </c:pt>
                <c:pt idx="5931">
                  <c:v>2035-03-29</c:v>
                </c:pt>
                <c:pt idx="5932">
                  <c:v>2035-03-30</c:v>
                </c:pt>
                <c:pt idx="5933">
                  <c:v>2035-03-31</c:v>
                </c:pt>
                <c:pt idx="5934">
                  <c:v>2035-04-01</c:v>
                </c:pt>
                <c:pt idx="5935">
                  <c:v>2035-04-02</c:v>
                </c:pt>
                <c:pt idx="5936">
                  <c:v>2035-04-03</c:v>
                </c:pt>
                <c:pt idx="5937">
                  <c:v>2035-04-04</c:v>
                </c:pt>
                <c:pt idx="5938">
                  <c:v>2035-04-05</c:v>
                </c:pt>
                <c:pt idx="5939">
                  <c:v>2035-04-06</c:v>
                </c:pt>
                <c:pt idx="5940">
                  <c:v>2035-04-07</c:v>
                </c:pt>
                <c:pt idx="5941">
                  <c:v>2035-04-08</c:v>
                </c:pt>
                <c:pt idx="5942">
                  <c:v>2035-04-09</c:v>
                </c:pt>
                <c:pt idx="5943">
                  <c:v>2035-04-10</c:v>
                </c:pt>
                <c:pt idx="5944">
                  <c:v>2035-04-11</c:v>
                </c:pt>
                <c:pt idx="5945">
                  <c:v>2035-04-12</c:v>
                </c:pt>
                <c:pt idx="5946">
                  <c:v>2035-04-13</c:v>
                </c:pt>
                <c:pt idx="5947">
                  <c:v>2035-04-14</c:v>
                </c:pt>
                <c:pt idx="5948">
                  <c:v>2035-04-15</c:v>
                </c:pt>
                <c:pt idx="5949">
                  <c:v>2035-04-16</c:v>
                </c:pt>
                <c:pt idx="5950">
                  <c:v>2035-04-17</c:v>
                </c:pt>
                <c:pt idx="5951">
                  <c:v>2035-04-18</c:v>
                </c:pt>
                <c:pt idx="5952">
                  <c:v>2035-04-19</c:v>
                </c:pt>
                <c:pt idx="5953">
                  <c:v>2035-04-20</c:v>
                </c:pt>
                <c:pt idx="5954">
                  <c:v>2035-04-21</c:v>
                </c:pt>
                <c:pt idx="5955">
                  <c:v>2035-04-22</c:v>
                </c:pt>
                <c:pt idx="5956">
                  <c:v>2035-04-23</c:v>
                </c:pt>
                <c:pt idx="5957">
                  <c:v>2035-04-24</c:v>
                </c:pt>
                <c:pt idx="5958">
                  <c:v>2035-04-25</c:v>
                </c:pt>
                <c:pt idx="5959">
                  <c:v>2035-04-26</c:v>
                </c:pt>
                <c:pt idx="5960">
                  <c:v>2035-04-27</c:v>
                </c:pt>
                <c:pt idx="5961">
                  <c:v>2035-04-28</c:v>
                </c:pt>
                <c:pt idx="5962">
                  <c:v>2035-04-29</c:v>
                </c:pt>
                <c:pt idx="5963">
                  <c:v>2035-04-30</c:v>
                </c:pt>
                <c:pt idx="5964">
                  <c:v>2035-05-01</c:v>
                </c:pt>
                <c:pt idx="5965">
                  <c:v>2035-05-02</c:v>
                </c:pt>
                <c:pt idx="5966">
                  <c:v>2035-05-03</c:v>
                </c:pt>
                <c:pt idx="5967">
                  <c:v>2035-05-04</c:v>
                </c:pt>
                <c:pt idx="5968">
                  <c:v>2035-05-05</c:v>
                </c:pt>
                <c:pt idx="5969">
                  <c:v>2035-05-06</c:v>
                </c:pt>
                <c:pt idx="5970">
                  <c:v>2035-05-07</c:v>
                </c:pt>
                <c:pt idx="5971">
                  <c:v>2035-05-08</c:v>
                </c:pt>
                <c:pt idx="5972">
                  <c:v>2035-05-09</c:v>
                </c:pt>
                <c:pt idx="5973">
                  <c:v>2035-05-10</c:v>
                </c:pt>
                <c:pt idx="5974">
                  <c:v>2035-05-11</c:v>
                </c:pt>
                <c:pt idx="5975">
                  <c:v>2035-05-12</c:v>
                </c:pt>
                <c:pt idx="5976">
                  <c:v>2035-05-13</c:v>
                </c:pt>
                <c:pt idx="5977">
                  <c:v>2035-05-14</c:v>
                </c:pt>
                <c:pt idx="5978">
                  <c:v>2035-05-15</c:v>
                </c:pt>
                <c:pt idx="5979">
                  <c:v>2035-05-16</c:v>
                </c:pt>
                <c:pt idx="5980">
                  <c:v>2035-05-17</c:v>
                </c:pt>
                <c:pt idx="5981">
                  <c:v>2035-05-18</c:v>
                </c:pt>
                <c:pt idx="5982">
                  <c:v>2035-05-19</c:v>
                </c:pt>
                <c:pt idx="5983">
                  <c:v>2035-05-20</c:v>
                </c:pt>
                <c:pt idx="5984">
                  <c:v>2035-05-21</c:v>
                </c:pt>
                <c:pt idx="5985">
                  <c:v>2035-05-22</c:v>
                </c:pt>
                <c:pt idx="5986">
                  <c:v>2035-05-23</c:v>
                </c:pt>
                <c:pt idx="5987">
                  <c:v>2035-05-24</c:v>
                </c:pt>
                <c:pt idx="5988">
                  <c:v>2035-05-25</c:v>
                </c:pt>
                <c:pt idx="5989">
                  <c:v>2035-05-26</c:v>
                </c:pt>
                <c:pt idx="5990">
                  <c:v>2035-05-27</c:v>
                </c:pt>
                <c:pt idx="5991">
                  <c:v>2035-05-28</c:v>
                </c:pt>
                <c:pt idx="5992">
                  <c:v>2035-05-29</c:v>
                </c:pt>
                <c:pt idx="5993">
                  <c:v>2035-05-30</c:v>
                </c:pt>
                <c:pt idx="5994">
                  <c:v>2035-05-31</c:v>
                </c:pt>
                <c:pt idx="5995">
                  <c:v>2035-06-01</c:v>
                </c:pt>
                <c:pt idx="5996">
                  <c:v>2035-06-02</c:v>
                </c:pt>
                <c:pt idx="5997">
                  <c:v>2035-06-03</c:v>
                </c:pt>
                <c:pt idx="5998">
                  <c:v>2035-06-04</c:v>
                </c:pt>
                <c:pt idx="5999">
                  <c:v>2035-06-05</c:v>
                </c:pt>
                <c:pt idx="6000">
                  <c:v>2035-06-06</c:v>
                </c:pt>
                <c:pt idx="6001">
                  <c:v>2035-06-07</c:v>
                </c:pt>
                <c:pt idx="6002">
                  <c:v>2035-06-08</c:v>
                </c:pt>
                <c:pt idx="6003">
                  <c:v>2035-06-09</c:v>
                </c:pt>
                <c:pt idx="6004">
                  <c:v>2035-06-10</c:v>
                </c:pt>
                <c:pt idx="6005">
                  <c:v>2035-06-11</c:v>
                </c:pt>
                <c:pt idx="6006">
                  <c:v>2035-06-12</c:v>
                </c:pt>
                <c:pt idx="6007">
                  <c:v>2035-06-13</c:v>
                </c:pt>
                <c:pt idx="6008">
                  <c:v>2035-06-14</c:v>
                </c:pt>
                <c:pt idx="6009">
                  <c:v>2035-06-15</c:v>
                </c:pt>
                <c:pt idx="6010">
                  <c:v>2035-06-16</c:v>
                </c:pt>
                <c:pt idx="6011">
                  <c:v>2035-06-17</c:v>
                </c:pt>
                <c:pt idx="6012">
                  <c:v>2035-06-18</c:v>
                </c:pt>
                <c:pt idx="6013">
                  <c:v>2035-06-19</c:v>
                </c:pt>
                <c:pt idx="6014">
                  <c:v>2035-06-20</c:v>
                </c:pt>
                <c:pt idx="6015">
                  <c:v>2035-06-21</c:v>
                </c:pt>
                <c:pt idx="6016">
                  <c:v>2035-06-22</c:v>
                </c:pt>
                <c:pt idx="6017">
                  <c:v>2035-06-23</c:v>
                </c:pt>
                <c:pt idx="6018">
                  <c:v>2035-06-24</c:v>
                </c:pt>
                <c:pt idx="6019">
                  <c:v>2035-06-25</c:v>
                </c:pt>
                <c:pt idx="6020">
                  <c:v>2035-06-26</c:v>
                </c:pt>
                <c:pt idx="6021">
                  <c:v>2035-06-27</c:v>
                </c:pt>
                <c:pt idx="6022">
                  <c:v>2035-06-28</c:v>
                </c:pt>
                <c:pt idx="6023">
                  <c:v>2035-06-29</c:v>
                </c:pt>
                <c:pt idx="6024">
                  <c:v>2035-06-30</c:v>
                </c:pt>
                <c:pt idx="6025">
                  <c:v>2035-07-01</c:v>
                </c:pt>
                <c:pt idx="6026">
                  <c:v>2035-07-02</c:v>
                </c:pt>
                <c:pt idx="6027">
                  <c:v>2035-07-03</c:v>
                </c:pt>
                <c:pt idx="6028">
                  <c:v>2035-07-04</c:v>
                </c:pt>
                <c:pt idx="6029">
                  <c:v>2035-07-05</c:v>
                </c:pt>
                <c:pt idx="6030">
                  <c:v>2035-07-06</c:v>
                </c:pt>
                <c:pt idx="6031">
                  <c:v>2035-07-07</c:v>
                </c:pt>
                <c:pt idx="6032">
                  <c:v>2035-07-08</c:v>
                </c:pt>
                <c:pt idx="6033">
                  <c:v>2035-07-09</c:v>
                </c:pt>
                <c:pt idx="6034">
                  <c:v>2035-07-10</c:v>
                </c:pt>
                <c:pt idx="6035">
                  <c:v>2035-07-11</c:v>
                </c:pt>
                <c:pt idx="6036">
                  <c:v>2035-07-12</c:v>
                </c:pt>
                <c:pt idx="6037">
                  <c:v>2035-07-13</c:v>
                </c:pt>
                <c:pt idx="6038">
                  <c:v>2035-07-14</c:v>
                </c:pt>
                <c:pt idx="6039">
                  <c:v>2035-07-15</c:v>
                </c:pt>
                <c:pt idx="6040">
                  <c:v>2035-07-16</c:v>
                </c:pt>
                <c:pt idx="6041">
                  <c:v>2035-07-17</c:v>
                </c:pt>
                <c:pt idx="6042">
                  <c:v>2035-07-18</c:v>
                </c:pt>
                <c:pt idx="6043">
                  <c:v>2035-07-19</c:v>
                </c:pt>
                <c:pt idx="6044">
                  <c:v>2035-07-20</c:v>
                </c:pt>
                <c:pt idx="6045">
                  <c:v>2035-07-21</c:v>
                </c:pt>
                <c:pt idx="6046">
                  <c:v>2035-07-22</c:v>
                </c:pt>
                <c:pt idx="6047">
                  <c:v>2035-07-23</c:v>
                </c:pt>
                <c:pt idx="6048">
                  <c:v>2035-07-24</c:v>
                </c:pt>
                <c:pt idx="6049">
                  <c:v>2035-07-25</c:v>
                </c:pt>
                <c:pt idx="6050">
                  <c:v>2035-07-26</c:v>
                </c:pt>
                <c:pt idx="6051">
                  <c:v>2035-07-27</c:v>
                </c:pt>
                <c:pt idx="6052">
                  <c:v>2035-07-28</c:v>
                </c:pt>
                <c:pt idx="6053">
                  <c:v>2035-07-29</c:v>
                </c:pt>
                <c:pt idx="6054">
                  <c:v>2035-07-30</c:v>
                </c:pt>
                <c:pt idx="6055">
                  <c:v>2035-07-31</c:v>
                </c:pt>
                <c:pt idx="6056">
                  <c:v>2035-08-01</c:v>
                </c:pt>
                <c:pt idx="6057">
                  <c:v>2035-08-02</c:v>
                </c:pt>
                <c:pt idx="6058">
                  <c:v>2035-08-03</c:v>
                </c:pt>
                <c:pt idx="6059">
                  <c:v>2035-08-04</c:v>
                </c:pt>
                <c:pt idx="6060">
                  <c:v>2035-08-05</c:v>
                </c:pt>
                <c:pt idx="6061">
                  <c:v>2035-08-06</c:v>
                </c:pt>
                <c:pt idx="6062">
                  <c:v>2035-08-07</c:v>
                </c:pt>
                <c:pt idx="6063">
                  <c:v>2035-08-08</c:v>
                </c:pt>
                <c:pt idx="6064">
                  <c:v>2035-08-09</c:v>
                </c:pt>
                <c:pt idx="6065">
                  <c:v>2035-08-10</c:v>
                </c:pt>
                <c:pt idx="6066">
                  <c:v>2035-08-11</c:v>
                </c:pt>
                <c:pt idx="6067">
                  <c:v>2035-08-12</c:v>
                </c:pt>
                <c:pt idx="6068">
                  <c:v>2035-08-13</c:v>
                </c:pt>
                <c:pt idx="6069">
                  <c:v>2035-08-14</c:v>
                </c:pt>
                <c:pt idx="6070">
                  <c:v>2035-08-15</c:v>
                </c:pt>
                <c:pt idx="6071">
                  <c:v>2035-08-16</c:v>
                </c:pt>
                <c:pt idx="6072">
                  <c:v>2035-08-17</c:v>
                </c:pt>
                <c:pt idx="6073">
                  <c:v>2035-08-18</c:v>
                </c:pt>
                <c:pt idx="6074">
                  <c:v>2035-08-19</c:v>
                </c:pt>
                <c:pt idx="6075">
                  <c:v>2035-08-20</c:v>
                </c:pt>
                <c:pt idx="6076">
                  <c:v>2035-08-21</c:v>
                </c:pt>
                <c:pt idx="6077">
                  <c:v>2035-08-22</c:v>
                </c:pt>
                <c:pt idx="6078">
                  <c:v>2035-08-23</c:v>
                </c:pt>
                <c:pt idx="6079">
                  <c:v>2035-08-24</c:v>
                </c:pt>
                <c:pt idx="6080">
                  <c:v>2035-08-25</c:v>
                </c:pt>
                <c:pt idx="6081">
                  <c:v>2035-08-26</c:v>
                </c:pt>
                <c:pt idx="6082">
                  <c:v>2035-08-27</c:v>
                </c:pt>
                <c:pt idx="6083">
                  <c:v>2035-08-28</c:v>
                </c:pt>
                <c:pt idx="6084">
                  <c:v>2035-08-29</c:v>
                </c:pt>
                <c:pt idx="6085">
                  <c:v>2035-08-30</c:v>
                </c:pt>
                <c:pt idx="6086">
                  <c:v>2035-08-31</c:v>
                </c:pt>
                <c:pt idx="6087">
                  <c:v>2035-09-01</c:v>
                </c:pt>
                <c:pt idx="6088">
                  <c:v>2035-09-02</c:v>
                </c:pt>
                <c:pt idx="6089">
                  <c:v>2035-09-03</c:v>
                </c:pt>
                <c:pt idx="6090">
                  <c:v>2035-09-04</c:v>
                </c:pt>
                <c:pt idx="6091">
                  <c:v>2035-09-05</c:v>
                </c:pt>
                <c:pt idx="6092">
                  <c:v>2035-09-06</c:v>
                </c:pt>
                <c:pt idx="6093">
                  <c:v>2035-09-07</c:v>
                </c:pt>
                <c:pt idx="6094">
                  <c:v>2035-09-08</c:v>
                </c:pt>
                <c:pt idx="6095">
                  <c:v>2035-09-09</c:v>
                </c:pt>
                <c:pt idx="6096">
                  <c:v>2035-09-10</c:v>
                </c:pt>
                <c:pt idx="6097">
                  <c:v>2035-09-11</c:v>
                </c:pt>
                <c:pt idx="6098">
                  <c:v>2035-09-12</c:v>
                </c:pt>
                <c:pt idx="6099">
                  <c:v>2035-09-13</c:v>
                </c:pt>
                <c:pt idx="6100">
                  <c:v>2035-09-14</c:v>
                </c:pt>
                <c:pt idx="6101">
                  <c:v>2035-09-15</c:v>
                </c:pt>
                <c:pt idx="6102">
                  <c:v>2035-09-16</c:v>
                </c:pt>
                <c:pt idx="6103">
                  <c:v>2035-09-17</c:v>
                </c:pt>
                <c:pt idx="6104">
                  <c:v>2035-09-18</c:v>
                </c:pt>
                <c:pt idx="6105">
                  <c:v>2035-09-19</c:v>
                </c:pt>
                <c:pt idx="6106">
                  <c:v>2035-09-20</c:v>
                </c:pt>
                <c:pt idx="6107">
                  <c:v>2035-09-21</c:v>
                </c:pt>
                <c:pt idx="6108">
                  <c:v>2035-09-22</c:v>
                </c:pt>
                <c:pt idx="6109">
                  <c:v>2035-09-23</c:v>
                </c:pt>
                <c:pt idx="6110">
                  <c:v>2035-09-24</c:v>
                </c:pt>
                <c:pt idx="6111">
                  <c:v>2035-09-25</c:v>
                </c:pt>
                <c:pt idx="6112">
                  <c:v>2035-09-26</c:v>
                </c:pt>
                <c:pt idx="6113">
                  <c:v>2035-09-27</c:v>
                </c:pt>
                <c:pt idx="6114">
                  <c:v>2035-09-28</c:v>
                </c:pt>
                <c:pt idx="6115">
                  <c:v>2035-09-29</c:v>
                </c:pt>
                <c:pt idx="6116">
                  <c:v>2035-09-30</c:v>
                </c:pt>
                <c:pt idx="6117">
                  <c:v>2035-10-01</c:v>
                </c:pt>
                <c:pt idx="6118">
                  <c:v>2035-10-02</c:v>
                </c:pt>
                <c:pt idx="6119">
                  <c:v>2035-10-03</c:v>
                </c:pt>
                <c:pt idx="6120">
                  <c:v>2035-10-04</c:v>
                </c:pt>
                <c:pt idx="6121">
                  <c:v>2035-10-05</c:v>
                </c:pt>
                <c:pt idx="6122">
                  <c:v>2035-10-06</c:v>
                </c:pt>
                <c:pt idx="6123">
                  <c:v>2035-10-07</c:v>
                </c:pt>
                <c:pt idx="6124">
                  <c:v>2035-10-08</c:v>
                </c:pt>
                <c:pt idx="6125">
                  <c:v>2035-10-09</c:v>
                </c:pt>
                <c:pt idx="6126">
                  <c:v>2035-10-10</c:v>
                </c:pt>
                <c:pt idx="6127">
                  <c:v>2035-10-11</c:v>
                </c:pt>
                <c:pt idx="6128">
                  <c:v>2035-10-12</c:v>
                </c:pt>
                <c:pt idx="6129">
                  <c:v>2035-10-13</c:v>
                </c:pt>
                <c:pt idx="6130">
                  <c:v>2035-10-14</c:v>
                </c:pt>
                <c:pt idx="6131">
                  <c:v>2035-10-15</c:v>
                </c:pt>
                <c:pt idx="6132">
                  <c:v>2035-10-16</c:v>
                </c:pt>
                <c:pt idx="6133">
                  <c:v>2035-10-17</c:v>
                </c:pt>
                <c:pt idx="6134">
                  <c:v>2035-10-18</c:v>
                </c:pt>
                <c:pt idx="6135">
                  <c:v>2035-10-19</c:v>
                </c:pt>
                <c:pt idx="6136">
                  <c:v>2035-10-20</c:v>
                </c:pt>
                <c:pt idx="6137">
                  <c:v>2035-10-21</c:v>
                </c:pt>
                <c:pt idx="6138">
                  <c:v>2035-10-22</c:v>
                </c:pt>
                <c:pt idx="6139">
                  <c:v>2035-10-23</c:v>
                </c:pt>
                <c:pt idx="6140">
                  <c:v>2035-10-24</c:v>
                </c:pt>
                <c:pt idx="6141">
                  <c:v>2035-10-25</c:v>
                </c:pt>
                <c:pt idx="6142">
                  <c:v>2035-10-26</c:v>
                </c:pt>
                <c:pt idx="6143">
                  <c:v>2035-10-27</c:v>
                </c:pt>
                <c:pt idx="6144">
                  <c:v>2035-10-28</c:v>
                </c:pt>
                <c:pt idx="6145">
                  <c:v>2035-10-29</c:v>
                </c:pt>
                <c:pt idx="6146">
                  <c:v>2035-10-30</c:v>
                </c:pt>
                <c:pt idx="6147">
                  <c:v>2035-10-31</c:v>
                </c:pt>
                <c:pt idx="6148">
                  <c:v>2035-11-01</c:v>
                </c:pt>
                <c:pt idx="6149">
                  <c:v>2035-11-02</c:v>
                </c:pt>
                <c:pt idx="6150">
                  <c:v>2035-11-03</c:v>
                </c:pt>
                <c:pt idx="6151">
                  <c:v>2035-11-04</c:v>
                </c:pt>
                <c:pt idx="6152">
                  <c:v>2035-11-05</c:v>
                </c:pt>
                <c:pt idx="6153">
                  <c:v>2035-11-06</c:v>
                </c:pt>
                <c:pt idx="6154">
                  <c:v>2035-11-07</c:v>
                </c:pt>
                <c:pt idx="6155">
                  <c:v>2035-11-08</c:v>
                </c:pt>
                <c:pt idx="6156">
                  <c:v>2035-11-09</c:v>
                </c:pt>
                <c:pt idx="6157">
                  <c:v>2035-11-10</c:v>
                </c:pt>
                <c:pt idx="6158">
                  <c:v>2035-11-11</c:v>
                </c:pt>
                <c:pt idx="6159">
                  <c:v>2035-11-12</c:v>
                </c:pt>
                <c:pt idx="6160">
                  <c:v>2035-11-13</c:v>
                </c:pt>
                <c:pt idx="6161">
                  <c:v>2035-11-14</c:v>
                </c:pt>
                <c:pt idx="6162">
                  <c:v>2035-11-15</c:v>
                </c:pt>
                <c:pt idx="6163">
                  <c:v>2035-11-16</c:v>
                </c:pt>
                <c:pt idx="6164">
                  <c:v>2035-11-17</c:v>
                </c:pt>
                <c:pt idx="6165">
                  <c:v>2035-11-18</c:v>
                </c:pt>
                <c:pt idx="6166">
                  <c:v>2035-11-19</c:v>
                </c:pt>
                <c:pt idx="6167">
                  <c:v>2035-11-20</c:v>
                </c:pt>
                <c:pt idx="6168">
                  <c:v>2035-11-21</c:v>
                </c:pt>
                <c:pt idx="6169">
                  <c:v>2035-11-22</c:v>
                </c:pt>
                <c:pt idx="6170">
                  <c:v>2035-11-23</c:v>
                </c:pt>
                <c:pt idx="6171">
                  <c:v>2035-11-24</c:v>
                </c:pt>
                <c:pt idx="6172">
                  <c:v>2035-11-25</c:v>
                </c:pt>
                <c:pt idx="6173">
                  <c:v>2035-11-26</c:v>
                </c:pt>
                <c:pt idx="6174">
                  <c:v>2035-11-27</c:v>
                </c:pt>
                <c:pt idx="6175">
                  <c:v>2035-11-28</c:v>
                </c:pt>
                <c:pt idx="6176">
                  <c:v>2035-11-29</c:v>
                </c:pt>
                <c:pt idx="6177">
                  <c:v>2035-11-30</c:v>
                </c:pt>
                <c:pt idx="6178">
                  <c:v>2035-12-01</c:v>
                </c:pt>
                <c:pt idx="6179">
                  <c:v>2035-12-02</c:v>
                </c:pt>
                <c:pt idx="6180">
                  <c:v>2035-12-03</c:v>
                </c:pt>
                <c:pt idx="6181">
                  <c:v>2035-12-04</c:v>
                </c:pt>
                <c:pt idx="6182">
                  <c:v>2035-12-05</c:v>
                </c:pt>
                <c:pt idx="6183">
                  <c:v>2035-12-06</c:v>
                </c:pt>
                <c:pt idx="6184">
                  <c:v>2035-12-07</c:v>
                </c:pt>
                <c:pt idx="6185">
                  <c:v>2035-12-08</c:v>
                </c:pt>
                <c:pt idx="6186">
                  <c:v>2035-12-09</c:v>
                </c:pt>
                <c:pt idx="6187">
                  <c:v>2035-12-10</c:v>
                </c:pt>
                <c:pt idx="6188">
                  <c:v>2035-12-11</c:v>
                </c:pt>
                <c:pt idx="6189">
                  <c:v>2035-12-12</c:v>
                </c:pt>
                <c:pt idx="6190">
                  <c:v>2035-12-13</c:v>
                </c:pt>
                <c:pt idx="6191">
                  <c:v>2035-12-14</c:v>
                </c:pt>
                <c:pt idx="6192">
                  <c:v>2035-12-15</c:v>
                </c:pt>
                <c:pt idx="6193">
                  <c:v>2035-12-16</c:v>
                </c:pt>
                <c:pt idx="6194">
                  <c:v>2035-12-17</c:v>
                </c:pt>
                <c:pt idx="6195">
                  <c:v>2035-12-18</c:v>
                </c:pt>
                <c:pt idx="6196">
                  <c:v>2035-12-19</c:v>
                </c:pt>
                <c:pt idx="6197">
                  <c:v>2035-12-20</c:v>
                </c:pt>
                <c:pt idx="6198">
                  <c:v>2035-12-21</c:v>
                </c:pt>
                <c:pt idx="6199">
                  <c:v>2035-12-22</c:v>
                </c:pt>
                <c:pt idx="6200">
                  <c:v>2035-12-23</c:v>
                </c:pt>
                <c:pt idx="6201">
                  <c:v>2035-12-24</c:v>
                </c:pt>
                <c:pt idx="6202">
                  <c:v>2035-12-25</c:v>
                </c:pt>
                <c:pt idx="6203">
                  <c:v>2035-12-26</c:v>
                </c:pt>
                <c:pt idx="6204">
                  <c:v>2035-12-27</c:v>
                </c:pt>
                <c:pt idx="6205">
                  <c:v>2035-12-28</c:v>
                </c:pt>
                <c:pt idx="6206">
                  <c:v>2035-12-29</c:v>
                </c:pt>
                <c:pt idx="6207">
                  <c:v>2035-12-30</c:v>
                </c:pt>
                <c:pt idx="6208">
                  <c:v>2035-12-31</c:v>
                </c:pt>
              </c:strCache>
            </c:strRef>
          </c:cat>
          <c:val>
            <c:numRef>
              <c:f>G1_SolarPeak!$E$2:$E$6210</c:f>
              <c:numCache>
                <c:formatCode>General</c:formatCode>
                <c:ptCount val="6209"/>
                <c:pt idx="0">
                  <c:v>13.1</c:v>
                </c:pt>
                <c:pt idx="1">
                  <c:v>13.1</c:v>
                </c:pt>
                <c:pt idx="2">
                  <c:v>13.1</c:v>
                </c:pt>
                <c:pt idx="3">
                  <c:v>13.1</c:v>
                </c:pt>
                <c:pt idx="4">
                  <c:v>13.1</c:v>
                </c:pt>
                <c:pt idx="5">
                  <c:v>13.1</c:v>
                </c:pt>
                <c:pt idx="6">
                  <c:v>13.1</c:v>
                </c:pt>
                <c:pt idx="7">
                  <c:v>13.1</c:v>
                </c:pt>
                <c:pt idx="8">
                  <c:v>13.1</c:v>
                </c:pt>
                <c:pt idx="9">
                  <c:v>13.1</c:v>
                </c:pt>
                <c:pt idx="10">
                  <c:v>13.1</c:v>
                </c:pt>
                <c:pt idx="11">
                  <c:v>13.1</c:v>
                </c:pt>
                <c:pt idx="12">
                  <c:v>13.1</c:v>
                </c:pt>
                <c:pt idx="13">
                  <c:v>13.1</c:v>
                </c:pt>
                <c:pt idx="14">
                  <c:v>13.1</c:v>
                </c:pt>
                <c:pt idx="15">
                  <c:v>13.1</c:v>
                </c:pt>
                <c:pt idx="16">
                  <c:v>13.1</c:v>
                </c:pt>
                <c:pt idx="17">
                  <c:v>13.1</c:v>
                </c:pt>
                <c:pt idx="18">
                  <c:v>13.1</c:v>
                </c:pt>
                <c:pt idx="19">
                  <c:v>13.1</c:v>
                </c:pt>
                <c:pt idx="20">
                  <c:v>13.1</c:v>
                </c:pt>
                <c:pt idx="21">
                  <c:v>13.1</c:v>
                </c:pt>
                <c:pt idx="22">
                  <c:v>13.1</c:v>
                </c:pt>
                <c:pt idx="23">
                  <c:v>13.1</c:v>
                </c:pt>
                <c:pt idx="24">
                  <c:v>13.1</c:v>
                </c:pt>
                <c:pt idx="25">
                  <c:v>13.1</c:v>
                </c:pt>
                <c:pt idx="26">
                  <c:v>13.1</c:v>
                </c:pt>
                <c:pt idx="27">
                  <c:v>13.1</c:v>
                </c:pt>
                <c:pt idx="28">
                  <c:v>13.1</c:v>
                </c:pt>
                <c:pt idx="29">
                  <c:v>13.1</c:v>
                </c:pt>
                <c:pt idx="30">
                  <c:v>13.1</c:v>
                </c:pt>
                <c:pt idx="31">
                  <c:v>13.1</c:v>
                </c:pt>
                <c:pt idx="32">
                  <c:v>13.1</c:v>
                </c:pt>
                <c:pt idx="33">
                  <c:v>13.1</c:v>
                </c:pt>
                <c:pt idx="34">
                  <c:v>13.1</c:v>
                </c:pt>
                <c:pt idx="35">
                  <c:v>13.1</c:v>
                </c:pt>
                <c:pt idx="36">
                  <c:v>13.1</c:v>
                </c:pt>
                <c:pt idx="37">
                  <c:v>13.1</c:v>
                </c:pt>
                <c:pt idx="38">
                  <c:v>13.1</c:v>
                </c:pt>
                <c:pt idx="39">
                  <c:v>13.1</c:v>
                </c:pt>
                <c:pt idx="40">
                  <c:v>13.1</c:v>
                </c:pt>
                <c:pt idx="41">
                  <c:v>13.1</c:v>
                </c:pt>
                <c:pt idx="42">
                  <c:v>13.1</c:v>
                </c:pt>
                <c:pt idx="43">
                  <c:v>13.1</c:v>
                </c:pt>
                <c:pt idx="44">
                  <c:v>13.1</c:v>
                </c:pt>
                <c:pt idx="45">
                  <c:v>13.1</c:v>
                </c:pt>
                <c:pt idx="46">
                  <c:v>13.1</c:v>
                </c:pt>
                <c:pt idx="47">
                  <c:v>13.1</c:v>
                </c:pt>
                <c:pt idx="48">
                  <c:v>13.1</c:v>
                </c:pt>
                <c:pt idx="49">
                  <c:v>13.1</c:v>
                </c:pt>
                <c:pt idx="50">
                  <c:v>13.1</c:v>
                </c:pt>
                <c:pt idx="51">
                  <c:v>13.1</c:v>
                </c:pt>
                <c:pt idx="52">
                  <c:v>13.1</c:v>
                </c:pt>
                <c:pt idx="53">
                  <c:v>13.1</c:v>
                </c:pt>
                <c:pt idx="54">
                  <c:v>13.1</c:v>
                </c:pt>
                <c:pt idx="55">
                  <c:v>13.1</c:v>
                </c:pt>
                <c:pt idx="56">
                  <c:v>13.1</c:v>
                </c:pt>
                <c:pt idx="57">
                  <c:v>13.1</c:v>
                </c:pt>
                <c:pt idx="58">
                  <c:v>13.1</c:v>
                </c:pt>
                <c:pt idx="59">
                  <c:v>13.1</c:v>
                </c:pt>
                <c:pt idx="60">
                  <c:v>13.1</c:v>
                </c:pt>
                <c:pt idx="61">
                  <c:v>13.1</c:v>
                </c:pt>
                <c:pt idx="62">
                  <c:v>13.1</c:v>
                </c:pt>
                <c:pt idx="63">
                  <c:v>13.1</c:v>
                </c:pt>
                <c:pt idx="64">
                  <c:v>13.1</c:v>
                </c:pt>
                <c:pt idx="65">
                  <c:v>13.1</c:v>
                </c:pt>
                <c:pt idx="66">
                  <c:v>13.1</c:v>
                </c:pt>
                <c:pt idx="67">
                  <c:v>13.1</c:v>
                </c:pt>
                <c:pt idx="68">
                  <c:v>13.1</c:v>
                </c:pt>
                <c:pt idx="69">
                  <c:v>13.1</c:v>
                </c:pt>
                <c:pt idx="70">
                  <c:v>13.1</c:v>
                </c:pt>
                <c:pt idx="71">
                  <c:v>13.1</c:v>
                </c:pt>
                <c:pt idx="72">
                  <c:v>13.1</c:v>
                </c:pt>
                <c:pt idx="73">
                  <c:v>13.1</c:v>
                </c:pt>
                <c:pt idx="74">
                  <c:v>13.1</c:v>
                </c:pt>
                <c:pt idx="75">
                  <c:v>13.1</c:v>
                </c:pt>
                <c:pt idx="76">
                  <c:v>13.1</c:v>
                </c:pt>
                <c:pt idx="77">
                  <c:v>13.1</c:v>
                </c:pt>
                <c:pt idx="78">
                  <c:v>13.1</c:v>
                </c:pt>
                <c:pt idx="79">
                  <c:v>13.1</c:v>
                </c:pt>
                <c:pt idx="80">
                  <c:v>13.1</c:v>
                </c:pt>
                <c:pt idx="81">
                  <c:v>13.1</c:v>
                </c:pt>
                <c:pt idx="82">
                  <c:v>13.1</c:v>
                </c:pt>
                <c:pt idx="83">
                  <c:v>13.1</c:v>
                </c:pt>
                <c:pt idx="84">
                  <c:v>13.1</c:v>
                </c:pt>
                <c:pt idx="85">
                  <c:v>13.1</c:v>
                </c:pt>
                <c:pt idx="86">
                  <c:v>13.1</c:v>
                </c:pt>
                <c:pt idx="87">
                  <c:v>13.1</c:v>
                </c:pt>
                <c:pt idx="88">
                  <c:v>13.1</c:v>
                </c:pt>
                <c:pt idx="89">
                  <c:v>13.1</c:v>
                </c:pt>
                <c:pt idx="90">
                  <c:v>15.9</c:v>
                </c:pt>
                <c:pt idx="91">
                  <c:v>15.9</c:v>
                </c:pt>
                <c:pt idx="92">
                  <c:v>15.9</c:v>
                </c:pt>
                <c:pt idx="93">
                  <c:v>15.9</c:v>
                </c:pt>
                <c:pt idx="94">
                  <c:v>15.9</c:v>
                </c:pt>
                <c:pt idx="95">
                  <c:v>15.9</c:v>
                </c:pt>
                <c:pt idx="96">
                  <c:v>15.9</c:v>
                </c:pt>
                <c:pt idx="97">
                  <c:v>15.9</c:v>
                </c:pt>
                <c:pt idx="98">
                  <c:v>15.9</c:v>
                </c:pt>
                <c:pt idx="99">
                  <c:v>15.9</c:v>
                </c:pt>
                <c:pt idx="100">
                  <c:v>15.9</c:v>
                </c:pt>
                <c:pt idx="101">
                  <c:v>15.9</c:v>
                </c:pt>
                <c:pt idx="102">
                  <c:v>15.9</c:v>
                </c:pt>
                <c:pt idx="103">
                  <c:v>15.9</c:v>
                </c:pt>
                <c:pt idx="104">
                  <c:v>15.9</c:v>
                </c:pt>
                <c:pt idx="105">
                  <c:v>15.9</c:v>
                </c:pt>
                <c:pt idx="106">
                  <c:v>15.9</c:v>
                </c:pt>
                <c:pt idx="107">
                  <c:v>15.9</c:v>
                </c:pt>
                <c:pt idx="108">
                  <c:v>15.9</c:v>
                </c:pt>
                <c:pt idx="109">
                  <c:v>15.9</c:v>
                </c:pt>
                <c:pt idx="110">
                  <c:v>15.9</c:v>
                </c:pt>
                <c:pt idx="111">
                  <c:v>15.9</c:v>
                </c:pt>
                <c:pt idx="112">
                  <c:v>15.9</c:v>
                </c:pt>
                <c:pt idx="113">
                  <c:v>15.9</c:v>
                </c:pt>
                <c:pt idx="114">
                  <c:v>15.9</c:v>
                </c:pt>
                <c:pt idx="115">
                  <c:v>15.9</c:v>
                </c:pt>
                <c:pt idx="116">
                  <c:v>15.9</c:v>
                </c:pt>
                <c:pt idx="117">
                  <c:v>15.9</c:v>
                </c:pt>
                <c:pt idx="118">
                  <c:v>15.9</c:v>
                </c:pt>
                <c:pt idx="119">
                  <c:v>15.9</c:v>
                </c:pt>
                <c:pt idx="120">
                  <c:v>15.9</c:v>
                </c:pt>
                <c:pt idx="121">
                  <c:v>15.9</c:v>
                </c:pt>
                <c:pt idx="122">
                  <c:v>15.9</c:v>
                </c:pt>
                <c:pt idx="123">
                  <c:v>15.9</c:v>
                </c:pt>
                <c:pt idx="124">
                  <c:v>15.9</c:v>
                </c:pt>
                <c:pt idx="125">
                  <c:v>15.9</c:v>
                </c:pt>
                <c:pt idx="126">
                  <c:v>15.9</c:v>
                </c:pt>
                <c:pt idx="127">
                  <c:v>15.9</c:v>
                </c:pt>
                <c:pt idx="128">
                  <c:v>15.9</c:v>
                </c:pt>
                <c:pt idx="129">
                  <c:v>15.9</c:v>
                </c:pt>
                <c:pt idx="130">
                  <c:v>15.9</c:v>
                </c:pt>
                <c:pt idx="131">
                  <c:v>15.9</c:v>
                </c:pt>
                <c:pt idx="132">
                  <c:v>15.9</c:v>
                </c:pt>
                <c:pt idx="133">
                  <c:v>15.9</c:v>
                </c:pt>
                <c:pt idx="134">
                  <c:v>15.9</c:v>
                </c:pt>
                <c:pt idx="135">
                  <c:v>15.9</c:v>
                </c:pt>
                <c:pt idx="136">
                  <c:v>15.9</c:v>
                </c:pt>
                <c:pt idx="137">
                  <c:v>15.9</c:v>
                </c:pt>
                <c:pt idx="138">
                  <c:v>15.9</c:v>
                </c:pt>
                <c:pt idx="139">
                  <c:v>15.9</c:v>
                </c:pt>
                <c:pt idx="140">
                  <c:v>15.9</c:v>
                </c:pt>
                <c:pt idx="141">
                  <c:v>15.9</c:v>
                </c:pt>
                <c:pt idx="142">
                  <c:v>15.9</c:v>
                </c:pt>
                <c:pt idx="143">
                  <c:v>15.9</c:v>
                </c:pt>
                <c:pt idx="144">
                  <c:v>15.9</c:v>
                </c:pt>
                <c:pt idx="145">
                  <c:v>15.9</c:v>
                </c:pt>
                <c:pt idx="146">
                  <c:v>15.9</c:v>
                </c:pt>
                <c:pt idx="147">
                  <c:v>15.9</c:v>
                </c:pt>
                <c:pt idx="148">
                  <c:v>15.9</c:v>
                </c:pt>
                <c:pt idx="149">
                  <c:v>15.9</c:v>
                </c:pt>
                <c:pt idx="150">
                  <c:v>15.9</c:v>
                </c:pt>
                <c:pt idx="151">
                  <c:v>15.9</c:v>
                </c:pt>
                <c:pt idx="152">
                  <c:v>15.9</c:v>
                </c:pt>
                <c:pt idx="153">
                  <c:v>15.9</c:v>
                </c:pt>
                <c:pt idx="154">
                  <c:v>15.9</c:v>
                </c:pt>
                <c:pt idx="155">
                  <c:v>15.9</c:v>
                </c:pt>
                <c:pt idx="156">
                  <c:v>15.9</c:v>
                </c:pt>
                <c:pt idx="157">
                  <c:v>15.9</c:v>
                </c:pt>
                <c:pt idx="158">
                  <c:v>15.9</c:v>
                </c:pt>
                <c:pt idx="159">
                  <c:v>15.9</c:v>
                </c:pt>
                <c:pt idx="160">
                  <c:v>15.9</c:v>
                </c:pt>
                <c:pt idx="161">
                  <c:v>15.9</c:v>
                </c:pt>
                <c:pt idx="162">
                  <c:v>15.9</c:v>
                </c:pt>
                <c:pt idx="163">
                  <c:v>15.9</c:v>
                </c:pt>
                <c:pt idx="164">
                  <c:v>15.9</c:v>
                </c:pt>
                <c:pt idx="165">
                  <c:v>15.9</c:v>
                </c:pt>
                <c:pt idx="166">
                  <c:v>15.9</c:v>
                </c:pt>
                <c:pt idx="167">
                  <c:v>15.9</c:v>
                </c:pt>
                <c:pt idx="168">
                  <c:v>15.9</c:v>
                </c:pt>
                <c:pt idx="169">
                  <c:v>15.9</c:v>
                </c:pt>
                <c:pt idx="170">
                  <c:v>15.9</c:v>
                </c:pt>
                <c:pt idx="171">
                  <c:v>15.9</c:v>
                </c:pt>
                <c:pt idx="172">
                  <c:v>15.9</c:v>
                </c:pt>
                <c:pt idx="173">
                  <c:v>15.9</c:v>
                </c:pt>
                <c:pt idx="174">
                  <c:v>15.9</c:v>
                </c:pt>
                <c:pt idx="175">
                  <c:v>15.9</c:v>
                </c:pt>
                <c:pt idx="176">
                  <c:v>15.9</c:v>
                </c:pt>
                <c:pt idx="177">
                  <c:v>15.9</c:v>
                </c:pt>
                <c:pt idx="178">
                  <c:v>15.9</c:v>
                </c:pt>
                <c:pt idx="179">
                  <c:v>15.9</c:v>
                </c:pt>
                <c:pt idx="180">
                  <c:v>15.9</c:v>
                </c:pt>
                <c:pt idx="181">
                  <c:v>17.2</c:v>
                </c:pt>
                <c:pt idx="182">
                  <c:v>17.2</c:v>
                </c:pt>
                <c:pt idx="183">
                  <c:v>17.2</c:v>
                </c:pt>
                <c:pt idx="184">
                  <c:v>17.2</c:v>
                </c:pt>
                <c:pt idx="185">
                  <c:v>17.2</c:v>
                </c:pt>
                <c:pt idx="186">
                  <c:v>17.2</c:v>
                </c:pt>
                <c:pt idx="187">
                  <c:v>17.2</c:v>
                </c:pt>
                <c:pt idx="188">
                  <c:v>17.2</c:v>
                </c:pt>
                <c:pt idx="189">
                  <c:v>17.2</c:v>
                </c:pt>
                <c:pt idx="190">
                  <c:v>17.2</c:v>
                </c:pt>
                <c:pt idx="191">
                  <c:v>17.2</c:v>
                </c:pt>
                <c:pt idx="192">
                  <c:v>17.2</c:v>
                </c:pt>
                <c:pt idx="193">
                  <c:v>17.2</c:v>
                </c:pt>
                <c:pt idx="194">
                  <c:v>17.2</c:v>
                </c:pt>
                <c:pt idx="195">
                  <c:v>17.2</c:v>
                </c:pt>
                <c:pt idx="196">
                  <c:v>17.2</c:v>
                </c:pt>
                <c:pt idx="197">
                  <c:v>17.2</c:v>
                </c:pt>
                <c:pt idx="198">
                  <c:v>17.2</c:v>
                </c:pt>
                <c:pt idx="199">
                  <c:v>17.2</c:v>
                </c:pt>
                <c:pt idx="200">
                  <c:v>17.2</c:v>
                </c:pt>
                <c:pt idx="201">
                  <c:v>17.2</c:v>
                </c:pt>
                <c:pt idx="202">
                  <c:v>17.2</c:v>
                </c:pt>
                <c:pt idx="203">
                  <c:v>17.2</c:v>
                </c:pt>
                <c:pt idx="204">
                  <c:v>17.2</c:v>
                </c:pt>
                <c:pt idx="205">
                  <c:v>17.2</c:v>
                </c:pt>
                <c:pt idx="206">
                  <c:v>17.2</c:v>
                </c:pt>
                <c:pt idx="207">
                  <c:v>17.2</c:v>
                </c:pt>
                <c:pt idx="208">
                  <c:v>17.2</c:v>
                </c:pt>
                <c:pt idx="209">
                  <c:v>17.2</c:v>
                </c:pt>
                <c:pt idx="210">
                  <c:v>17.2</c:v>
                </c:pt>
                <c:pt idx="211">
                  <c:v>17.2</c:v>
                </c:pt>
                <c:pt idx="212">
                  <c:v>17.2</c:v>
                </c:pt>
                <c:pt idx="213">
                  <c:v>17.2</c:v>
                </c:pt>
                <c:pt idx="214">
                  <c:v>17.2</c:v>
                </c:pt>
                <c:pt idx="215">
                  <c:v>17.2</c:v>
                </c:pt>
                <c:pt idx="216">
                  <c:v>17.2</c:v>
                </c:pt>
                <c:pt idx="217">
                  <c:v>17.2</c:v>
                </c:pt>
                <c:pt idx="218">
                  <c:v>17.2</c:v>
                </c:pt>
                <c:pt idx="219">
                  <c:v>17.2</c:v>
                </c:pt>
                <c:pt idx="220">
                  <c:v>17.2</c:v>
                </c:pt>
                <c:pt idx="221">
                  <c:v>17.2</c:v>
                </c:pt>
                <c:pt idx="222">
                  <c:v>17.2</c:v>
                </c:pt>
                <c:pt idx="223">
                  <c:v>17.2</c:v>
                </c:pt>
                <c:pt idx="224">
                  <c:v>17.2</c:v>
                </c:pt>
                <c:pt idx="225">
                  <c:v>17.2</c:v>
                </c:pt>
                <c:pt idx="226">
                  <c:v>17.2</c:v>
                </c:pt>
                <c:pt idx="227">
                  <c:v>17.2</c:v>
                </c:pt>
                <c:pt idx="228">
                  <c:v>17.2</c:v>
                </c:pt>
                <c:pt idx="229">
                  <c:v>17.2</c:v>
                </c:pt>
                <c:pt idx="230">
                  <c:v>17.2</c:v>
                </c:pt>
                <c:pt idx="231">
                  <c:v>17.2</c:v>
                </c:pt>
                <c:pt idx="232">
                  <c:v>17.2</c:v>
                </c:pt>
                <c:pt idx="233">
                  <c:v>17.2</c:v>
                </c:pt>
                <c:pt idx="234">
                  <c:v>17.2</c:v>
                </c:pt>
                <c:pt idx="235">
                  <c:v>17.2</c:v>
                </c:pt>
                <c:pt idx="236">
                  <c:v>17.2</c:v>
                </c:pt>
                <c:pt idx="237">
                  <c:v>17.2</c:v>
                </c:pt>
                <c:pt idx="238">
                  <c:v>17.2</c:v>
                </c:pt>
                <c:pt idx="239">
                  <c:v>17.2</c:v>
                </c:pt>
                <c:pt idx="240">
                  <c:v>17.2</c:v>
                </c:pt>
                <c:pt idx="241">
                  <c:v>17.2</c:v>
                </c:pt>
                <c:pt idx="242">
                  <c:v>17.2</c:v>
                </c:pt>
                <c:pt idx="243">
                  <c:v>17.2</c:v>
                </c:pt>
                <c:pt idx="244">
                  <c:v>17.2</c:v>
                </c:pt>
                <c:pt idx="245">
                  <c:v>17.2</c:v>
                </c:pt>
                <c:pt idx="246">
                  <c:v>17.2</c:v>
                </c:pt>
                <c:pt idx="247">
                  <c:v>17.2</c:v>
                </c:pt>
                <c:pt idx="248">
                  <c:v>17.2</c:v>
                </c:pt>
                <c:pt idx="249">
                  <c:v>17.2</c:v>
                </c:pt>
                <c:pt idx="250">
                  <c:v>17.2</c:v>
                </c:pt>
                <c:pt idx="251">
                  <c:v>17.2</c:v>
                </c:pt>
                <c:pt idx="252">
                  <c:v>17.2</c:v>
                </c:pt>
                <c:pt idx="253">
                  <c:v>17.2</c:v>
                </c:pt>
                <c:pt idx="254">
                  <c:v>17.2</c:v>
                </c:pt>
                <c:pt idx="255">
                  <c:v>17.2</c:v>
                </c:pt>
                <c:pt idx="256">
                  <c:v>17.2</c:v>
                </c:pt>
                <c:pt idx="257">
                  <c:v>17.2</c:v>
                </c:pt>
                <c:pt idx="258">
                  <c:v>17.2</c:v>
                </c:pt>
                <c:pt idx="259">
                  <c:v>17.2</c:v>
                </c:pt>
                <c:pt idx="260">
                  <c:v>17.2</c:v>
                </c:pt>
                <c:pt idx="261">
                  <c:v>17.2</c:v>
                </c:pt>
                <c:pt idx="262">
                  <c:v>17.2</c:v>
                </c:pt>
                <c:pt idx="263">
                  <c:v>17.2</c:v>
                </c:pt>
                <c:pt idx="264">
                  <c:v>17.2</c:v>
                </c:pt>
                <c:pt idx="265">
                  <c:v>17.2</c:v>
                </c:pt>
                <c:pt idx="266">
                  <c:v>17.2</c:v>
                </c:pt>
                <c:pt idx="267">
                  <c:v>17.2</c:v>
                </c:pt>
                <c:pt idx="268">
                  <c:v>17.2</c:v>
                </c:pt>
                <c:pt idx="269">
                  <c:v>17.2</c:v>
                </c:pt>
                <c:pt idx="270">
                  <c:v>17.2</c:v>
                </c:pt>
                <c:pt idx="271">
                  <c:v>17.2</c:v>
                </c:pt>
                <c:pt idx="272">
                  <c:v>17.2</c:v>
                </c:pt>
                <c:pt idx="273">
                  <c:v>11.7</c:v>
                </c:pt>
                <c:pt idx="274">
                  <c:v>11.7</c:v>
                </c:pt>
                <c:pt idx="275">
                  <c:v>11.7</c:v>
                </c:pt>
                <c:pt idx="276">
                  <c:v>11.7</c:v>
                </c:pt>
                <c:pt idx="277">
                  <c:v>11.7</c:v>
                </c:pt>
                <c:pt idx="278">
                  <c:v>11.7</c:v>
                </c:pt>
                <c:pt idx="279">
                  <c:v>11.7</c:v>
                </c:pt>
                <c:pt idx="280">
                  <c:v>11.7</c:v>
                </c:pt>
                <c:pt idx="281">
                  <c:v>11.7</c:v>
                </c:pt>
                <c:pt idx="282">
                  <c:v>11.7</c:v>
                </c:pt>
                <c:pt idx="283">
                  <c:v>11.7</c:v>
                </c:pt>
                <c:pt idx="284">
                  <c:v>11.7</c:v>
                </c:pt>
                <c:pt idx="285">
                  <c:v>11.7</c:v>
                </c:pt>
                <c:pt idx="286">
                  <c:v>11.7</c:v>
                </c:pt>
                <c:pt idx="287">
                  <c:v>11.7</c:v>
                </c:pt>
                <c:pt idx="288">
                  <c:v>11.7</c:v>
                </c:pt>
                <c:pt idx="289">
                  <c:v>11.7</c:v>
                </c:pt>
                <c:pt idx="290">
                  <c:v>11.7</c:v>
                </c:pt>
                <c:pt idx="291">
                  <c:v>11.7</c:v>
                </c:pt>
                <c:pt idx="292">
                  <c:v>11.7</c:v>
                </c:pt>
                <c:pt idx="293">
                  <c:v>11.7</c:v>
                </c:pt>
                <c:pt idx="294">
                  <c:v>11.7</c:v>
                </c:pt>
                <c:pt idx="295">
                  <c:v>11.7</c:v>
                </c:pt>
                <c:pt idx="296">
                  <c:v>11.7</c:v>
                </c:pt>
                <c:pt idx="297">
                  <c:v>11.7</c:v>
                </c:pt>
                <c:pt idx="298">
                  <c:v>11.7</c:v>
                </c:pt>
                <c:pt idx="299">
                  <c:v>11.7</c:v>
                </c:pt>
                <c:pt idx="300">
                  <c:v>11.7</c:v>
                </c:pt>
                <c:pt idx="301">
                  <c:v>11.7</c:v>
                </c:pt>
                <c:pt idx="302">
                  <c:v>11.7</c:v>
                </c:pt>
                <c:pt idx="303">
                  <c:v>11.7</c:v>
                </c:pt>
                <c:pt idx="304">
                  <c:v>11.7</c:v>
                </c:pt>
                <c:pt idx="305">
                  <c:v>11.7</c:v>
                </c:pt>
                <c:pt idx="306">
                  <c:v>11.7</c:v>
                </c:pt>
                <c:pt idx="307">
                  <c:v>11.7</c:v>
                </c:pt>
                <c:pt idx="308">
                  <c:v>11.7</c:v>
                </c:pt>
                <c:pt idx="309">
                  <c:v>11.7</c:v>
                </c:pt>
                <c:pt idx="310">
                  <c:v>11.7</c:v>
                </c:pt>
                <c:pt idx="311">
                  <c:v>11.7</c:v>
                </c:pt>
                <c:pt idx="312">
                  <c:v>11.7</c:v>
                </c:pt>
                <c:pt idx="313">
                  <c:v>11.7</c:v>
                </c:pt>
                <c:pt idx="314">
                  <c:v>11.7</c:v>
                </c:pt>
                <c:pt idx="315">
                  <c:v>11.7</c:v>
                </c:pt>
                <c:pt idx="316">
                  <c:v>11.7</c:v>
                </c:pt>
                <c:pt idx="317">
                  <c:v>11.7</c:v>
                </c:pt>
                <c:pt idx="318">
                  <c:v>11.7</c:v>
                </c:pt>
                <c:pt idx="319">
                  <c:v>11.7</c:v>
                </c:pt>
                <c:pt idx="320">
                  <c:v>11.7</c:v>
                </c:pt>
                <c:pt idx="321">
                  <c:v>11.7</c:v>
                </c:pt>
                <c:pt idx="322">
                  <c:v>11.7</c:v>
                </c:pt>
                <c:pt idx="323">
                  <c:v>11.7</c:v>
                </c:pt>
                <c:pt idx="324">
                  <c:v>11.7</c:v>
                </c:pt>
                <c:pt idx="325">
                  <c:v>11.7</c:v>
                </c:pt>
                <c:pt idx="326">
                  <c:v>11.7</c:v>
                </c:pt>
                <c:pt idx="327">
                  <c:v>11.7</c:v>
                </c:pt>
                <c:pt idx="328">
                  <c:v>11.7</c:v>
                </c:pt>
                <c:pt idx="329">
                  <c:v>11.7</c:v>
                </c:pt>
                <c:pt idx="330">
                  <c:v>11.7</c:v>
                </c:pt>
                <c:pt idx="331">
                  <c:v>11.7</c:v>
                </c:pt>
                <c:pt idx="332">
                  <c:v>11.7</c:v>
                </c:pt>
                <c:pt idx="333">
                  <c:v>11.7</c:v>
                </c:pt>
                <c:pt idx="334">
                  <c:v>11.7</c:v>
                </c:pt>
                <c:pt idx="335">
                  <c:v>11.7</c:v>
                </c:pt>
                <c:pt idx="336">
                  <c:v>11.7</c:v>
                </c:pt>
                <c:pt idx="337">
                  <c:v>11.7</c:v>
                </c:pt>
                <c:pt idx="338">
                  <c:v>11.7</c:v>
                </c:pt>
                <c:pt idx="339">
                  <c:v>11.7</c:v>
                </c:pt>
                <c:pt idx="340">
                  <c:v>11.7</c:v>
                </c:pt>
                <c:pt idx="341">
                  <c:v>11.7</c:v>
                </c:pt>
                <c:pt idx="342">
                  <c:v>11.7</c:v>
                </c:pt>
                <c:pt idx="343">
                  <c:v>11.7</c:v>
                </c:pt>
                <c:pt idx="344">
                  <c:v>11.7</c:v>
                </c:pt>
                <c:pt idx="345">
                  <c:v>11.7</c:v>
                </c:pt>
                <c:pt idx="346">
                  <c:v>11.7</c:v>
                </c:pt>
                <c:pt idx="347">
                  <c:v>11.7</c:v>
                </c:pt>
                <c:pt idx="348">
                  <c:v>11.7</c:v>
                </c:pt>
                <c:pt idx="349">
                  <c:v>11.7</c:v>
                </c:pt>
                <c:pt idx="350">
                  <c:v>11.7</c:v>
                </c:pt>
                <c:pt idx="351">
                  <c:v>11.7</c:v>
                </c:pt>
                <c:pt idx="352">
                  <c:v>11.7</c:v>
                </c:pt>
                <c:pt idx="353">
                  <c:v>11.7</c:v>
                </c:pt>
                <c:pt idx="354">
                  <c:v>11.7</c:v>
                </c:pt>
                <c:pt idx="355">
                  <c:v>11.7</c:v>
                </c:pt>
                <c:pt idx="356">
                  <c:v>11.7</c:v>
                </c:pt>
                <c:pt idx="357">
                  <c:v>11.7</c:v>
                </c:pt>
                <c:pt idx="358">
                  <c:v>11.7</c:v>
                </c:pt>
                <c:pt idx="359">
                  <c:v>11.7</c:v>
                </c:pt>
                <c:pt idx="360">
                  <c:v>11.7</c:v>
                </c:pt>
                <c:pt idx="361">
                  <c:v>11.7</c:v>
                </c:pt>
                <c:pt idx="362">
                  <c:v>11.7</c:v>
                </c:pt>
                <c:pt idx="363">
                  <c:v>11.7</c:v>
                </c:pt>
                <c:pt idx="364">
                  <c:v>11.7</c:v>
                </c:pt>
                <c:pt idx="365">
                  <c:v>15.9</c:v>
                </c:pt>
                <c:pt idx="366">
                  <c:v>15.9</c:v>
                </c:pt>
                <c:pt idx="367">
                  <c:v>15.9</c:v>
                </c:pt>
                <c:pt idx="368">
                  <c:v>15.9</c:v>
                </c:pt>
                <c:pt idx="369">
                  <c:v>15.9</c:v>
                </c:pt>
                <c:pt idx="370">
                  <c:v>15.9</c:v>
                </c:pt>
                <c:pt idx="371">
                  <c:v>15.9</c:v>
                </c:pt>
                <c:pt idx="372">
                  <c:v>15.9</c:v>
                </c:pt>
                <c:pt idx="373">
                  <c:v>15.9</c:v>
                </c:pt>
                <c:pt idx="374">
                  <c:v>15.9</c:v>
                </c:pt>
                <c:pt idx="375">
                  <c:v>15.9</c:v>
                </c:pt>
                <c:pt idx="376">
                  <c:v>15.9</c:v>
                </c:pt>
                <c:pt idx="377">
                  <c:v>15.9</c:v>
                </c:pt>
                <c:pt idx="378">
                  <c:v>15.9</c:v>
                </c:pt>
                <c:pt idx="379">
                  <c:v>15.9</c:v>
                </c:pt>
                <c:pt idx="380">
                  <c:v>15.9</c:v>
                </c:pt>
                <c:pt idx="381">
                  <c:v>15.9</c:v>
                </c:pt>
                <c:pt idx="382">
                  <c:v>15.9</c:v>
                </c:pt>
                <c:pt idx="383">
                  <c:v>15.9</c:v>
                </c:pt>
                <c:pt idx="384">
                  <c:v>15.9</c:v>
                </c:pt>
                <c:pt idx="385">
                  <c:v>15.9</c:v>
                </c:pt>
                <c:pt idx="386">
                  <c:v>15.9</c:v>
                </c:pt>
                <c:pt idx="387">
                  <c:v>15.9</c:v>
                </c:pt>
                <c:pt idx="388">
                  <c:v>15.9</c:v>
                </c:pt>
                <c:pt idx="389">
                  <c:v>15.9</c:v>
                </c:pt>
                <c:pt idx="390">
                  <c:v>15.9</c:v>
                </c:pt>
                <c:pt idx="391">
                  <c:v>15.9</c:v>
                </c:pt>
                <c:pt idx="392">
                  <c:v>15.9</c:v>
                </c:pt>
                <c:pt idx="393">
                  <c:v>15.9</c:v>
                </c:pt>
                <c:pt idx="394">
                  <c:v>15.9</c:v>
                </c:pt>
                <c:pt idx="395">
                  <c:v>15.9</c:v>
                </c:pt>
                <c:pt idx="396">
                  <c:v>15.9</c:v>
                </c:pt>
                <c:pt idx="397">
                  <c:v>15.9</c:v>
                </c:pt>
                <c:pt idx="398">
                  <c:v>15.9</c:v>
                </c:pt>
                <c:pt idx="399">
                  <c:v>15.9</c:v>
                </c:pt>
                <c:pt idx="400">
                  <c:v>15.9</c:v>
                </c:pt>
                <c:pt idx="401">
                  <c:v>15.9</c:v>
                </c:pt>
                <c:pt idx="402">
                  <c:v>15.9</c:v>
                </c:pt>
                <c:pt idx="403">
                  <c:v>15.9</c:v>
                </c:pt>
                <c:pt idx="404">
                  <c:v>15.9</c:v>
                </c:pt>
                <c:pt idx="405">
                  <c:v>15.9</c:v>
                </c:pt>
                <c:pt idx="406">
                  <c:v>15.9</c:v>
                </c:pt>
                <c:pt idx="407">
                  <c:v>15.9</c:v>
                </c:pt>
                <c:pt idx="408">
                  <c:v>15.9</c:v>
                </c:pt>
                <c:pt idx="409">
                  <c:v>15.9</c:v>
                </c:pt>
                <c:pt idx="410">
                  <c:v>15.9</c:v>
                </c:pt>
                <c:pt idx="411">
                  <c:v>15.9</c:v>
                </c:pt>
                <c:pt idx="412">
                  <c:v>15.9</c:v>
                </c:pt>
                <c:pt idx="413">
                  <c:v>15.9</c:v>
                </c:pt>
                <c:pt idx="414">
                  <c:v>15.9</c:v>
                </c:pt>
                <c:pt idx="415">
                  <c:v>15.9</c:v>
                </c:pt>
                <c:pt idx="416">
                  <c:v>15.9</c:v>
                </c:pt>
                <c:pt idx="417">
                  <c:v>15.9</c:v>
                </c:pt>
                <c:pt idx="418">
                  <c:v>15.9</c:v>
                </c:pt>
                <c:pt idx="419">
                  <c:v>15.9</c:v>
                </c:pt>
                <c:pt idx="420">
                  <c:v>15.9</c:v>
                </c:pt>
                <c:pt idx="421">
                  <c:v>15.9</c:v>
                </c:pt>
                <c:pt idx="422">
                  <c:v>15.9</c:v>
                </c:pt>
                <c:pt idx="423">
                  <c:v>15.9</c:v>
                </c:pt>
                <c:pt idx="424">
                  <c:v>15.9</c:v>
                </c:pt>
                <c:pt idx="425">
                  <c:v>15.9</c:v>
                </c:pt>
                <c:pt idx="426">
                  <c:v>15.9</c:v>
                </c:pt>
                <c:pt idx="427">
                  <c:v>15.9</c:v>
                </c:pt>
                <c:pt idx="428">
                  <c:v>15.9</c:v>
                </c:pt>
                <c:pt idx="429">
                  <c:v>15.9</c:v>
                </c:pt>
                <c:pt idx="430">
                  <c:v>15.9</c:v>
                </c:pt>
                <c:pt idx="431">
                  <c:v>15.9</c:v>
                </c:pt>
                <c:pt idx="432">
                  <c:v>15.9</c:v>
                </c:pt>
                <c:pt idx="433">
                  <c:v>15.9</c:v>
                </c:pt>
                <c:pt idx="434">
                  <c:v>15.9</c:v>
                </c:pt>
                <c:pt idx="435">
                  <c:v>15.9</c:v>
                </c:pt>
                <c:pt idx="436">
                  <c:v>15.9</c:v>
                </c:pt>
                <c:pt idx="437">
                  <c:v>15.9</c:v>
                </c:pt>
                <c:pt idx="438">
                  <c:v>15.9</c:v>
                </c:pt>
                <c:pt idx="439">
                  <c:v>15.9</c:v>
                </c:pt>
                <c:pt idx="440">
                  <c:v>15.9</c:v>
                </c:pt>
                <c:pt idx="441">
                  <c:v>15.9</c:v>
                </c:pt>
                <c:pt idx="442">
                  <c:v>15.9</c:v>
                </c:pt>
                <c:pt idx="443">
                  <c:v>15.9</c:v>
                </c:pt>
                <c:pt idx="444">
                  <c:v>15.9</c:v>
                </c:pt>
                <c:pt idx="445">
                  <c:v>15.9</c:v>
                </c:pt>
                <c:pt idx="446">
                  <c:v>15.9</c:v>
                </c:pt>
                <c:pt idx="447">
                  <c:v>15.9</c:v>
                </c:pt>
                <c:pt idx="448">
                  <c:v>15.9</c:v>
                </c:pt>
                <c:pt idx="449">
                  <c:v>15.9</c:v>
                </c:pt>
                <c:pt idx="450">
                  <c:v>15.9</c:v>
                </c:pt>
                <c:pt idx="451">
                  <c:v>15.9</c:v>
                </c:pt>
                <c:pt idx="452">
                  <c:v>15.9</c:v>
                </c:pt>
                <c:pt idx="453">
                  <c:v>15.9</c:v>
                </c:pt>
                <c:pt idx="454">
                  <c:v>15.9</c:v>
                </c:pt>
                <c:pt idx="455">
                  <c:v>15.9</c:v>
                </c:pt>
                <c:pt idx="456">
                  <c:v>25.4</c:v>
                </c:pt>
                <c:pt idx="457">
                  <c:v>25.4</c:v>
                </c:pt>
                <c:pt idx="458">
                  <c:v>25.4</c:v>
                </c:pt>
                <c:pt idx="459">
                  <c:v>25.4</c:v>
                </c:pt>
                <c:pt idx="460">
                  <c:v>25.4</c:v>
                </c:pt>
                <c:pt idx="461">
                  <c:v>25.4</c:v>
                </c:pt>
                <c:pt idx="462">
                  <c:v>25.4</c:v>
                </c:pt>
                <c:pt idx="463">
                  <c:v>25.4</c:v>
                </c:pt>
                <c:pt idx="464">
                  <c:v>25.4</c:v>
                </c:pt>
                <c:pt idx="465">
                  <c:v>25.4</c:v>
                </c:pt>
                <c:pt idx="466">
                  <c:v>25.4</c:v>
                </c:pt>
                <c:pt idx="467">
                  <c:v>25.4</c:v>
                </c:pt>
                <c:pt idx="468">
                  <c:v>25.4</c:v>
                </c:pt>
                <c:pt idx="469">
                  <c:v>25.4</c:v>
                </c:pt>
                <c:pt idx="470">
                  <c:v>25.4</c:v>
                </c:pt>
                <c:pt idx="471">
                  <c:v>25.4</c:v>
                </c:pt>
                <c:pt idx="472">
                  <c:v>25.4</c:v>
                </c:pt>
                <c:pt idx="473">
                  <c:v>25.4</c:v>
                </c:pt>
                <c:pt idx="474">
                  <c:v>25.4</c:v>
                </c:pt>
                <c:pt idx="475">
                  <c:v>25.4</c:v>
                </c:pt>
                <c:pt idx="476">
                  <c:v>25.4</c:v>
                </c:pt>
                <c:pt idx="477">
                  <c:v>25.4</c:v>
                </c:pt>
                <c:pt idx="478">
                  <c:v>25.4</c:v>
                </c:pt>
                <c:pt idx="479">
                  <c:v>25.4</c:v>
                </c:pt>
                <c:pt idx="480">
                  <c:v>25.4</c:v>
                </c:pt>
                <c:pt idx="481">
                  <c:v>25.4</c:v>
                </c:pt>
                <c:pt idx="482">
                  <c:v>25.4</c:v>
                </c:pt>
                <c:pt idx="483">
                  <c:v>25.4</c:v>
                </c:pt>
                <c:pt idx="484">
                  <c:v>25.4</c:v>
                </c:pt>
                <c:pt idx="485">
                  <c:v>25.4</c:v>
                </c:pt>
                <c:pt idx="486">
                  <c:v>25.4</c:v>
                </c:pt>
                <c:pt idx="487">
                  <c:v>25.4</c:v>
                </c:pt>
                <c:pt idx="488">
                  <c:v>25.4</c:v>
                </c:pt>
                <c:pt idx="489">
                  <c:v>25.4</c:v>
                </c:pt>
                <c:pt idx="490">
                  <c:v>25.4</c:v>
                </c:pt>
                <c:pt idx="491">
                  <c:v>25.4</c:v>
                </c:pt>
                <c:pt idx="492">
                  <c:v>25.4</c:v>
                </c:pt>
                <c:pt idx="493">
                  <c:v>25.4</c:v>
                </c:pt>
                <c:pt idx="494">
                  <c:v>25.4</c:v>
                </c:pt>
                <c:pt idx="495">
                  <c:v>25.4</c:v>
                </c:pt>
                <c:pt idx="496">
                  <c:v>25.4</c:v>
                </c:pt>
                <c:pt idx="497">
                  <c:v>25.4</c:v>
                </c:pt>
                <c:pt idx="498">
                  <c:v>25.4</c:v>
                </c:pt>
                <c:pt idx="499">
                  <c:v>25.4</c:v>
                </c:pt>
                <c:pt idx="500">
                  <c:v>25.4</c:v>
                </c:pt>
                <c:pt idx="501">
                  <c:v>25.4</c:v>
                </c:pt>
                <c:pt idx="502">
                  <c:v>25.4</c:v>
                </c:pt>
                <c:pt idx="503">
                  <c:v>25.4</c:v>
                </c:pt>
                <c:pt idx="504">
                  <c:v>25.4</c:v>
                </c:pt>
                <c:pt idx="505">
                  <c:v>25.4</c:v>
                </c:pt>
                <c:pt idx="506">
                  <c:v>25.4</c:v>
                </c:pt>
                <c:pt idx="507">
                  <c:v>25.4</c:v>
                </c:pt>
                <c:pt idx="508">
                  <c:v>25.4</c:v>
                </c:pt>
                <c:pt idx="509">
                  <c:v>25.4</c:v>
                </c:pt>
                <c:pt idx="510">
                  <c:v>25.4</c:v>
                </c:pt>
                <c:pt idx="511">
                  <c:v>25.4</c:v>
                </c:pt>
                <c:pt idx="512">
                  <c:v>25.4</c:v>
                </c:pt>
                <c:pt idx="513">
                  <c:v>25.4</c:v>
                </c:pt>
                <c:pt idx="514">
                  <c:v>25.4</c:v>
                </c:pt>
                <c:pt idx="515">
                  <c:v>25.4</c:v>
                </c:pt>
                <c:pt idx="516">
                  <c:v>25.4</c:v>
                </c:pt>
                <c:pt idx="517">
                  <c:v>25.4</c:v>
                </c:pt>
                <c:pt idx="518">
                  <c:v>25.4</c:v>
                </c:pt>
                <c:pt idx="519">
                  <c:v>25.4</c:v>
                </c:pt>
                <c:pt idx="520">
                  <c:v>25.4</c:v>
                </c:pt>
                <c:pt idx="521">
                  <c:v>25.4</c:v>
                </c:pt>
                <c:pt idx="522">
                  <c:v>25.4</c:v>
                </c:pt>
                <c:pt idx="523">
                  <c:v>25.4</c:v>
                </c:pt>
                <c:pt idx="524">
                  <c:v>25.4</c:v>
                </c:pt>
                <c:pt idx="525">
                  <c:v>25.4</c:v>
                </c:pt>
                <c:pt idx="526">
                  <c:v>25.4</c:v>
                </c:pt>
                <c:pt idx="527">
                  <c:v>25.4</c:v>
                </c:pt>
                <c:pt idx="528">
                  <c:v>25.4</c:v>
                </c:pt>
                <c:pt idx="529">
                  <c:v>25.4</c:v>
                </c:pt>
                <c:pt idx="530">
                  <c:v>25.4</c:v>
                </c:pt>
                <c:pt idx="531">
                  <c:v>25.4</c:v>
                </c:pt>
                <c:pt idx="532">
                  <c:v>25.4</c:v>
                </c:pt>
                <c:pt idx="533">
                  <c:v>25.4</c:v>
                </c:pt>
                <c:pt idx="534">
                  <c:v>25.4</c:v>
                </c:pt>
                <c:pt idx="535">
                  <c:v>25.4</c:v>
                </c:pt>
                <c:pt idx="536">
                  <c:v>25.4</c:v>
                </c:pt>
                <c:pt idx="537">
                  <c:v>25.4</c:v>
                </c:pt>
                <c:pt idx="538">
                  <c:v>25.4</c:v>
                </c:pt>
                <c:pt idx="539">
                  <c:v>25.4</c:v>
                </c:pt>
                <c:pt idx="540">
                  <c:v>25.4</c:v>
                </c:pt>
                <c:pt idx="541">
                  <c:v>25.4</c:v>
                </c:pt>
                <c:pt idx="542">
                  <c:v>25.4</c:v>
                </c:pt>
                <c:pt idx="543">
                  <c:v>25.4</c:v>
                </c:pt>
                <c:pt idx="544">
                  <c:v>25.4</c:v>
                </c:pt>
                <c:pt idx="545">
                  <c:v>25.4</c:v>
                </c:pt>
                <c:pt idx="546">
                  <c:v>25.4</c:v>
                </c:pt>
                <c:pt idx="547">
                  <c:v>24.5</c:v>
                </c:pt>
                <c:pt idx="548">
                  <c:v>24.5</c:v>
                </c:pt>
                <c:pt idx="549">
                  <c:v>24.5</c:v>
                </c:pt>
                <c:pt idx="550">
                  <c:v>24.5</c:v>
                </c:pt>
                <c:pt idx="551">
                  <c:v>24.5</c:v>
                </c:pt>
                <c:pt idx="552">
                  <c:v>24.5</c:v>
                </c:pt>
                <c:pt idx="553">
                  <c:v>24.5</c:v>
                </c:pt>
                <c:pt idx="554">
                  <c:v>24.5</c:v>
                </c:pt>
                <c:pt idx="555">
                  <c:v>24.5</c:v>
                </c:pt>
                <c:pt idx="556">
                  <c:v>24.5</c:v>
                </c:pt>
                <c:pt idx="557">
                  <c:v>24.5</c:v>
                </c:pt>
                <c:pt idx="558">
                  <c:v>24.5</c:v>
                </c:pt>
                <c:pt idx="559">
                  <c:v>24.5</c:v>
                </c:pt>
                <c:pt idx="560">
                  <c:v>24.5</c:v>
                </c:pt>
                <c:pt idx="561">
                  <c:v>24.5</c:v>
                </c:pt>
                <c:pt idx="562">
                  <c:v>24.5</c:v>
                </c:pt>
                <c:pt idx="563">
                  <c:v>24.5</c:v>
                </c:pt>
                <c:pt idx="564">
                  <c:v>24.5</c:v>
                </c:pt>
                <c:pt idx="565">
                  <c:v>24.5</c:v>
                </c:pt>
                <c:pt idx="566">
                  <c:v>24.5</c:v>
                </c:pt>
                <c:pt idx="567">
                  <c:v>24.5</c:v>
                </c:pt>
                <c:pt idx="568">
                  <c:v>24.5</c:v>
                </c:pt>
                <c:pt idx="569">
                  <c:v>24.5</c:v>
                </c:pt>
                <c:pt idx="570">
                  <c:v>24.5</c:v>
                </c:pt>
                <c:pt idx="571">
                  <c:v>24.5</c:v>
                </c:pt>
                <c:pt idx="572">
                  <c:v>24.5</c:v>
                </c:pt>
                <c:pt idx="573">
                  <c:v>24.5</c:v>
                </c:pt>
                <c:pt idx="574">
                  <c:v>24.5</c:v>
                </c:pt>
                <c:pt idx="575">
                  <c:v>24.5</c:v>
                </c:pt>
                <c:pt idx="576">
                  <c:v>24.5</c:v>
                </c:pt>
                <c:pt idx="577">
                  <c:v>24.5</c:v>
                </c:pt>
                <c:pt idx="578">
                  <c:v>24.5</c:v>
                </c:pt>
                <c:pt idx="579">
                  <c:v>24.5</c:v>
                </c:pt>
                <c:pt idx="580">
                  <c:v>24.5</c:v>
                </c:pt>
                <c:pt idx="581">
                  <c:v>24.5</c:v>
                </c:pt>
                <c:pt idx="582">
                  <c:v>24.5</c:v>
                </c:pt>
                <c:pt idx="583">
                  <c:v>24.5</c:v>
                </c:pt>
                <c:pt idx="584">
                  <c:v>24.5</c:v>
                </c:pt>
                <c:pt idx="585">
                  <c:v>24.5</c:v>
                </c:pt>
                <c:pt idx="586">
                  <c:v>24.5</c:v>
                </c:pt>
                <c:pt idx="587">
                  <c:v>24.5</c:v>
                </c:pt>
                <c:pt idx="588">
                  <c:v>24.5</c:v>
                </c:pt>
                <c:pt idx="589">
                  <c:v>24.5</c:v>
                </c:pt>
                <c:pt idx="590">
                  <c:v>24.5</c:v>
                </c:pt>
                <c:pt idx="591">
                  <c:v>24.5</c:v>
                </c:pt>
                <c:pt idx="592">
                  <c:v>24.5</c:v>
                </c:pt>
                <c:pt idx="593">
                  <c:v>24.5</c:v>
                </c:pt>
                <c:pt idx="594">
                  <c:v>24.5</c:v>
                </c:pt>
                <c:pt idx="595">
                  <c:v>24.5</c:v>
                </c:pt>
                <c:pt idx="596">
                  <c:v>24.5</c:v>
                </c:pt>
                <c:pt idx="597">
                  <c:v>24.5</c:v>
                </c:pt>
                <c:pt idx="598">
                  <c:v>24.5</c:v>
                </c:pt>
                <c:pt idx="599">
                  <c:v>24.5</c:v>
                </c:pt>
                <c:pt idx="600">
                  <c:v>24.5</c:v>
                </c:pt>
                <c:pt idx="601">
                  <c:v>24.5</c:v>
                </c:pt>
                <c:pt idx="602">
                  <c:v>24.5</c:v>
                </c:pt>
                <c:pt idx="603">
                  <c:v>24.5</c:v>
                </c:pt>
                <c:pt idx="604">
                  <c:v>24.5</c:v>
                </c:pt>
                <c:pt idx="605">
                  <c:v>24.5</c:v>
                </c:pt>
                <c:pt idx="606">
                  <c:v>24.5</c:v>
                </c:pt>
                <c:pt idx="607">
                  <c:v>24.5</c:v>
                </c:pt>
                <c:pt idx="608">
                  <c:v>24.5</c:v>
                </c:pt>
                <c:pt idx="609">
                  <c:v>24.5</c:v>
                </c:pt>
                <c:pt idx="610">
                  <c:v>24.5</c:v>
                </c:pt>
                <c:pt idx="611">
                  <c:v>24.5</c:v>
                </c:pt>
                <c:pt idx="612">
                  <c:v>24.5</c:v>
                </c:pt>
                <c:pt idx="613">
                  <c:v>24.5</c:v>
                </c:pt>
                <c:pt idx="614">
                  <c:v>24.5</c:v>
                </c:pt>
                <c:pt idx="615">
                  <c:v>24.5</c:v>
                </c:pt>
                <c:pt idx="616">
                  <c:v>24.5</c:v>
                </c:pt>
                <c:pt idx="617">
                  <c:v>24.5</c:v>
                </c:pt>
                <c:pt idx="618">
                  <c:v>24.5</c:v>
                </c:pt>
                <c:pt idx="619">
                  <c:v>24.5</c:v>
                </c:pt>
                <c:pt idx="620">
                  <c:v>24.5</c:v>
                </c:pt>
                <c:pt idx="621">
                  <c:v>24.5</c:v>
                </c:pt>
                <c:pt idx="622">
                  <c:v>24.5</c:v>
                </c:pt>
                <c:pt idx="623">
                  <c:v>24.5</c:v>
                </c:pt>
                <c:pt idx="624">
                  <c:v>24.5</c:v>
                </c:pt>
                <c:pt idx="625">
                  <c:v>24.5</c:v>
                </c:pt>
                <c:pt idx="626">
                  <c:v>24.5</c:v>
                </c:pt>
                <c:pt idx="627">
                  <c:v>24.5</c:v>
                </c:pt>
                <c:pt idx="628">
                  <c:v>24.5</c:v>
                </c:pt>
                <c:pt idx="629">
                  <c:v>24.5</c:v>
                </c:pt>
                <c:pt idx="630">
                  <c:v>24.5</c:v>
                </c:pt>
                <c:pt idx="631">
                  <c:v>24.5</c:v>
                </c:pt>
                <c:pt idx="632">
                  <c:v>24.5</c:v>
                </c:pt>
                <c:pt idx="633">
                  <c:v>24.5</c:v>
                </c:pt>
                <c:pt idx="634">
                  <c:v>24.5</c:v>
                </c:pt>
                <c:pt idx="635">
                  <c:v>24.5</c:v>
                </c:pt>
                <c:pt idx="636">
                  <c:v>24.5</c:v>
                </c:pt>
                <c:pt idx="637">
                  <c:v>24.5</c:v>
                </c:pt>
                <c:pt idx="638">
                  <c:v>24.5</c:v>
                </c:pt>
                <c:pt idx="639">
                  <c:v>16.6</c:v>
                </c:pt>
                <c:pt idx="640">
                  <c:v>16.6</c:v>
                </c:pt>
                <c:pt idx="641">
                  <c:v>16.6</c:v>
                </c:pt>
                <c:pt idx="642">
                  <c:v>16.6</c:v>
                </c:pt>
                <c:pt idx="643">
                  <c:v>16.6</c:v>
                </c:pt>
                <c:pt idx="644">
                  <c:v>16.6</c:v>
                </c:pt>
                <c:pt idx="645">
                  <c:v>16.6</c:v>
                </c:pt>
                <c:pt idx="646">
                  <c:v>16.6</c:v>
                </c:pt>
                <c:pt idx="647">
                  <c:v>16.6</c:v>
                </c:pt>
                <c:pt idx="648">
                  <c:v>16.6</c:v>
                </c:pt>
                <c:pt idx="649">
                  <c:v>16.6</c:v>
                </c:pt>
                <c:pt idx="650">
                  <c:v>16.6</c:v>
                </c:pt>
                <c:pt idx="651">
                  <c:v>16.6</c:v>
                </c:pt>
                <c:pt idx="652">
                  <c:v>16.6</c:v>
                </c:pt>
                <c:pt idx="653">
                  <c:v>16.6</c:v>
                </c:pt>
                <c:pt idx="654">
                  <c:v>16.6</c:v>
                </c:pt>
                <c:pt idx="655">
                  <c:v>16.6</c:v>
                </c:pt>
                <c:pt idx="656">
                  <c:v>16.6</c:v>
                </c:pt>
                <c:pt idx="657">
                  <c:v>16.6</c:v>
                </c:pt>
                <c:pt idx="658">
                  <c:v>16.6</c:v>
                </c:pt>
                <c:pt idx="659">
                  <c:v>16.6</c:v>
                </c:pt>
                <c:pt idx="660">
                  <c:v>16.6</c:v>
                </c:pt>
                <c:pt idx="661">
                  <c:v>16.6</c:v>
                </c:pt>
                <c:pt idx="662">
                  <c:v>16.6</c:v>
                </c:pt>
                <c:pt idx="663">
                  <c:v>16.6</c:v>
                </c:pt>
                <c:pt idx="664">
                  <c:v>16.6</c:v>
                </c:pt>
                <c:pt idx="665">
                  <c:v>16.6</c:v>
                </c:pt>
                <c:pt idx="666">
                  <c:v>16.6</c:v>
                </c:pt>
                <c:pt idx="667">
                  <c:v>16.6</c:v>
                </c:pt>
                <c:pt idx="668">
                  <c:v>16.6</c:v>
                </c:pt>
                <c:pt idx="669">
                  <c:v>16.6</c:v>
                </c:pt>
                <c:pt idx="670">
                  <c:v>16.6</c:v>
                </c:pt>
                <c:pt idx="671">
                  <c:v>16.6</c:v>
                </c:pt>
                <c:pt idx="672">
                  <c:v>16.6</c:v>
                </c:pt>
                <c:pt idx="673">
                  <c:v>16.6</c:v>
                </c:pt>
                <c:pt idx="674">
                  <c:v>16.6</c:v>
                </c:pt>
                <c:pt idx="675">
                  <c:v>16.6</c:v>
                </c:pt>
                <c:pt idx="676">
                  <c:v>16.6</c:v>
                </c:pt>
                <c:pt idx="677">
                  <c:v>16.6</c:v>
                </c:pt>
                <c:pt idx="678">
                  <c:v>16.6</c:v>
                </c:pt>
                <c:pt idx="679">
                  <c:v>16.6</c:v>
                </c:pt>
                <c:pt idx="680">
                  <c:v>16.6</c:v>
                </c:pt>
                <c:pt idx="681">
                  <c:v>16.6</c:v>
                </c:pt>
                <c:pt idx="682">
                  <c:v>16.6</c:v>
                </c:pt>
                <c:pt idx="683">
                  <c:v>16.6</c:v>
                </c:pt>
                <c:pt idx="684">
                  <c:v>16.6</c:v>
                </c:pt>
                <c:pt idx="685">
                  <c:v>16.6</c:v>
                </c:pt>
                <c:pt idx="686">
                  <c:v>16.6</c:v>
                </c:pt>
                <c:pt idx="687">
                  <c:v>16.6</c:v>
                </c:pt>
                <c:pt idx="688">
                  <c:v>16.6</c:v>
                </c:pt>
                <c:pt idx="689">
                  <c:v>16.6</c:v>
                </c:pt>
                <c:pt idx="690">
                  <c:v>16.6</c:v>
                </c:pt>
                <c:pt idx="691">
                  <c:v>16.6</c:v>
                </c:pt>
                <c:pt idx="692">
                  <c:v>16.6</c:v>
                </c:pt>
                <c:pt idx="693">
                  <c:v>16.6</c:v>
                </c:pt>
                <c:pt idx="694">
                  <c:v>16.6</c:v>
                </c:pt>
                <c:pt idx="695">
                  <c:v>16.6</c:v>
                </c:pt>
                <c:pt idx="696">
                  <c:v>16.6</c:v>
                </c:pt>
                <c:pt idx="697">
                  <c:v>16.6</c:v>
                </c:pt>
                <c:pt idx="698">
                  <c:v>16.6</c:v>
                </c:pt>
                <c:pt idx="699">
                  <c:v>16.6</c:v>
                </c:pt>
                <c:pt idx="700">
                  <c:v>16.6</c:v>
                </c:pt>
                <c:pt idx="701">
                  <c:v>16.6</c:v>
                </c:pt>
                <c:pt idx="702">
                  <c:v>16.6</c:v>
                </c:pt>
                <c:pt idx="703">
                  <c:v>16.6</c:v>
                </c:pt>
                <c:pt idx="704">
                  <c:v>16.6</c:v>
                </c:pt>
                <c:pt idx="705">
                  <c:v>16.6</c:v>
                </c:pt>
                <c:pt idx="706">
                  <c:v>16.6</c:v>
                </c:pt>
                <c:pt idx="707">
                  <c:v>16.6</c:v>
                </c:pt>
                <c:pt idx="708">
                  <c:v>16.6</c:v>
                </c:pt>
                <c:pt idx="709">
                  <c:v>16.6</c:v>
                </c:pt>
                <c:pt idx="710">
                  <c:v>16.6</c:v>
                </c:pt>
                <c:pt idx="711">
                  <c:v>16.6</c:v>
                </c:pt>
                <c:pt idx="712">
                  <c:v>16.6</c:v>
                </c:pt>
                <c:pt idx="713">
                  <c:v>16.6</c:v>
                </c:pt>
                <c:pt idx="714">
                  <c:v>16.6</c:v>
                </c:pt>
                <c:pt idx="715">
                  <c:v>16.6</c:v>
                </c:pt>
                <c:pt idx="716">
                  <c:v>16.6</c:v>
                </c:pt>
                <c:pt idx="717">
                  <c:v>16.6</c:v>
                </c:pt>
                <c:pt idx="718">
                  <c:v>16.6</c:v>
                </c:pt>
                <c:pt idx="719">
                  <c:v>16.6</c:v>
                </c:pt>
                <c:pt idx="720">
                  <c:v>16.6</c:v>
                </c:pt>
                <c:pt idx="721">
                  <c:v>16.6</c:v>
                </c:pt>
                <c:pt idx="722">
                  <c:v>16.6</c:v>
                </c:pt>
                <c:pt idx="723">
                  <c:v>16.6</c:v>
                </c:pt>
                <c:pt idx="724">
                  <c:v>16.6</c:v>
                </c:pt>
                <c:pt idx="725">
                  <c:v>16.6</c:v>
                </c:pt>
                <c:pt idx="726">
                  <c:v>16.6</c:v>
                </c:pt>
                <c:pt idx="727">
                  <c:v>16.6</c:v>
                </c:pt>
                <c:pt idx="728">
                  <c:v>16.6</c:v>
                </c:pt>
                <c:pt idx="729">
                  <c:v>16.6</c:v>
                </c:pt>
                <c:pt idx="730">
                  <c:v>16.6</c:v>
                </c:pt>
                <c:pt idx="731">
                  <c:v>17.8</c:v>
                </c:pt>
                <c:pt idx="732">
                  <c:v>17.8</c:v>
                </c:pt>
                <c:pt idx="733">
                  <c:v>17.8</c:v>
                </c:pt>
                <c:pt idx="734">
                  <c:v>17.8</c:v>
                </c:pt>
                <c:pt idx="735">
                  <c:v>17.8</c:v>
                </c:pt>
                <c:pt idx="736">
                  <c:v>17.8</c:v>
                </c:pt>
                <c:pt idx="737">
                  <c:v>17.8</c:v>
                </c:pt>
                <c:pt idx="738">
                  <c:v>17.8</c:v>
                </c:pt>
                <c:pt idx="739">
                  <c:v>17.8</c:v>
                </c:pt>
                <c:pt idx="740">
                  <c:v>17.8</c:v>
                </c:pt>
                <c:pt idx="741">
                  <c:v>17.8</c:v>
                </c:pt>
                <c:pt idx="742">
                  <c:v>17.8</c:v>
                </c:pt>
                <c:pt idx="743">
                  <c:v>17.8</c:v>
                </c:pt>
                <c:pt idx="744">
                  <c:v>17.8</c:v>
                </c:pt>
                <c:pt idx="745">
                  <c:v>17.8</c:v>
                </c:pt>
                <c:pt idx="746">
                  <c:v>17.8</c:v>
                </c:pt>
                <c:pt idx="747">
                  <c:v>17.8</c:v>
                </c:pt>
                <c:pt idx="748">
                  <c:v>17.8</c:v>
                </c:pt>
                <c:pt idx="749">
                  <c:v>17.8</c:v>
                </c:pt>
                <c:pt idx="750">
                  <c:v>17.8</c:v>
                </c:pt>
                <c:pt idx="751">
                  <c:v>17.8</c:v>
                </c:pt>
                <c:pt idx="752">
                  <c:v>17.8</c:v>
                </c:pt>
                <c:pt idx="753">
                  <c:v>17.8</c:v>
                </c:pt>
                <c:pt idx="754">
                  <c:v>17.8</c:v>
                </c:pt>
                <c:pt idx="755">
                  <c:v>17.8</c:v>
                </c:pt>
                <c:pt idx="756">
                  <c:v>17.8</c:v>
                </c:pt>
                <c:pt idx="757">
                  <c:v>17.8</c:v>
                </c:pt>
                <c:pt idx="758">
                  <c:v>17.8</c:v>
                </c:pt>
                <c:pt idx="759">
                  <c:v>17.8</c:v>
                </c:pt>
                <c:pt idx="760">
                  <c:v>17.8</c:v>
                </c:pt>
                <c:pt idx="761">
                  <c:v>17.8</c:v>
                </c:pt>
                <c:pt idx="762">
                  <c:v>17.8</c:v>
                </c:pt>
                <c:pt idx="763">
                  <c:v>17.8</c:v>
                </c:pt>
                <c:pt idx="764">
                  <c:v>17.8</c:v>
                </c:pt>
                <c:pt idx="765">
                  <c:v>17.8</c:v>
                </c:pt>
                <c:pt idx="766">
                  <c:v>17.8</c:v>
                </c:pt>
                <c:pt idx="767">
                  <c:v>17.8</c:v>
                </c:pt>
                <c:pt idx="768">
                  <c:v>17.8</c:v>
                </c:pt>
                <c:pt idx="769">
                  <c:v>17.8</c:v>
                </c:pt>
                <c:pt idx="770">
                  <c:v>17.8</c:v>
                </c:pt>
                <c:pt idx="771">
                  <c:v>17.8</c:v>
                </c:pt>
                <c:pt idx="772">
                  <c:v>17.8</c:v>
                </c:pt>
                <c:pt idx="773">
                  <c:v>17.8</c:v>
                </c:pt>
                <c:pt idx="774">
                  <c:v>17.8</c:v>
                </c:pt>
                <c:pt idx="775">
                  <c:v>17.8</c:v>
                </c:pt>
                <c:pt idx="776">
                  <c:v>17.8</c:v>
                </c:pt>
                <c:pt idx="777">
                  <c:v>17.8</c:v>
                </c:pt>
                <c:pt idx="778">
                  <c:v>17.8</c:v>
                </c:pt>
                <c:pt idx="779">
                  <c:v>17.8</c:v>
                </c:pt>
                <c:pt idx="780">
                  <c:v>17.8</c:v>
                </c:pt>
                <c:pt idx="781">
                  <c:v>17.8</c:v>
                </c:pt>
                <c:pt idx="782">
                  <c:v>17.8</c:v>
                </c:pt>
                <c:pt idx="783">
                  <c:v>17.8</c:v>
                </c:pt>
                <c:pt idx="784">
                  <c:v>17.8</c:v>
                </c:pt>
                <c:pt idx="785">
                  <c:v>17.8</c:v>
                </c:pt>
                <c:pt idx="786">
                  <c:v>17.8</c:v>
                </c:pt>
                <c:pt idx="787">
                  <c:v>17.8</c:v>
                </c:pt>
                <c:pt idx="788">
                  <c:v>17.8</c:v>
                </c:pt>
                <c:pt idx="789">
                  <c:v>17.8</c:v>
                </c:pt>
                <c:pt idx="790">
                  <c:v>17.8</c:v>
                </c:pt>
                <c:pt idx="791">
                  <c:v>17.8</c:v>
                </c:pt>
                <c:pt idx="792">
                  <c:v>17.8</c:v>
                </c:pt>
                <c:pt idx="793">
                  <c:v>17.8</c:v>
                </c:pt>
                <c:pt idx="794">
                  <c:v>17.8</c:v>
                </c:pt>
                <c:pt idx="795">
                  <c:v>17.8</c:v>
                </c:pt>
                <c:pt idx="796">
                  <c:v>17.8</c:v>
                </c:pt>
                <c:pt idx="797">
                  <c:v>17.8</c:v>
                </c:pt>
                <c:pt idx="798">
                  <c:v>17.8</c:v>
                </c:pt>
                <c:pt idx="799">
                  <c:v>17.8</c:v>
                </c:pt>
                <c:pt idx="800">
                  <c:v>17.8</c:v>
                </c:pt>
                <c:pt idx="801">
                  <c:v>17.8</c:v>
                </c:pt>
                <c:pt idx="802">
                  <c:v>17.8</c:v>
                </c:pt>
                <c:pt idx="803">
                  <c:v>17.8</c:v>
                </c:pt>
                <c:pt idx="804">
                  <c:v>17.8</c:v>
                </c:pt>
                <c:pt idx="805">
                  <c:v>17.8</c:v>
                </c:pt>
                <c:pt idx="806">
                  <c:v>17.8</c:v>
                </c:pt>
                <c:pt idx="807">
                  <c:v>17.8</c:v>
                </c:pt>
                <c:pt idx="808">
                  <c:v>17.8</c:v>
                </c:pt>
                <c:pt idx="809">
                  <c:v>17.8</c:v>
                </c:pt>
                <c:pt idx="810">
                  <c:v>17.8</c:v>
                </c:pt>
                <c:pt idx="811">
                  <c:v>17.8</c:v>
                </c:pt>
                <c:pt idx="812">
                  <c:v>17.8</c:v>
                </c:pt>
                <c:pt idx="813">
                  <c:v>17.8</c:v>
                </c:pt>
                <c:pt idx="814">
                  <c:v>17.8</c:v>
                </c:pt>
                <c:pt idx="815">
                  <c:v>17.8</c:v>
                </c:pt>
                <c:pt idx="816">
                  <c:v>17.8</c:v>
                </c:pt>
                <c:pt idx="817">
                  <c:v>17.8</c:v>
                </c:pt>
                <c:pt idx="818">
                  <c:v>17.8</c:v>
                </c:pt>
                <c:pt idx="819">
                  <c:v>17.8</c:v>
                </c:pt>
                <c:pt idx="820">
                  <c:v>17.8</c:v>
                </c:pt>
                <c:pt idx="821">
                  <c:v>29.7</c:v>
                </c:pt>
                <c:pt idx="822">
                  <c:v>29.7</c:v>
                </c:pt>
                <c:pt idx="823">
                  <c:v>29.7</c:v>
                </c:pt>
                <c:pt idx="824">
                  <c:v>29.7</c:v>
                </c:pt>
                <c:pt idx="825">
                  <c:v>29.7</c:v>
                </c:pt>
                <c:pt idx="826">
                  <c:v>29.7</c:v>
                </c:pt>
                <c:pt idx="827">
                  <c:v>29.7</c:v>
                </c:pt>
                <c:pt idx="828">
                  <c:v>29.7</c:v>
                </c:pt>
                <c:pt idx="829">
                  <c:v>29.7</c:v>
                </c:pt>
                <c:pt idx="830">
                  <c:v>29.7</c:v>
                </c:pt>
                <c:pt idx="831">
                  <c:v>29.7</c:v>
                </c:pt>
                <c:pt idx="832">
                  <c:v>29.7</c:v>
                </c:pt>
                <c:pt idx="833">
                  <c:v>29.7</c:v>
                </c:pt>
                <c:pt idx="834">
                  <c:v>29.7</c:v>
                </c:pt>
                <c:pt idx="835">
                  <c:v>29.7</c:v>
                </c:pt>
                <c:pt idx="836">
                  <c:v>29.7</c:v>
                </c:pt>
                <c:pt idx="837">
                  <c:v>29.7</c:v>
                </c:pt>
                <c:pt idx="838">
                  <c:v>29.7</c:v>
                </c:pt>
                <c:pt idx="839">
                  <c:v>29.7</c:v>
                </c:pt>
                <c:pt idx="840">
                  <c:v>29.7</c:v>
                </c:pt>
                <c:pt idx="841">
                  <c:v>29.7</c:v>
                </c:pt>
                <c:pt idx="842">
                  <c:v>29.7</c:v>
                </c:pt>
                <c:pt idx="843">
                  <c:v>29.7</c:v>
                </c:pt>
                <c:pt idx="844">
                  <c:v>29.7</c:v>
                </c:pt>
                <c:pt idx="845">
                  <c:v>29.7</c:v>
                </c:pt>
                <c:pt idx="846">
                  <c:v>29.7</c:v>
                </c:pt>
                <c:pt idx="847">
                  <c:v>29.7</c:v>
                </c:pt>
                <c:pt idx="848">
                  <c:v>29.7</c:v>
                </c:pt>
                <c:pt idx="849">
                  <c:v>29.7</c:v>
                </c:pt>
                <c:pt idx="850">
                  <c:v>29.7</c:v>
                </c:pt>
                <c:pt idx="851">
                  <c:v>29.7</c:v>
                </c:pt>
                <c:pt idx="852">
                  <c:v>29.7</c:v>
                </c:pt>
                <c:pt idx="853">
                  <c:v>29.7</c:v>
                </c:pt>
                <c:pt idx="854">
                  <c:v>29.7</c:v>
                </c:pt>
                <c:pt idx="855">
                  <c:v>29.7</c:v>
                </c:pt>
                <c:pt idx="856">
                  <c:v>29.7</c:v>
                </c:pt>
                <c:pt idx="857">
                  <c:v>29.7</c:v>
                </c:pt>
                <c:pt idx="858">
                  <c:v>29.7</c:v>
                </c:pt>
                <c:pt idx="859">
                  <c:v>29.7</c:v>
                </c:pt>
                <c:pt idx="860">
                  <c:v>29.7</c:v>
                </c:pt>
                <c:pt idx="861">
                  <c:v>29.7</c:v>
                </c:pt>
                <c:pt idx="862">
                  <c:v>29.7</c:v>
                </c:pt>
                <c:pt idx="863">
                  <c:v>29.7</c:v>
                </c:pt>
                <c:pt idx="864">
                  <c:v>29.7</c:v>
                </c:pt>
                <c:pt idx="865">
                  <c:v>29.7</c:v>
                </c:pt>
                <c:pt idx="866">
                  <c:v>29.7</c:v>
                </c:pt>
                <c:pt idx="867">
                  <c:v>29.7</c:v>
                </c:pt>
                <c:pt idx="868">
                  <c:v>29.7</c:v>
                </c:pt>
                <c:pt idx="869">
                  <c:v>29.7</c:v>
                </c:pt>
                <c:pt idx="870">
                  <c:v>29.7</c:v>
                </c:pt>
                <c:pt idx="871">
                  <c:v>29.7</c:v>
                </c:pt>
                <c:pt idx="872">
                  <c:v>29.7</c:v>
                </c:pt>
                <c:pt idx="873">
                  <c:v>29.7</c:v>
                </c:pt>
                <c:pt idx="874">
                  <c:v>29.7</c:v>
                </c:pt>
                <c:pt idx="875">
                  <c:v>29.7</c:v>
                </c:pt>
                <c:pt idx="876">
                  <c:v>29.7</c:v>
                </c:pt>
                <c:pt idx="877">
                  <c:v>29.7</c:v>
                </c:pt>
                <c:pt idx="878">
                  <c:v>29.7</c:v>
                </c:pt>
                <c:pt idx="879">
                  <c:v>29.7</c:v>
                </c:pt>
                <c:pt idx="880">
                  <c:v>29.7</c:v>
                </c:pt>
                <c:pt idx="881">
                  <c:v>29.7</c:v>
                </c:pt>
                <c:pt idx="882">
                  <c:v>29.7</c:v>
                </c:pt>
                <c:pt idx="883">
                  <c:v>29.7</c:v>
                </c:pt>
                <c:pt idx="884">
                  <c:v>29.7</c:v>
                </c:pt>
                <c:pt idx="885">
                  <c:v>29.7</c:v>
                </c:pt>
                <c:pt idx="886">
                  <c:v>29.7</c:v>
                </c:pt>
                <c:pt idx="887">
                  <c:v>29.7</c:v>
                </c:pt>
                <c:pt idx="888">
                  <c:v>29.7</c:v>
                </c:pt>
                <c:pt idx="889">
                  <c:v>29.7</c:v>
                </c:pt>
                <c:pt idx="890">
                  <c:v>29.7</c:v>
                </c:pt>
                <c:pt idx="891">
                  <c:v>29.7</c:v>
                </c:pt>
                <c:pt idx="892">
                  <c:v>29.7</c:v>
                </c:pt>
                <c:pt idx="893">
                  <c:v>29.7</c:v>
                </c:pt>
                <c:pt idx="894">
                  <c:v>29.7</c:v>
                </c:pt>
                <c:pt idx="895">
                  <c:v>29.7</c:v>
                </c:pt>
                <c:pt idx="896">
                  <c:v>29.7</c:v>
                </c:pt>
                <c:pt idx="897">
                  <c:v>29.7</c:v>
                </c:pt>
                <c:pt idx="898">
                  <c:v>29.7</c:v>
                </c:pt>
                <c:pt idx="899">
                  <c:v>29.7</c:v>
                </c:pt>
                <c:pt idx="900">
                  <c:v>29.7</c:v>
                </c:pt>
                <c:pt idx="901">
                  <c:v>29.7</c:v>
                </c:pt>
                <c:pt idx="902">
                  <c:v>29.7</c:v>
                </c:pt>
                <c:pt idx="903">
                  <c:v>29.7</c:v>
                </c:pt>
                <c:pt idx="904">
                  <c:v>29.7</c:v>
                </c:pt>
                <c:pt idx="905">
                  <c:v>29.7</c:v>
                </c:pt>
                <c:pt idx="906">
                  <c:v>29.7</c:v>
                </c:pt>
                <c:pt idx="907">
                  <c:v>29.7</c:v>
                </c:pt>
                <c:pt idx="908">
                  <c:v>29.7</c:v>
                </c:pt>
                <c:pt idx="909">
                  <c:v>29.7</c:v>
                </c:pt>
                <c:pt idx="910">
                  <c:v>29.7</c:v>
                </c:pt>
                <c:pt idx="911">
                  <c:v>29.7</c:v>
                </c:pt>
                <c:pt idx="912">
                  <c:v>31.3</c:v>
                </c:pt>
                <c:pt idx="913">
                  <c:v>31.3</c:v>
                </c:pt>
                <c:pt idx="914">
                  <c:v>31.3</c:v>
                </c:pt>
                <c:pt idx="915">
                  <c:v>31.3</c:v>
                </c:pt>
                <c:pt idx="916">
                  <c:v>31.3</c:v>
                </c:pt>
                <c:pt idx="917">
                  <c:v>31.3</c:v>
                </c:pt>
                <c:pt idx="918">
                  <c:v>31.3</c:v>
                </c:pt>
                <c:pt idx="919">
                  <c:v>31.3</c:v>
                </c:pt>
                <c:pt idx="920">
                  <c:v>31.3</c:v>
                </c:pt>
                <c:pt idx="921">
                  <c:v>31.3</c:v>
                </c:pt>
                <c:pt idx="922">
                  <c:v>31.3</c:v>
                </c:pt>
                <c:pt idx="923">
                  <c:v>31.3</c:v>
                </c:pt>
                <c:pt idx="924">
                  <c:v>31.3</c:v>
                </c:pt>
                <c:pt idx="925">
                  <c:v>31.3</c:v>
                </c:pt>
                <c:pt idx="926">
                  <c:v>31.3</c:v>
                </c:pt>
                <c:pt idx="927">
                  <c:v>31.3</c:v>
                </c:pt>
                <c:pt idx="928">
                  <c:v>31.3</c:v>
                </c:pt>
                <c:pt idx="929">
                  <c:v>31.3</c:v>
                </c:pt>
                <c:pt idx="930">
                  <c:v>31.3</c:v>
                </c:pt>
                <c:pt idx="931">
                  <c:v>31.3</c:v>
                </c:pt>
                <c:pt idx="932">
                  <c:v>31.3</c:v>
                </c:pt>
                <c:pt idx="933">
                  <c:v>31.3</c:v>
                </c:pt>
                <c:pt idx="934">
                  <c:v>31.3</c:v>
                </c:pt>
                <c:pt idx="935">
                  <c:v>31.3</c:v>
                </c:pt>
                <c:pt idx="936">
                  <c:v>31.3</c:v>
                </c:pt>
                <c:pt idx="937">
                  <c:v>31.3</c:v>
                </c:pt>
                <c:pt idx="938">
                  <c:v>31.3</c:v>
                </c:pt>
                <c:pt idx="939">
                  <c:v>31.3</c:v>
                </c:pt>
                <c:pt idx="940">
                  <c:v>31.3</c:v>
                </c:pt>
                <c:pt idx="941">
                  <c:v>31.3</c:v>
                </c:pt>
                <c:pt idx="942">
                  <c:v>31.3</c:v>
                </c:pt>
                <c:pt idx="943">
                  <c:v>31.3</c:v>
                </c:pt>
                <c:pt idx="944">
                  <c:v>31.3</c:v>
                </c:pt>
                <c:pt idx="945">
                  <c:v>31.3</c:v>
                </c:pt>
                <c:pt idx="946">
                  <c:v>31.3</c:v>
                </c:pt>
                <c:pt idx="947">
                  <c:v>31.3</c:v>
                </c:pt>
                <c:pt idx="948">
                  <c:v>31.3</c:v>
                </c:pt>
                <c:pt idx="949">
                  <c:v>31.3</c:v>
                </c:pt>
                <c:pt idx="950">
                  <c:v>31.3</c:v>
                </c:pt>
                <c:pt idx="951">
                  <c:v>31.3</c:v>
                </c:pt>
                <c:pt idx="952">
                  <c:v>31.3</c:v>
                </c:pt>
                <c:pt idx="953">
                  <c:v>31.3</c:v>
                </c:pt>
                <c:pt idx="954">
                  <c:v>31.3</c:v>
                </c:pt>
                <c:pt idx="955">
                  <c:v>31.3</c:v>
                </c:pt>
                <c:pt idx="956">
                  <c:v>31.3</c:v>
                </c:pt>
                <c:pt idx="957">
                  <c:v>31.3</c:v>
                </c:pt>
                <c:pt idx="958">
                  <c:v>31.3</c:v>
                </c:pt>
                <c:pt idx="959">
                  <c:v>31.3</c:v>
                </c:pt>
                <c:pt idx="960">
                  <c:v>31.3</c:v>
                </c:pt>
                <c:pt idx="961">
                  <c:v>31.3</c:v>
                </c:pt>
                <c:pt idx="962">
                  <c:v>31.3</c:v>
                </c:pt>
                <c:pt idx="963">
                  <c:v>31.3</c:v>
                </c:pt>
                <c:pt idx="964">
                  <c:v>31.3</c:v>
                </c:pt>
                <c:pt idx="965">
                  <c:v>31.3</c:v>
                </c:pt>
                <c:pt idx="966">
                  <c:v>31.3</c:v>
                </c:pt>
                <c:pt idx="967">
                  <c:v>31.3</c:v>
                </c:pt>
                <c:pt idx="968">
                  <c:v>31.3</c:v>
                </c:pt>
                <c:pt idx="969">
                  <c:v>31.3</c:v>
                </c:pt>
                <c:pt idx="970">
                  <c:v>31.3</c:v>
                </c:pt>
                <c:pt idx="971">
                  <c:v>31.3</c:v>
                </c:pt>
                <c:pt idx="972">
                  <c:v>31.3</c:v>
                </c:pt>
                <c:pt idx="973">
                  <c:v>31.3</c:v>
                </c:pt>
                <c:pt idx="974">
                  <c:v>31.3</c:v>
                </c:pt>
                <c:pt idx="975">
                  <c:v>31.3</c:v>
                </c:pt>
                <c:pt idx="976">
                  <c:v>31.3</c:v>
                </c:pt>
                <c:pt idx="977">
                  <c:v>31.3</c:v>
                </c:pt>
                <c:pt idx="978">
                  <c:v>31.3</c:v>
                </c:pt>
                <c:pt idx="979">
                  <c:v>31.3</c:v>
                </c:pt>
                <c:pt idx="980">
                  <c:v>31.3</c:v>
                </c:pt>
                <c:pt idx="981">
                  <c:v>31.3</c:v>
                </c:pt>
                <c:pt idx="982">
                  <c:v>31.3</c:v>
                </c:pt>
                <c:pt idx="983">
                  <c:v>31.3</c:v>
                </c:pt>
                <c:pt idx="984">
                  <c:v>31.3</c:v>
                </c:pt>
                <c:pt idx="985">
                  <c:v>31.3</c:v>
                </c:pt>
                <c:pt idx="986">
                  <c:v>31.3</c:v>
                </c:pt>
                <c:pt idx="987">
                  <c:v>31.3</c:v>
                </c:pt>
                <c:pt idx="988">
                  <c:v>31.3</c:v>
                </c:pt>
                <c:pt idx="989">
                  <c:v>31.3</c:v>
                </c:pt>
                <c:pt idx="990">
                  <c:v>31.3</c:v>
                </c:pt>
                <c:pt idx="991">
                  <c:v>31.3</c:v>
                </c:pt>
                <c:pt idx="992">
                  <c:v>31.3</c:v>
                </c:pt>
                <c:pt idx="993">
                  <c:v>31.3</c:v>
                </c:pt>
                <c:pt idx="994">
                  <c:v>31.3</c:v>
                </c:pt>
                <c:pt idx="995">
                  <c:v>31.3</c:v>
                </c:pt>
                <c:pt idx="996">
                  <c:v>31.3</c:v>
                </c:pt>
                <c:pt idx="997">
                  <c:v>31.3</c:v>
                </c:pt>
                <c:pt idx="998">
                  <c:v>31.3</c:v>
                </c:pt>
                <c:pt idx="999">
                  <c:v>31.3</c:v>
                </c:pt>
                <c:pt idx="1000">
                  <c:v>31.3</c:v>
                </c:pt>
                <c:pt idx="1001">
                  <c:v>31.3</c:v>
                </c:pt>
                <c:pt idx="1002">
                  <c:v>31.3</c:v>
                </c:pt>
                <c:pt idx="1003">
                  <c:v>31.3</c:v>
                </c:pt>
                <c:pt idx="1004">
                  <c:v>21.5</c:v>
                </c:pt>
                <c:pt idx="1005">
                  <c:v>21.5</c:v>
                </c:pt>
                <c:pt idx="1006">
                  <c:v>21.5</c:v>
                </c:pt>
                <c:pt idx="1007">
                  <c:v>21.5</c:v>
                </c:pt>
                <c:pt idx="1008">
                  <c:v>21.5</c:v>
                </c:pt>
                <c:pt idx="1009">
                  <c:v>21.5</c:v>
                </c:pt>
                <c:pt idx="1010">
                  <c:v>21.5</c:v>
                </c:pt>
                <c:pt idx="1011">
                  <c:v>21.5</c:v>
                </c:pt>
                <c:pt idx="1012">
                  <c:v>21.5</c:v>
                </c:pt>
                <c:pt idx="1013">
                  <c:v>21.5</c:v>
                </c:pt>
                <c:pt idx="1014">
                  <c:v>21.5</c:v>
                </c:pt>
                <c:pt idx="1015">
                  <c:v>21.5</c:v>
                </c:pt>
                <c:pt idx="1016">
                  <c:v>21.5</c:v>
                </c:pt>
                <c:pt idx="1017">
                  <c:v>21.5</c:v>
                </c:pt>
                <c:pt idx="1018">
                  <c:v>21.5</c:v>
                </c:pt>
                <c:pt idx="1019">
                  <c:v>21.5</c:v>
                </c:pt>
                <c:pt idx="1020">
                  <c:v>21.5</c:v>
                </c:pt>
                <c:pt idx="1021">
                  <c:v>21.5</c:v>
                </c:pt>
                <c:pt idx="1022">
                  <c:v>21.5</c:v>
                </c:pt>
                <c:pt idx="1023">
                  <c:v>21.5</c:v>
                </c:pt>
                <c:pt idx="1024">
                  <c:v>21.5</c:v>
                </c:pt>
                <c:pt idx="1025">
                  <c:v>21.5</c:v>
                </c:pt>
                <c:pt idx="1026">
                  <c:v>21.5</c:v>
                </c:pt>
                <c:pt idx="1027">
                  <c:v>21.5</c:v>
                </c:pt>
                <c:pt idx="1028">
                  <c:v>21.5</c:v>
                </c:pt>
                <c:pt idx="1029">
                  <c:v>21.5</c:v>
                </c:pt>
                <c:pt idx="1030">
                  <c:v>21.5</c:v>
                </c:pt>
                <c:pt idx="1031">
                  <c:v>21.5</c:v>
                </c:pt>
                <c:pt idx="1032">
                  <c:v>21.5</c:v>
                </c:pt>
                <c:pt idx="1033">
                  <c:v>21.5</c:v>
                </c:pt>
                <c:pt idx="1034">
                  <c:v>21.5</c:v>
                </c:pt>
                <c:pt idx="1035">
                  <c:v>21.5</c:v>
                </c:pt>
                <c:pt idx="1036">
                  <c:v>21.5</c:v>
                </c:pt>
                <c:pt idx="1037">
                  <c:v>21.5</c:v>
                </c:pt>
                <c:pt idx="1038">
                  <c:v>21.5</c:v>
                </c:pt>
                <c:pt idx="1039">
                  <c:v>21.5</c:v>
                </c:pt>
                <c:pt idx="1040">
                  <c:v>21.5</c:v>
                </c:pt>
                <c:pt idx="1041">
                  <c:v>21.5</c:v>
                </c:pt>
                <c:pt idx="1042">
                  <c:v>21.5</c:v>
                </c:pt>
                <c:pt idx="1043">
                  <c:v>21.5</c:v>
                </c:pt>
                <c:pt idx="1044">
                  <c:v>21.5</c:v>
                </c:pt>
                <c:pt idx="1045">
                  <c:v>21.5</c:v>
                </c:pt>
                <c:pt idx="1046">
                  <c:v>21.5</c:v>
                </c:pt>
                <c:pt idx="1047">
                  <c:v>21.5</c:v>
                </c:pt>
                <c:pt idx="1048">
                  <c:v>21.5</c:v>
                </c:pt>
                <c:pt idx="1049">
                  <c:v>21.5</c:v>
                </c:pt>
                <c:pt idx="1050">
                  <c:v>21.5</c:v>
                </c:pt>
                <c:pt idx="1051">
                  <c:v>21.5</c:v>
                </c:pt>
                <c:pt idx="1052">
                  <c:v>21.5</c:v>
                </c:pt>
                <c:pt idx="1053">
                  <c:v>21.5</c:v>
                </c:pt>
                <c:pt idx="1054">
                  <c:v>21.5</c:v>
                </c:pt>
                <c:pt idx="1055">
                  <c:v>21.5</c:v>
                </c:pt>
                <c:pt idx="1056">
                  <c:v>21.5</c:v>
                </c:pt>
                <c:pt idx="1057">
                  <c:v>21.5</c:v>
                </c:pt>
                <c:pt idx="1058">
                  <c:v>21.5</c:v>
                </c:pt>
                <c:pt idx="1059">
                  <c:v>21.5</c:v>
                </c:pt>
                <c:pt idx="1060">
                  <c:v>21.5</c:v>
                </c:pt>
                <c:pt idx="1061">
                  <c:v>21.5</c:v>
                </c:pt>
                <c:pt idx="1062">
                  <c:v>21.5</c:v>
                </c:pt>
                <c:pt idx="1063">
                  <c:v>21.5</c:v>
                </c:pt>
                <c:pt idx="1064">
                  <c:v>21.5</c:v>
                </c:pt>
                <c:pt idx="1065">
                  <c:v>21.5</c:v>
                </c:pt>
                <c:pt idx="1066">
                  <c:v>21.5</c:v>
                </c:pt>
                <c:pt idx="1067">
                  <c:v>21.5</c:v>
                </c:pt>
                <c:pt idx="1068">
                  <c:v>21.5</c:v>
                </c:pt>
                <c:pt idx="1069">
                  <c:v>21.5</c:v>
                </c:pt>
                <c:pt idx="1070">
                  <c:v>21.5</c:v>
                </c:pt>
                <c:pt idx="1071">
                  <c:v>21.5</c:v>
                </c:pt>
                <c:pt idx="1072">
                  <c:v>21.5</c:v>
                </c:pt>
                <c:pt idx="1073">
                  <c:v>21.5</c:v>
                </c:pt>
                <c:pt idx="1074">
                  <c:v>21.5</c:v>
                </c:pt>
                <c:pt idx="1075">
                  <c:v>21.5</c:v>
                </c:pt>
                <c:pt idx="1076">
                  <c:v>21.5</c:v>
                </c:pt>
                <c:pt idx="1077">
                  <c:v>21.5</c:v>
                </c:pt>
                <c:pt idx="1078">
                  <c:v>21.5</c:v>
                </c:pt>
                <c:pt idx="1079">
                  <c:v>21.5</c:v>
                </c:pt>
                <c:pt idx="1080">
                  <c:v>21.5</c:v>
                </c:pt>
                <c:pt idx="1081">
                  <c:v>21.5</c:v>
                </c:pt>
                <c:pt idx="1082">
                  <c:v>21.5</c:v>
                </c:pt>
                <c:pt idx="1083">
                  <c:v>21.5</c:v>
                </c:pt>
                <c:pt idx="1084">
                  <c:v>21.5</c:v>
                </c:pt>
                <c:pt idx="1085">
                  <c:v>21.5</c:v>
                </c:pt>
                <c:pt idx="1086">
                  <c:v>21.5</c:v>
                </c:pt>
                <c:pt idx="1087">
                  <c:v>21.5</c:v>
                </c:pt>
                <c:pt idx="1088">
                  <c:v>21.5</c:v>
                </c:pt>
                <c:pt idx="1089">
                  <c:v>21.5</c:v>
                </c:pt>
                <c:pt idx="1090">
                  <c:v>21.5</c:v>
                </c:pt>
                <c:pt idx="1091">
                  <c:v>21.5</c:v>
                </c:pt>
                <c:pt idx="1092">
                  <c:v>21.5</c:v>
                </c:pt>
                <c:pt idx="1093">
                  <c:v>21.5</c:v>
                </c:pt>
                <c:pt idx="1094">
                  <c:v>21.5</c:v>
                </c:pt>
                <c:pt idx="1095">
                  <c:v>21.5</c:v>
                </c:pt>
                <c:pt idx="1096">
                  <c:v>22.9</c:v>
                </c:pt>
                <c:pt idx="1097">
                  <c:v>22.9</c:v>
                </c:pt>
                <c:pt idx="1098">
                  <c:v>22.9</c:v>
                </c:pt>
                <c:pt idx="1099">
                  <c:v>22.9</c:v>
                </c:pt>
                <c:pt idx="1100">
                  <c:v>22.9</c:v>
                </c:pt>
                <c:pt idx="1101">
                  <c:v>22.9</c:v>
                </c:pt>
                <c:pt idx="1102">
                  <c:v>22.9</c:v>
                </c:pt>
                <c:pt idx="1103">
                  <c:v>22.9</c:v>
                </c:pt>
                <c:pt idx="1104">
                  <c:v>22.9</c:v>
                </c:pt>
                <c:pt idx="1105">
                  <c:v>22.9</c:v>
                </c:pt>
                <c:pt idx="1106">
                  <c:v>22.9</c:v>
                </c:pt>
                <c:pt idx="1107">
                  <c:v>22.9</c:v>
                </c:pt>
                <c:pt idx="1108">
                  <c:v>22.9</c:v>
                </c:pt>
                <c:pt idx="1109">
                  <c:v>22.9</c:v>
                </c:pt>
                <c:pt idx="1110">
                  <c:v>22.9</c:v>
                </c:pt>
                <c:pt idx="1111">
                  <c:v>22.9</c:v>
                </c:pt>
                <c:pt idx="1112">
                  <c:v>22.9</c:v>
                </c:pt>
                <c:pt idx="1113">
                  <c:v>22.9</c:v>
                </c:pt>
                <c:pt idx="1114">
                  <c:v>22.9</c:v>
                </c:pt>
                <c:pt idx="1115">
                  <c:v>22.9</c:v>
                </c:pt>
                <c:pt idx="1116">
                  <c:v>22.9</c:v>
                </c:pt>
                <c:pt idx="1117">
                  <c:v>22.9</c:v>
                </c:pt>
                <c:pt idx="1118">
                  <c:v>22.9</c:v>
                </c:pt>
                <c:pt idx="1119">
                  <c:v>22.9</c:v>
                </c:pt>
                <c:pt idx="1120">
                  <c:v>22.9</c:v>
                </c:pt>
                <c:pt idx="1121">
                  <c:v>22.9</c:v>
                </c:pt>
                <c:pt idx="1122">
                  <c:v>22.9</c:v>
                </c:pt>
                <c:pt idx="1123">
                  <c:v>22.9</c:v>
                </c:pt>
                <c:pt idx="1124">
                  <c:v>22.9</c:v>
                </c:pt>
                <c:pt idx="1125">
                  <c:v>22.9</c:v>
                </c:pt>
                <c:pt idx="1126">
                  <c:v>22.9</c:v>
                </c:pt>
                <c:pt idx="1127">
                  <c:v>22.9</c:v>
                </c:pt>
                <c:pt idx="1128">
                  <c:v>22.9</c:v>
                </c:pt>
                <c:pt idx="1129">
                  <c:v>22.9</c:v>
                </c:pt>
                <c:pt idx="1130">
                  <c:v>22.9</c:v>
                </c:pt>
                <c:pt idx="1131">
                  <c:v>22.9</c:v>
                </c:pt>
                <c:pt idx="1132">
                  <c:v>22.9</c:v>
                </c:pt>
                <c:pt idx="1133">
                  <c:v>22.9</c:v>
                </c:pt>
                <c:pt idx="1134">
                  <c:v>22.9</c:v>
                </c:pt>
                <c:pt idx="1135">
                  <c:v>22.9</c:v>
                </c:pt>
                <c:pt idx="1136">
                  <c:v>22.9</c:v>
                </c:pt>
                <c:pt idx="1137">
                  <c:v>22.9</c:v>
                </c:pt>
                <c:pt idx="1138">
                  <c:v>22.9</c:v>
                </c:pt>
                <c:pt idx="1139">
                  <c:v>22.9</c:v>
                </c:pt>
                <c:pt idx="1140">
                  <c:v>22.9</c:v>
                </c:pt>
                <c:pt idx="1141">
                  <c:v>22.9</c:v>
                </c:pt>
                <c:pt idx="1142">
                  <c:v>22.9</c:v>
                </c:pt>
                <c:pt idx="1143">
                  <c:v>22.9</c:v>
                </c:pt>
                <c:pt idx="1144">
                  <c:v>22.9</c:v>
                </c:pt>
                <c:pt idx="1145">
                  <c:v>22.9</c:v>
                </c:pt>
                <c:pt idx="1146">
                  <c:v>22.9</c:v>
                </c:pt>
                <c:pt idx="1147">
                  <c:v>22.9</c:v>
                </c:pt>
                <c:pt idx="1148">
                  <c:v>22.9</c:v>
                </c:pt>
                <c:pt idx="1149">
                  <c:v>22.9</c:v>
                </c:pt>
                <c:pt idx="1150">
                  <c:v>22.9</c:v>
                </c:pt>
                <c:pt idx="1151">
                  <c:v>22.9</c:v>
                </c:pt>
                <c:pt idx="1152">
                  <c:v>22.9</c:v>
                </c:pt>
                <c:pt idx="1153">
                  <c:v>22.9</c:v>
                </c:pt>
                <c:pt idx="1154">
                  <c:v>22.9</c:v>
                </c:pt>
                <c:pt idx="1155">
                  <c:v>22.9</c:v>
                </c:pt>
                <c:pt idx="1156">
                  <c:v>22.9</c:v>
                </c:pt>
                <c:pt idx="1157">
                  <c:v>22.9</c:v>
                </c:pt>
                <c:pt idx="1158">
                  <c:v>22.9</c:v>
                </c:pt>
                <c:pt idx="1159">
                  <c:v>22.9</c:v>
                </c:pt>
                <c:pt idx="1160">
                  <c:v>22.9</c:v>
                </c:pt>
                <c:pt idx="1161">
                  <c:v>22.9</c:v>
                </c:pt>
                <c:pt idx="1162">
                  <c:v>22.9</c:v>
                </c:pt>
                <c:pt idx="1163">
                  <c:v>22.9</c:v>
                </c:pt>
                <c:pt idx="1164">
                  <c:v>22.9</c:v>
                </c:pt>
                <c:pt idx="1165">
                  <c:v>22.9</c:v>
                </c:pt>
                <c:pt idx="1166">
                  <c:v>22.9</c:v>
                </c:pt>
                <c:pt idx="1167">
                  <c:v>22.9</c:v>
                </c:pt>
                <c:pt idx="1168">
                  <c:v>22.9</c:v>
                </c:pt>
                <c:pt idx="1169">
                  <c:v>22.9</c:v>
                </c:pt>
                <c:pt idx="1170">
                  <c:v>22.9</c:v>
                </c:pt>
                <c:pt idx="1171">
                  <c:v>22.9</c:v>
                </c:pt>
                <c:pt idx="1172">
                  <c:v>22.9</c:v>
                </c:pt>
                <c:pt idx="1173">
                  <c:v>22.9</c:v>
                </c:pt>
                <c:pt idx="1174">
                  <c:v>22.9</c:v>
                </c:pt>
                <c:pt idx="1175">
                  <c:v>22.9</c:v>
                </c:pt>
                <c:pt idx="1176">
                  <c:v>22.9</c:v>
                </c:pt>
                <c:pt idx="1177">
                  <c:v>22.9</c:v>
                </c:pt>
                <c:pt idx="1178">
                  <c:v>22.9</c:v>
                </c:pt>
                <c:pt idx="1179">
                  <c:v>22.9</c:v>
                </c:pt>
                <c:pt idx="1180">
                  <c:v>22.9</c:v>
                </c:pt>
                <c:pt idx="1181">
                  <c:v>22.9</c:v>
                </c:pt>
                <c:pt idx="1182">
                  <c:v>22.9</c:v>
                </c:pt>
                <c:pt idx="1183">
                  <c:v>22.9</c:v>
                </c:pt>
                <c:pt idx="1184">
                  <c:v>22.9</c:v>
                </c:pt>
                <c:pt idx="1185">
                  <c:v>22.9</c:v>
                </c:pt>
                <c:pt idx="1186">
                  <c:v>34.7</c:v>
                </c:pt>
                <c:pt idx="1187">
                  <c:v>34.7</c:v>
                </c:pt>
                <c:pt idx="1188">
                  <c:v>34.7</c:v>
                </c:pt>
                <c:pt idx="1189">
                  <c:v>34.7</c:v>
                </c:pt>
                <c:pt idx="1190">
                  <c:v>34.7</c:v>
                </c:pt>
                <c:pt idx="1191">
                  <c:v>34.7</c:v>
                </c:pt>
                <c:pt idx="1192">
                  <c:v>34.7</c:v>
                </c:pt>
                <c:pt idx="1193">
                  <c:v>34.7</c:v>
                </c:pt>
                <c:pt idx="1194">
                  <c:v>34.7</c:v>
                </c:pt>
                <c:pt idx="1195">
                  <c:v>34.7</c:v>
                </c:pt>
                <c:pt idx="1196">
                  <c:v>34.7</c:v>
                </c:pt>
                <c:pt idx="1197">
                  <c:v>34.7</c:v>
                </c:pt>
                <c:pt idx="1198">
                  <c:v>34.7</c:v>
                </c:pt>
                <c:pt idx="1199">
                  <c:v>34.7</c:v>
                </c:pt>
                <c:pt idx="1200">
                  <c:v>34.7</c:v>
                </c:pt>
                <c:pt idx="1201">
                  <c:v>34.7</c:v>
                </c:pt>
                <c:pt idx="1202">
                  <c:v>34.7</c:v>
                </c:pt>
                <c:pt idx="1203">
                  <c:v>34.7</c:v>
                </c:pt>
                <c:pt idx="1204">
                  <c:v>34.7</c:v>
                </c:pt>
                <c:pt idx="1205">
                  <c:v>34.7</c:v>
                </c:pt>
                <c:pt idx="1206">
                  <c:v>34.7</c:v>
                </c:pt>
                <c:pt idx="1207">
                  <c:v>34.7</c:v>
                </c:pt>
                <c:pt idx="1208">
                  <c:v>34.7</c:v>
                </c:pt>
                <c:pt idx="1209">
                  <c:v>34.7</c:v>
                </c:pt>
                <c:pt idx="1210">
                  <c:v>34.7</c:v>
                </c:pt>
                <c:pt idx="1211">
                  <c:v>34.7</c:v>
                </c:pt>
                <c:pt idx="1212">
                  <c:v>34.7</c:v>
                </c:pt>
                <c:pt idx="1213">
                  <c:v>34.7</c:v>
                </c:pt>
                <c:pt idx="1214">
                  <c:v>34.7</c:v>
                </c:pt>
                <c:pt idx="1215">
                  <c:v>34.7</c:v>
                </c:pt>
                <c:pt idx="1216">
                  <c:v>34.7</c:v>
                </c:pt>
                <c:pt idx="1217">
                  <c:v>34.7</c:v>
                </c:pt>
                <c:pt idx="1218">
                  <c:v>34.7</c:v>
                </c:pt>
                <c:pt idx="1219">
                  <c:v>34.7</c:v>
                </c:pt>
                <c:pt idx="1220">
                  <c:v>34.7</c:v>
                </c:pt>
                <c:pt idx="1221">
                  <c:v>34.7</c:v>
                </c:pt>
                <c:pt idx="1222">
                  <c:v>34.7</c:v>
                </c:pt>
                <c:pt idx="1223">
                  <c:v>34.7</c:v>
                </c:pt>
                <c:pt idx="1224">
                  <c:v>34.7</c:v>
                </c:pt>
                <c:pt idx="1225">
                  <c:v>34.7</c:v>
                </c:pt>
                <c:pt idx="1226">
                  <c:v>34.7</c:v>
                </c:pt>
                <c:pt idx="1227">
                  <c:v>34.7</c:v>
                </c:pt>
                <c:pt idx="1228">
                  <c:v>34.7</c:v>
                </c:pt>
                <c:pt idx="1229">
                  <c:v>34.7</c:v>
                </c:pt>
                <c:pt idx="1230">
                  <c:v>34.7</c:v>
                </c:pt>
                <c:pt idx="1231">
                  <c:v>34.7</c:v>
                </c:pt>
                <c:pt idx="1232">
                  <c:v>34.7</c:v>
                </c:pt>
                <c:pt idx="1233">
                  <c:v>34.7</c:v>
                </c:pt>
                <c:pt idx="1234">
                  <c:v>34.7</c:v>
                </c:pt>
                <c:pt idx="1235">
                  <c:v>34.7</c:v>
                </c:pt>
                <c:pt idx="1236">
                  <c:v>34.7</c:v>
                </c:pt>
                <c:pt idx="1237">
                  <c:v>34.7</c:v>
                </c:pt>
                <c:pt idx="1238">
                  <c:v>34.7</c:v>
                </c:pt>
                <c:pt idx="1239">
                  <c:v>34.7</c:v>
                </c:pt>
                <c:pt idx="1240">
                  <c:v>34.7</c:v>
                </c:pt>
                <c:pt idx="1241">
                  <c:v>34.7</c:v>
                </c:pt>
                <c:pt idx="1242">
                  <c:v>34.7</c:v>
                </c:pt>
                <c:pt idx="1243">
                  <c:v>34.7</c:v>
                </c:pt>
                <c:pt idx="1244">
                  <c:v>34.7</c:v>
                </c:pt>
                <c:pt idx="1245">
                  <c:v>34.7</c:v>
                </c:pt>
                <c:pt idx="1246">
                  <c:v>34.7</c:v>
                </c:pt>
                <c:pt idx="1247">
                  <c:v>34.7</c:v>
                </c:pt>
                <c:pt idx="1248">
                  <c:v>34.7</c:v>
                </c:pt>
                <c:pt idx="1249">
                  <c:v>34.7</c:v>
                </c:pt>
                <c:pt idx="1250">
                  <c:v>34.7</c:v>
                </c:pt>
                <c:pt idx="1251">
                  <c:v>34.7</c:v>
                </c:pt>
                <c:pt idx="1252">
                  <c:v>34.7</c:v>
                </c:pt>
                <c:pt idx="1253">
                  <c:v>34.7</c:v>
                </c:pt>
                <c:pt idx="1254">
                  <c:v>34.7</c:v>
                </c:pt>
                <c:pt idx="1255">
                  <c:v>34.7</c:v>
                </c:pt>
                <c:pt idx="1256">
                  <c:v>34.7</c:v>
                </c:pt>
                <c:pt idx="1257">
                  <c:v>34.7</c:v>
                </c:pt>
                <c:pt idx="1258">
                  <c:v>34.7</c:v>
                </c:pt>
                <c:pt idx="1259">
                  <c:v>34.7</c:v>
                </c:pt>
                <c:pt idx="1260">
                  <c:v>34.7</c:v>
                </c:pt>
                <c:pt idx="1261">
                  <c:v>34.7</c:v>
                </c:pt>
                <c:pt idx="1262">
                  <c:v>34.7</c:v>
                </c:pt>
                <c:pt idx="1263">
                  <c:v>34.7</c:v>
                </c:pt>
                <c:pt idx="1264">
                  <c:v>34.7</c:v>
                </c:pt>
                <c:pt idx="1265">
                  <c:v>34.7</c:v>
                </c:pt>
                <c:pt idx="1266">
                  <c:v>34.7</c:v>
                </c:pt>
                <c:pt idx="1267">
                  <c:v>34.7</c:v>
                </c:pt>
                <c:pt idx="1268">
                  <c:v>34.7</c:v>
                </c:pt>
                <c:pt idx="1269">
                  <c:v>34.7</c:v>
                </c:pt>
                <c:pt idx="1270">
                  <c:v>34.7</c:v>
                </c:pt>
                <c:pt idx="1271">
                  <c:v>34.7</c:v>
                </c:pt>
                <c:pt idx="1272">
                  <c:v>34.7</c:v>
                </c:pt>
                <c:pt idx="1273">
                  <c:v>34.7</c:v>
                </c:pt>
                <c:pt idx="1274">
                  <c:v>34.7</c:v>
                </c:pt>
                <c:pt idx="1275">
                  <c:v>34.7</c:v>
                </c:pt>
                <c:pt idx="1276">
                  <c:v>34.7</c:v>
                </c:pt>
                <c:pt idx="1277">
                  <c:v>32.6</c:v>
                </c:pt>
                <c:pt idx="1278">
                  <c:v>32.6</c:v>
                </c:pt>
                <c:pt idx="1279">
                  <c:v>32.6</c:v>
                </c:pt>
                <c:pt idx="1280">
                  <c:v>32.6</c:v>
                </c:pt>
                <c:pt idx="1281">
                  <c:v>32.6</c:v>
                </c:pt>
                <c:pt idx="1282">
                  <c:v>32.6</c:v>
                </c:pt>
                <c:pt idx="1283">
                  <c:v>32.6</c:v>
                </c:pt>
                <c:pt idx="1284">
                  <c:v>32.6</c:v>
                </c:pt>
                <c:pt idx="1285">
                  <c:v>32.6</c:v>
                </c:pt>
                <c:pt idx="1286">
                  <c:v>32.6</c:v>
                </c:pt>
                <c:pt idx="1287">
                  <c:v>32.6</c:v>
                </c:pt>
                <c:pt idx="1288">
                  <c:v>32.6</c:v>
                </c:pt>
                <c:pt idx="1289">
                  <c:v>32.6</c:v>
                </c:pt>
                <c:pt idx="1290">
                  <c:v>32.6</c:v>
                </c:pt>
                <c:pt idx="1291">
                  <c:v>32.6</c:v>
                </c:pt>
                <c:pt idx="1292">
                  <c:v>32.6</c:v>
                </c:pt>
                <c:pt idx="1293">
                  <c:v>32.6</c:v>
                </c:pt>
                <c:pt idx="1294">
                  <c:v>32.6</c:v>
                </c:pt>
                <c:pt idx="1295">
                  <c:v>32.6</c:v>
                </c:pt>
                <c:pt idx="1296">
                  <c:v>32.6</c:v>
                </c:pt>
                <c:pt idx="1297">
                  <c:v>32.6</c:v>
                </c:pt>
                <c:pt idx="1298">
                  <c:v>32.6</c:v>
                </c:pt>
                <c:pt idx="1299">
                  <c:v>32.6</c:v>
                </c:pt>
                <c:pt idx="1300">
                  <c:v>32.6</c:v>
                </c:pt>
                <c:pt idx="1301">
                  <c:v>32.6</c:v>
                </c:pt>
                <c:pt idx="1302">
                  <c:v>32.6</c:v>
                </c:pt>
                <c:pt idx="1303">
                  <c:v>32.6</c:v>
                </c:pt>
                <c:pt idx="1304">
                  <c:v>32.6</c:v>
                </c:pt>
                <c:pt idx="1305">
                  <c:v>32.6</c:v>
                </c:pt>
                <c:pt idx="1306">
                  <c:v>32.6</c:v>
                </c:pt>
                <c:pt idx="1307">
                  <c:v>32.6</c:v>
                </c:pt>
                <c:pt idx="1308">
                  <c:v>32.6</c:v>
                </c:pt>
                <c:pt idx="1309">
                  <c:v>32.6</c:v>
                </c:pt>
                <c:pt idx="1310">
                  <c:v>32.6</c:v>
                </c:pt>
                <c:pt idx="1311">
                  <c:v>32.6</c:v>
                </c:pt>
                <c:pt idx="1312">
                  <c:v>32.6</c:v>
                </c:pt>
                <c:pt idx="1313">
                  <c:v>32.6</c:v>
                </c:pt>
                <c:pt idx="1314">
                  <c:v>32.6</c:v>
                </c:pt>
                <c:pt idx="1315">
                  <c:v>32.6</c:v>
                </c:pt>
                <c:pt idx="1316">
                  <c:v>32.6</c:v>
                </c:pt>
                <c:pt idx="1317">
                  <c:v>32.6</c:v>
                </c:pt>
                <c:pt idx="1318">
                  <c:v>32.6</c:v>
                </c:pt>
                <c:pt idx="1319">
                  <c:v>32.6</c:v>
                </c:pt>
                <c:pt idx="1320">
                  <c:v>32.6</c:v>
                </c:pt>
                <c:pt idx="1321">
                  <c:v>32.6</c:v>
                </c:pt>
                <c:pt idx="1322">
                  <c:v>32.6</c:v>
                </c:pt>
                <c:pt idx="1323">
                  <c:v>32.6</c:v>
                </c:pt>
                <c:pt idx="1324">
                  <c:v>32.6</c:v>
                </c:pt>
                <c:pt idx="1325">
                  <c:v>32.6</c:v>
                </c:pt>
                <c:pt idx="1326">
                  <c:v>32.6</c:v>
                </c:pt>
                <c:pt idx="1327">
                  <c:v>32.6</c:v>
                </c:pt>
                <c:pt idx="1328">
                  <c:v>32.6</c:v>
                </c:pt>
                <c:pt idx="1329">
                  <c:v>32.6</c:v>
                </c:pt>
                <c:pt idx="1330">
                  <c:v>32.6</c:v>
                </c:pt>
                <c:pt idx="1331">
                  <c:v>32.6</c:v>
                </c:pt>
                <c:pt idx="1332">
                  <c:v>32.6</c:v>
                </c:pt>
                <c:pt idx="1333">
                  <c:v>32.6</c:v>
                </c:pt>
                <c:pt idx="1334">
                  <c:v>32.6</c:v>
                </c:pt>
                <c:pt idx="1335">
                  <c:v>32.6</c:v>
                </c:pt>
                <c:pt idx="1336">
                  <c:v>32.6</c:v>
                </c:pt>
                <c:pt idx="1337">
                  <c:v>32.6</c:v>
                </c:pt>
                <c:pt idx="1338">
                  <c:v>32.6</c:v>
                </c:pt>
                <c:pt idx="1339">
                  <c:v>32.6</c:v>
                </c:pt>
                <c:pt idx="1340">
                  <c:v>32.6</c:v>
                </c:pt>
                <c:pt idx="1341">
                  <c:v>32.6</c:v>
                </c:pt>
                <c:pt idx="1342">
                  <c:v>32.6</c:v>
                </c:pt>
                <c:pt idx="1343">
                  <c:v>32.6</c:v>
                </c:pt>
                <c:pt idx="1344">
                  <c:v>32.6</c:v>
                </c:pt>
                <c:pt idx="1345">
                  <c:v>32.6</c:v>
                </c:pt>
                <c:pt idx="1346">
                  <c:v>32.6</c:v>
                </c:pt>
                <c:pt idx="1347">
                  <c:v>32.6</c:v>
                </c:pt>
                <c:pt idx="1348">
                  <c:v>32.6</c:v>
                </c:pt>
                <c:pt idx="1349">
                  <c:v>32.6</c:v>
                </c:pt>
                <c:pt idx="1350">
                  <c:v>32.6</c:v>
                </c:pt>
                <c:pt idx="1351">
                  <c:v>32.6</c:v>
                </c:pt>
                <c:pt idx="1352">
                  <c:v>32.6</c:v>
                </c:pt>
                <c:pt idx="1353">
                  <c:v>32.6</c:v>
                </c:pt>
                <c:pt idx="1354">
                  <c:v>32.6</c:v>
                </c:pt>
                <c:pt idx="1355">
                  <c:v>32.6</c:v>
                </c:pt>
                <c:pt idx="1356">
                  <c:v>32.6</c:v>
                </c:pt>
                <c:pt idx="1357">
                  <c:v>32.6</c:v>
                </c:pt>
                <c:pt idx="1358">
                  <c:v>32.6</c:v>
                </c:pt>
                <c:pt idx="1359">
                  <c:v>32.6</c:v>
                </c:pt>
                <c:pt idx="1360">
                  <c:v>32.6</c:v>
                </c:pt>
                <c:pt idx="1361">
                  <c:v>32.6</c:v>
                </c:pt>
                <c:pt idx="1362">
                  <c:v>32.6</c:v>
                </c:pt>
                <c:pt idx="1363">
                  <c:v>32.6</c:v>
                </c:pt>
                <c:pt idx="1364">
                  <c:v>32.6</c:v>
                </c:pt>
                <c:pt idx="1365">
                  <c:v>32.6</c:v>
                </c:pt>
                <c:pt idx="1366">
                  <c:v>32.6</c:v>
                </c:pt>
                <c:pt idx="1367">
                  <c:v>32.6</c:v>
                </c:pt>
                <c:pt idx="1368">
                  <c:v>32.6</c:v>
                </c:pt>
                <c:pt idx="1369">
                  <c:v>23.3</c:v>
                </c:pt>
                <c:pt idx="1370">
                  <c:v>23.3</c:v>
                </c:pt>
                <c:pt idx="1371">
                  <c:v>23.3</c:v>
                </c:pt>
                <c:pt idx="1372">
                  <c:v>23.3</c:v>
                </c:pt>
                <c:pt idx="1373">
                  <c:v>23.3</c:v>
                </c:pt>
                <c:pt idx="1374">
                  <c:v>23.3</c:v>
                </c:pt>
                <c:pt idx="1375">
                  <c:v>23.3</c:v>
                </c:pt>
                <c:pt idx="1376">
                  <c:v>23.3</c:v>
                </c:pt>
                <c:pt idx="1377">
                  <c:v>23.3</c:v>
                </c:pt>
                <c:pt idx="1378">
                  <c:v>23.3</c:v>
                </c:pt>
                <c:pt idx="1379">
                  <c:v>23.3</c:v>
                </c:pt>
                <c:pt idx="1380">
                  <c:v>23.3</c:v>
                </c:pt>
                <c:pt idx="1381">
                  <c:v>23.3</c:v>
                </c:pt>
                <c:pt idx="1382">
                  <c:v>23.3</c:v>
                </c:pt>
                <c:pt idx="1383">
                  <c:v>23.3</c:v>
                </c:pt>
                <c:pt idx="1384">
                  <c:v>23.3</c:v>
                </c:pt>
                <c:pt idx="1385">
                  <c:v>23.3</c:v>
                </c:pt>
                <c:pt idx="1386">
                  <c:v>23.3</c:v>
                </c:pt>
                <c:pt idx="1387">
                  <c:v>23.3</c:v>
                </c:pt>
                <c:pt idx="1388">
                  <c:v>23.3</c:v>
                </c:pt>
                <c:pt idx="1389">
                  <c:v>23.3</c:v>
                </c:pt>
                <c:pt idx="1390">
                  <c:v>23.3</c:v>
                </c:pt>
                <c:pt idx="1391">
                  <c:v>23.3</c:v>
                </c:pt>
                <c:pt idx="1392">
                  <c:v>23.3</c:v>
                </c:pt>
                <c:pt idx="1393">
                  <c:v>23.3</c:v>
                </c:pt>
                <c:pt idx="1394">
                  <c:v>23.3</c:v>
                </c:pt>
                <c:pt idx="1395">
                  <c:v>23.3</c:v>
                </c:pt>
                <c:pt idx="1396">
                  <c:v>23.3</c:v>
                </c:pt>
                <c:pt idx="1397">
                  <c:v>23.3</c:v>
                </c:pt>
                <c:pt idx="1398">
                  <c:v>23.3</c:v>
                </c:pt>
                <c:pt idx="1399">
                  <c:v>23.3</c:v>
                </c:pt>
                <c:pt idx="1400">
                  <c:v>23.3</c:v>
                </c:pt>
                <c:pt idx="1401">
                  <c:v>23.3</c:v>
                </c:pt>
                <c:pt idx="1402">
                  <c:v>23.3</c:v>
                </c:pt>
                <c:pt idx="1403">
                  <c:v>23.3</c:v>
                </c:pt>
                <c:pt idx="1404">
                  <c:v>23.3</c:v>
                </c:pt>
                <c:pt idx="1405">
                  <c:v>23.3</c:v>
                </c:pt>
                <c:pt idx="1406">
                  <c:v>23.3</c:v>
                </c:pt>
                <c:pt idx="1407">
                  <c:v>23.3</c:v>
                </c:pt>
                <c:pt idx="1408">
                  <c:v>23.3</c:v>
                </c:pt>
                <c:pt idx="1409">
                  <c:v>23.3</c:v>
                </c:pt>
                <c:pt idx="1410">
                  <c:v>23.3</c:v>
                </c:pt>
                <c:pt idx="1411">
                  <c:v>23.3</c:v>
                </c:pt>
                <c:pt idx="1412">
                  <c:v>23.3</c:v>
                </c:pt>
                <c:pt idx="1413">
                  <c:v>23.3</c:v>
                </c:pt>
                <c:pt idx="1414">
                  <c:v>23.3</c:v>
                </c:pt>
                <c:pt idx="1415">
                  <c:v>23.3</c:v>
                </c:pt>
                <c:pt idx="1416">
                  <c:v>23.3</c:v>
                </c:pt>
                <c:pt idx="1417">
                  <c:v>23.3</c:v>
                </c:pt>
                <c:pt idx="1418">
                  <c:v>23.3</c:v>
                </c:pt>
                <c:pt idx="1419">
                  <c:v>23.3</c:v>
                </c:pt>
                <c:pt idx="1420">
                  <c:v>23.3</c:v>
                </c:pt>
                <c:pt idx="1421">
                  <c:v>23.3</c:v>
                </c:pt>
                <c:pt idx="1422">
                  <c:v>23.3</c:v>
                </c:pt>
                <c:pt idx="1423">
                  <c:v>23.3</c:v>
                </c:pt>
                <c:pt idx="1424">
                  <c:v>23.3</c:v>
                </c:pt>
                <c:pt idx="1425">
                  <c:v>23.3</c:v>
                </c:pt>
                <c:pt idx="1426">
                  <c:v>23.3</c:v>
                </c:pt>
                <c:pt idx="1427">
                  <c:v>23.3</c:v>
                </c:pt>
                <c:pt idx="1428">
                  <c:v>23.3</c:v>
                </c:pt>
                <c:pt idx="1429">
                  <c:v>23.3</c:v>
                </c:pt>
                <c:pt idx="1430">
                  <c:v>23.3</c:v>
                </c:pt>
                <c:pt idx="1431">
                  <c:v>23.3</c:v>
                </c:pt>
                <c:pt idx="1432">
                  <c:v>23.3</c:v>
                </c:pt>
                <c:pt idx="1433">
                  <c:v>23.3</c:v>
                </c:pt>
                <c:pt idx="1434">
                  <c:v>23.3</c:v>
                </c:pt>
                <c:pt idx="1435">
                  <c:v>23.3</c:v>
                </c:pt>
                <c:pt idx="1436">
                  <c:v>23.3</c:v>
                </c:pt>
                <c:pt idx="1437">
                  <c:v>23.3</c:v>
                </c:pt>
                <c:pt idx="1438">
                  <c:v>23.3</c:v>
                </c:pt>
                <c:pt idx="1439">
                  <c:v>23.3</c:v>
                </c:pt>
                <c:pt idx="1440">
                  <c:v>23.3</c:v>
                </c:pt>
                <c:pt idx="1441">
                  <c:v>23.3</c:v>
                </c:pt>
                <c:pt idx="1442">
                  <c:v>23.3</c:v>
                </c:pt>
                <c:pt idx="1443">
                  <c:v>23.3</c:v>
                </c:pt>
                <c:pt idx="1444">
                  <c:v>23.3</c:v>
                </c:pt>
                <c:pt idx="1445">
                  <c:v>23.3</c:v>
                </c:pt>
                <c:pt idx="1446">
                  <c:v>23.3</c:v>
                </c:pt>
                <c:pt idx="1447">
                  <c:v>23.3</c:v>
                </c:pt>
                <c:pt idx="1448">
                  <c:v>23.3</c:v>
                </c:pt>
                <c:pt idx="1449">
                  <c:v>23.3</c:v>
                </c:pt>
                <c:pt idx="1450">
                  <c:v>23.3</c:v>
                </c:pt>
                <c:pt idx="1451">
                  <c:v>23.3</c:v>
                </c:pt>
                <c:pt idx="1452">
                  <c:v>23.3</c:v>
                </c:pt>
                <c:pt idx="1453">
                  <c:v>23.3</c:v>
                </c:pt>
                <c:pt idx="1454">
                  <c:v>23.3</c:v>
                </c:pt>
                <c:pt idx="1455">
                  <c:v>23.3</c:v>
                </c:pt>
                <c:pt idx="1456">
                  <c:v>23.3</c:v>
                </c:pt>
                <c:pt idx="1457">
                  <c:v>23.3</c:v>
                </c:pt>
                <c:pt idx="1458">
                  <c:v>23.3</c:v>
                </c:pt>
                <c:pt idx="1459">
                  <c:v>23.3</c:v>
                </c:pt>
                <c:pt idx="1460">
                  <c:v>23.3</c:v>
                </c:pt>
                <c:pt idx="1461">
                  <c:v>29.9</c:v>
                </c:pt>
                <c:pt idx="1462">
                  <c:v>29.9</c:v>
                </c:pt>
                <c:pt idx="1463">
                  <c:v>29.9</c:v>
                </c:pt>
                <c:pt idx="1464">
                  <c:v>29.9</c:v>
                </c:pt>
                <c:pt idx="1465">
                  <c:v>29.9</c:v>
                </c:pt>
                <c:pt idx="1466">
                  <c:v>29.9</c:v>
                </c:pt>
                <c:pt idx="1467">
                  <c:v>29.9</c:v>
                </c:pt>
                <c:pt idx="1468">
                  <c:v>29.9</c:v>
                </c:pt>
                <c:pt idx="1469">
                  <c:v>29.9</c:v>
                </c:pt>
                <c:pt idx="1470">
                  <c:v>29.9</c:v>
                </c:pt>
                <c:pt idx="1471">
                  <c:v>29.9</c:v>
                </c:pt>
                <c:pt idx="1472">
                  <c:v>29.9</c:v>
                </c:pt>
                <c:pt idx="1473">
                  <c:v>29.9</c:v>
                </c:pt>
                <c:pt idx="1474">
                  <c:v>29.9</c:v>
                </c:pt>
                <c:pt idx="1475">
                  <c:v>29.9</c:v>
                </c:pt>
                <c:pt idx="1476">
                  <c:v>29.9</c:v>
                </c:pt>
                <c:pt idx="1477">
                  <c:v>29.9</c:v>
                </c:pt>
                <c:pt idx="1478">
                  <c:v>29.9</c:v>
                </c:pt>
                <c:pt idx="1479">
                  <c:v>29.9</c:v>
                </c:pt>
                <c:pt idx="1480">
                  <c:v>29.9</c:v>
                </c:pt>
                <c:pt idx="1481">
                  <c:v>29.9</c:v>
                </c:pt>
                <c:pt idx="1482">
                  <c:v>29.9</c:v>
                </c:pt>
                <c:pt idx="1483">
                  <c:v>29.9</c:v>
                </c:pt>
                <c:pt idx="1484">
                  <c:v>29.9</c:v>
                </c:pt>
                <c:pt idx="1485">
                  <c:v>29.9</c:v>
                </c:pt>
                <c:pt idx="1486">
                  <c:v>29.9</c:v>
                </c:pt>
                <c:pt idx="1487">
                  <c:v>29.9</c:v>
                </c:pt>
                <c:pt idx="1488">
                  <c:v>29.9</c:v>
                </c:pt>
                <c:pt idx="1489">
                  <c:v>29.9</c:v>
                </c:pt>
                <c:pt idx="1490">
                  <c:v>29.9</c:v>
                </c:pt>
                <c:pt idx="1491">
                  <c:v>29.9</c:v>
                </c:pt>
                <c:pt idx="1492">
                  <c:v>29.9</c:v>
                </c:pt>
                <c:pt idx="1493">
                  <c:v>29.9</c:v>
                </c:pt>
                <c:pt idx="1494">
                  <c:v>29.9</c:v>
                </c:pt>
                <c:pt idx="1495">
                  <c:v>29.9</c:v>
                </c:pt>
                <c:pt idx="1496">
                  <c:v>29.9</c:v>
                </c:pt>
                <c:pt idx="1497">
                  <c:v>29.9</c:v>
                </c:pt>
                <c:pt idx="1498">
                  <c:v>29.9</c:v>
                </c:pt>
                <c:pt idx="1499">
                  <c:v>29.9</c:v>
                </c:pt>
                <c:pt idx="1500">
                  <c:v>29.9</c:v>
                </c:pt>
                <c:pt idx="1501">
                  <c:v>29.9</c:v>
                </c:pt>
                <c:pt idx="1502">
                  <c:v>29.9</c:v>
                </c:pt>
                <c:pt idx="1503">
                  <c:v>29.9</c:v>
                </c:pt>
                <c:pt idx="1504">
                  <c:v>29.9</c:v>
                </c:pt>
                <c:pt idx="1505">
                  <c:v>29.9</c:v>
                </c:pt>
                <c:pt idx="1506">
                  <c:v>29.9</c:v>
                </c:pt>
                <c:pt idx="1507">
                  <c:v>29.9</c:v>
                </c:pt>
                <c:pt idx="1508">
                  <c:v>29.9</c:v>
                </c:pt>
                <c:pt idx="1509">
                  <c:v>29.9</c:v>
                </c:pt>
                <c:pt idx="1510">
                  <c:v>29.9</c:v>
                </c:pt>
                <c:pt idx="1511">
                  <c:v>29.9</c:v>
                </c:pt>
                <c:pt idx="1512">
                  <c:v>29.9</c:v>
                </c:pt>
                <c:pt idx="1513">
                  <c:v>29.9</c:v>
                </c:pt>
                <c:pt idx="1514">
                  <c:v>29.9</c:v>
                </c:pt>
                <c:pt idx="1515">
                  <c:v>29.9</c:v>
                </c:pt>
                <c:pt idx="1516">
                  <c:v>29.9</c:v>
                </c:pt>
                <c:pt idx="1517">
                  <c:v>29.9</c:v>
                </c:pt>
                <c:pt idx="1518">
                  <c:v>29.9</c:v>
                </c:pt>
                <c:pt idx="1519">
                  <c:v>29.9</c:v>
                </c:pt>
                <c:pt idx="1520">
                  <c:v>29.9</c:v>
                </c:pt>
                <c:pt idx="1521">
                  <c:v>29.9</c:v>
                </c:pt>
                <c:pt idx="1522">
                  <c:v>29.9</c:v>
                </c:pt>
                <c:pt idx="1523">
                  <c:v>29.9</c:v>
                </c:pt>
                <c:pt idx="1524">
                  <c:v>29.9</c:v>
                </c:pt>
                <c:pt idx="1525">
                  <c:v>29.9</c:v>
                </c:pt>
                <c:pt idx="1526">
                  <c:v>29.9</c:v>
                </c:pt>
                <c:pt idx="1527">
                  <c:v>29.9</c:v>
                </c:pt>
                <c:pt idx="1528">
                  <c:v>29.9</c:v>
                </c:pt>
                <c:pt idx="1529">
                  <c:v>29.9</c:v>
                </c:pt>
                <c:pt idx="1530">
                  <c:v>29.9</c:v>
                </c:pt>
                <c:pt idx="1531">
                  <c:v>29.9</c:v>
                </c:pt>
                <c:pt idx="1532">
                  <c:v>29.9</c:v>
                </c:pt>
                <c:pt idx="1533">
                  <c:v>29.9</c:v>
                </c:pt>
                <c:pt idx="1534">
                  <c:v>29.9</c:v>
                </c:pt>
                <c:pt idx="1535">
                  <c:v>29.9</c:v>
                </c:pt>
                <c:pt idx="1536">
                  <c:v>29.9</c:v>
                </c:pt>
                <c:pt idx="1537">
                  <c:v>29.9</c:v>
                </c:pt>
                <c:pt idx="1538">
                  <c:v>29.9</c:v>
                </c:pt>
                <c:pt idx="1539">
                  <c:v>29.9</c:v>
                </c:pt>
                <c:pt idx="1540">
                  <c:v>29.9</c:v>
                </c:pt>
                <c:pt idx="1541">
                  <c:v>29.9</c:v>
                </c:pt>
                <c:pt idx="1542">
                  <c:v>29.9</c:v>
                </c:pt>
                <c:pt idx="1543">
                  <c:v>29.9</c:v>
                </c:pt>
                <c:pt idx="1544">
                  <c:v>29.9</c:v>
                </c:pt>
                <c:pt idx="1545">
                  <c:v>29.9</c:v>
                </c:pt>
                <c:pt idx="1546">
                  <c:v>29.9</c:v>
                </c:pt>
                <c:pt idx="1547">
                  <c:v>29.9</c:v>
                </c:pt>
                <c:pt idx="1548">
                  <c:v>29.9</c:v>
                </c:pt>
                <c:pt idx="1549">
                  <c:v>29.9</c:v>
                </c:pt>
                <c:pt idx="1550">
                  <c:v>29.9</c:v>
                </c:pt>
                <c:pt idx="1551">
                  <c:v>44.3</c:v>
                </c:pt>
                <c:pt idx="1552">
                  <c:v>44.3</c:v>
                </c:pt>
                <c:pt idx="1553">
                  <c:v>44.3</c:v>
                </c:pt>
                <c:pt idx="1554">
                  <c:v>44.3</c:v>
                </c:pt>
                <c:pt idx="1555">
                  <c:v>44.3</c:v>
                </c:pt>
                <c:pt idx="1556">
                  <c:v>44.3</c:v>
                </c:pt>
                <c:pt idx="1557">
                  <c:v>44.3</c:v>
                </c:pt>
                <c:pt idx="1558">
                  <c:v>44.3</c:v>
                </c:pt>
                <c:pt idx="1559">
                  <c:v>44.3</c:v>
                </c:pt>
                <c:pt idx="1560">
                  <c:v>44.3</c:v>
                </c:pt>
                <c:pt idx="1561">
                  <c:v>44.3</c:v>
                </c:pt>
                <c:pt idx="1562">
                  <c:v>44.3</c:v>
                </c:pt>
                <c:pt idx="1563">
                  <c:v>44.3</c:v>
                </c:pt>
                <c:pt idx="1564">
                  <c:v>44.3</c:v>
                </c:pt>
                <c:pt idx="1565">
                  <c:v>44.3</c:v>
                </c:pt>
                <c:pt idx="1566">
                  <c:v>44.3</c:v>
                </c:pt>
                <c:pt idx="1567">
                  <c:v>44.3</c:v>
                </c:pt>
                <c:pt idx="1568">
                  <c:v>44.3</c:v>
                </c:pt>
                <c:pt idx="1569">
                  <c:v>44.3</c:v>
                </c:pt>
                <c:pt idx="1570">
                  <c:v>44.3</c:v>
                </c:pt>
                <c:pt idx="1571">
                  <c:v>44.3</c:v>
                </c:pt>
                <c:pt idx="1572">
                  <c:v>44.3</c:v>
                </c:pt>
                <c:pt idx="1573">
                  <c:v>44.3</c:v>
                </c:pt>
                <c:pt idx="1574">
                  <c:v>44.3</c:v>
                </c:pt>
                <c:pt idx="1575">
                  <c:v>44.3</c:v>
                </c:pt>
                <c:pt idx="1576">
                  <c:v>44.3</c:v>
                </c:pt>
                <c:pt idx="1577">
                  <c:v>44.3</c:v>
                </c:pt>
                <c:pt idx="1578">
                  <c:v>44.3</c:v>
                </c:pt>
                <c:pt idx="1579">
                  <c:v>44.3</c:v>
                </c:pt>
                <c:pt idx="1580">
                  <c:v>44.3</c:v>
                </c:pt>
                <c:pt idx="1581">
                  <c:v>44.3</c:v>
                </c:pt>
                <c:pt idx="1582">
                  <c:v>44.3</c:v>
                </c:pt>
                <c:pt idx="1583">
                  <c:v>44.3</c:v>
                </c:pt>
                <c:pt idx="1584">
                  <c:v>44.3</c:v>
                </c:pt>
                <c:pt idx="1585">
                  <c:v>44.3</c:v>
                </c:pt>
                <c:pt idx="1586">
                  <c:v>44.3</c:v>
                </c:pt>
                <c:pt idx="1587">
                  <c:v>44.3</c:v>
                </c:pt>
                <c:pt idx="1588">
                  <c:v>44.3</c:v>
                </c:pt>
                <c:pt idx="1589">
                  <c:v>44.3</c:v>
                </c:pt>
                <c:pt idx="1590">
                  <c:v>44.3</c:v>
                </c:pt>
                <c:pt idx="1591">
                  <c:v>44.3</c:v>
                </c:pt>
                <c:pt idx="1592">
                  <c:v>44.3</c:v>
                </c:pt>
                <c:pt idx="1593">
                  <c:v>44.3</c:v>
                </c:pt>
                <c:pt idx="1594">
                  <c:v>44.3</c:v>
                </c:pt>
                <c:pt idx="1595">
                  <c:v>44.3</c:v>
                </c:pt>
                <c:pt idx="1596">
                  <c:v>44.3</c:v>
                </c:pt>
                <c:pt idx="1597">
                  <c:v>44.3</c:v>
                </c:pt>
                <c:pt idx="1598">
                  <c:v>44.3</c:v>
                </c:pt>
                <c:pt idx="1599">
                  <c:v>44.3</c:v>
                </c:pt>
                <c:pt idx="1600">
                  <c:v>44.3</c:v>
                </c:pt>
                <c:pt idx="1601">
                  <c:v>44.3</c:v>
                </c:pt>
                <c:pt idx="1602">
                  <c:v>44.3</c:v>
                </c:pt>
                <c:pt idx="1603">
                  <c:v>44.3</c:v>
                </c:pt>
                <c:pt idx="1604">
                  <c:v>44.3</c:v>
                </c:pt>
                <c:pt idx="1605">
                  <c:v>44.3</c:v>
                </c:pt>
                <c:pt idx="1606">
                  <c:v>44.3</c:v>
                </c:pt>
                <c:pt idx="1607">
                  <c:v>44.3</c:v>
                </c:pt>
                <c:pt idx="1608">
                  <c:v>44.3</c:v>
                </c:pt>
                <c:pt idx="1609">
                  <c:v>44.3</c:v>
                </c:pt>
                <c:pt idx="1610">
                  <c:v>44.3</c:v>
                </c:pt>
                <c:pt idx="1611">
                  <c:v>44.3</c:v>
                </c:pt>
                <c:pt idx="1612">
                  <c:v>44.3</c:v>
                </c:pt>
                <c:pt idx="1613">
                  <c:v>44.3</c:v>
                </c:pt>
                <c:pt idx="1614">
                  <c:v>44.3</c:v>
                </c:pt>
                <c:pt idx="1615">
                  <c:v>44.3</c:v>
                </c:pt>
                <c:pt idx="1616">
                  <c:v>44.3</c:v>
                </c:pt>
                <c:pt idx="1617">
                  <c:v>44.3</c:v>
                </c:pt>
                <c:pt idx="1618">
                  <c:v>44.3</c:v>
                </c:pt>
                <c:pt idx="1619">
                  <c:v>44.3</c:v>
                </c:pt>
                <c:pt idx="1620">
                  <c:v>44.3</c:v>
                </c:pt>
                <c:pt idx="1621">
                  <c:v>44.3</c:v>
                </c:pt>
                <c:pt idx="1622">
                  <c:v>44.3</c:v>
                </c:pt>
                <c:pt idx="1623">
                  <c:v>44.3</c:v>
                </c:pt>
                <c:pt idx="1624">
                  <c:v>44.3</c:v>
                </c:pt>
                <c:pt idx="1625">
                  <c:v>44.3</c:v>
                </c:pt>
                <c:pt idx="1626">
                  <c:v>44.3</c:v>
                </c:pt>
                <c:pt idx="1627">
                  <c:v>44.3</c:v>
                </c:pt>
                <c:pt idx="1628">
                  <c:v>44.3</c:v>
                </c:pt>
                <c:pt idx="1629">
                  <c:v>44.3</c:v>
                </c:pt>
                <c:pt idx="1630">
                  <c:v>44.3</c:v>
                </c:pt>
                <c:pt idx="1631">
                  <c:v>44.3</c:v>
                </c:pt>
                <c:pt idx="1632">
                  <c:v>44.3</c:v>
                </c:pt>
                <c:pt idx="1633">
                  <c:v>44.3</c:v>
                </c:pt>
                <c:pt idx="1634">
                  <c:v>44.3</c:v>
                </c:pt>
                <c:pt idx="1635">
                  <c:v>44.3</c:v>
                </c:pt>
                <c:pt idx="1636">
                  <c:v>44.3</c:v>
                </c:pt>
                <c:pt idx="1637">
                  <c:v>44.3</c:v>
                </c:pt>
                <c:pt idx="1638">
                  <c:v>44.3</c:v>
                </c:pt>
                <c:pt idx="1639">
                  <c:v>44.3</c:v>
                </c:pt>
                <c:pt idx="1640">
                  <c:v>44.3</c:v>
                </c:pt>
                <c:pt idx="1641">
                  <c:v>44.3</c:v>
                </c:pt>
                <c:pt idx="1642">
                  <c:v>45.0</c:v>
                </c:pt>
                <c:pt idx="1643">
                  <c:v>45.0</c:v>
                </c:pt>
                <c:pt idx="1644">
                  <c:v>45.0</c:v>
                </c:pt>
                <c:pt idx="1645">
                  <c:v>45.0</c:v>
                </c:pt>
                <c:pt idx="1646">
                  <c:v>45.0</c:v>
                </c:pt>
                <c:pt idx="1647">
                  <c:v>45.0</c:v>
                </c:pt>
                <c:pt idx="1648">
                  <c:v>45.0</c:v>
                </c:pt>
                <c:pt idx="1649">
                  <c:v>45.0</c:v>
                </c:pt>
                <c:pt idx="1650">
                  <c:v>45.0</c:v>
                </c:pt>
                <c:pt idx="1651">
                  <c:v>45.0</c:v>
                </c:pt>
                <c:pt idx="1652">
                  <c:v>45.0</c:v>
                </c:pt>
                <c:pt idx="1653">
                  <c:v>45.0</c:v>
                </c:pt>
                <c:pt idx="1654">
                  <c:v>45.0</c:v>
                </c:pt>
                <c:pt idx="1655">
                  <c:v>45.0</c:v>
                </c:pt>
                <c:pt idx="1656">
                  <c:v>45.0</c:v>
                </c:pt>
                <c:pt idx="1657">
                  <c:v>45.0</c:v>
                </c:pt>
                <c:pt idx="1658">
                  <c:v>45.0</c:v>
                </c:pt>
                <c:pt idx="1659">
                  <c:v>45.0</c:v>
                </c:pt>
                <c:pt idx="1660">
                  <c:v>45.0</c:v>
                </c:pt>
                <c:pt idx="1661">
                  <c:v>45.0</c:v>
                </c:pt>
                <c:pt idx="1662">
                  <c:v>45.0</c:v>
                </c:pt>
                <c:pt idx="1663">
                  <c:v>45.0</c:v>
                </c:pt>
                <c:pt idx="1664">
                  <c:v>45.0</c:v>
                </c:pt>
                <c:pt idx="1665">
                  <c:v>45.0</c:v>
                </c:pt>
                <c:pt idx="1666">
                  <c:v>45.0</c:v>
                </c:pt>
                <c:pt idx="1667">
                  <c:v>45.0</c:v>
                </c:pt>
                <c:pt idx="1668">
                  <c:v>45.0</c:v>
                </c:pt>
                <c:pt idx="1669">
                  <c:v>45.0</c:v>
                </c:pt>
                <c:pt idx="1670">
                  <c:v>45.0</c:v>
                </c:pt>
                <c:pt idx="1671">
                  <c:v>45.0</c:v>
                </c:pt>
                <c:pt idx="1672">
                  <c:v>45.0</c:v>
                </c:pt>
                <c:pt idx="1673">
                  <c:v>45.0</c:v>
                </c:pt>
                <c:pt idx="1674">
                  <c:v>45.0</c:v>
                </c:pt>
                <c:pt idx="1675">
                  <c:v>45.0</c:v>
                </c:pt>
                <c:pt idx="1676">
                  <c:v>45.0</c:v>
                </c:pt>
                <c:pt idx="1677">
                  <c:v>45.0</c:v>
                </c:pt>
                <c:pt idx="1678">
                  <c:v>45.0</c:v>
                </c:pt>
                <c:pt idx="1679">
                  <c:v>45.0</c:v>
                </c:pt>
                <c:pt idx="1680">
                  <c:v>45.0</c:v>
                </c:pt>
                <c:pt idx="1681">
                  <c:v>45.0</c:v>
                </c:pt>
                <c:pt idx="1682">
                  <c:v>45.0</c:v>
                </c:pt>
                <c:pt idx="1683">
                  <c:v>45.0</c:v>
                </c:pt>
                <c:pt idx="1684">
                  <c:v>45.0</c:v>
                </c:pt>
                <c:pt idx="1685">
                  <c:v>45.0</c:v>
                </c:pt>
                <c:pt idx="1686">
                  <c:v>45.0</c:v>
                </c:pt>
                <c:pt idx="1687">
                  <c:v>45.0</c:v>
                </c:pt>
                <c:pt idx="1688">
                  <c:v>45.0</c:v>
                </c:pt>
                <c:pt idx="1689">
                  <c:v>45.0</c:v>
                </c:pt>
                <c:pt idx="1690">
                  <c:v>45.0</c:v>
                </c:pt>
                <c:pt idx="1691">
                  <c:v>45.0</c:v>
                </c:pt>
                <c:pt idx="1692">
                  <c:v>45.0</c:v>
                </c:pt>
                <c:pt idx="1693">
                  <c:v>45.0</c:v>
                </c:pt>
                <c:pt idx="1694">
                  <c:v>45.0</c:v>
                </c:pt>
                <c:pt idx="1695">
                  <c:v>45.0</c:v>
                </c:pt>
                <c:pt idx="1696">
                  <c:v>45.0</c:v>
                </c:pt>
                <c:pt idx="1697">
                  <c:v>45.0</c:v>
                </c:pt>
                <c:pt idx="1698">
                  <c:v>45.0</c:v>
                </c:pt>
                <c:pt idx="1699">
                  <c:v>45.0</c:v>
                </c:pt>
                <c:pt idx="1700">
                  <c:v>45.0</c:v>
                </c:pt>
                <c:pt idx="1701">
                  <c:v>45.0</c:v>
                </c:pt>
                <c:pt idx="1702">
                  <c:v>45.0</c:v>
                </c:pt>
                <c:pt idx="1703">
                  <c:v>45.0</c:v>
                </c:pt>
                <c:pt idx="1704">
                  <c:v>45.0</c:v>
                </c:pt>
                <c:pt idx="1705">
                  <c:v>45.0</c:v>
                </c:pt>
                <c:pt idx="1706">
                  <c:v>45.0</c:v>
                </c:pt>
                <c:pt idx="1707">
                  <c:v>45.0</c:v>
                </c:pt>
                <c:pt idx="1708">
                  <c:v>45.0</c:v>
                </c:pt>
                <c:pt idx="1709">
                  <c:v>45.0</c:v>
                </c:pt>
                <c:pt idx="1710">
                  <c:v>45.0</c:v>
                </c:pt>
                <c:pt idx="1711">
                  <c:v>45.0</c:v>
                </c:pt>
                <c:pt idx="1712">
                  <c:v>45.0</c:v>
                </c:pt>
                <c:pt idx="1713">
                  <c:v>45.0</c:v>
                </c:pt>
                <c:pt idx="1714">
                  <c:v>45.0</c:v>
                </c:pt>
                <c:pt idx="1715">
                  <c:v>45.0</c:v>
                </c:pt>
                <c:pt idx="1716">
                  <c:v>45.0</c:v>
                </c:pt>
                <c:pt idx="1717">
                  <c:v>45.0</c:v>
                </c:pt>
                <c:pt idx="1718">
                  <c:v>45.0</c:v>
                </c:pt>
                <c:pt idx="1719">
                  <c:v>45.0</c:v>
                </c:pt>
                <c:pt idx="1720">
                  <c:v>45.0</c:v>
                </c:pt>
                <c:pt idx="1721">
                  <c:v>45.0</c:v>
                </c:pt>
                <c:pt idx="1722">
                  <c:v>45.0</c:v>
                </c:pt>
                <c:pt idx="1723">
                  <c:v>45.0</c:v>
                </c:pt>
                <c:pt idx="1724">
                  <c:v>45.0</c:v>
                </c:pt>
                <c:pt idx="1725">
                  <c:v>45.0</c:v>
                </c:pt>
                <c:pt idx="1726">
                  <c:v>45.0</c:v>
                </c:pt>
                <c:pt idx="1727">
                  <c:v>45.0</c:v>
                </c:pt>
                <c:pt idx="1728">
                  <c:v>45.0</c:v>
                </c:pt>
                <c:pt idx="1729">
                  <c:v>45.0</c:v>
                </c:pt>
                <c:pt idx="1730">
                  <c:v>45.0</c:v>
                </c:pt>
                <c:pt idx="1731">
                  <c:v>45.0</c:v>
                </c:pt>
                <c:pt idx="1732">
                  <c:v>45.0</c:v>
                </c:pt>
                <c:pt idx="1733">
                  <c:v>45.0</c:v>
                </c:pt>
                <c:pt idx="1734">
                  <c:v>31.2</c:v>
                </c:pt>
                <c:pt idx="1735">
                  <c:v>31.2</c:v>
                </c:pt>
                <c:pt idx="1736">
                  <c:v>31.2</c:v>
                </c:pt>
                <c:pt idx="1737">
                  <c:v>31.2</c:v>
                </c:pt>
                <c:pt idx="1738">
                  <c:v>31.2</c:v>
                </c:pt>
                <c:pt idx="1739">
                  <c:v>31.2</c:v>
                </c:pt>
                <c:pt idx="1740">
                  <c:v>31.2</c:v>
                </c:pt>
                <c:pt idx="1741">
                  <c:v>31.2</c:v>
                </c:pt>
                <c:pt idx="1742">
                  <c:v>31.2</c:v>
                </c:pt>
                <c:pt idx="1743">
                  <c:v>31.2</c:v>
                </c:pt>
                <c:pt idx="1744">
                  <c:v>31.2</c:v>
                </c:pt>
                <c:pt idx="1745">
                  <c:v>31.2</c:v>
                </c:pt>
                <c:pt idx="1746">
                  <c:v>31.2</c:v>
                </c:pt>
                <c:pt idx="1747">
                  <c:v>31.2</c:v>
                </c:pt>
                <c:pt idx="1748">
                  <c:v>31.2</c:v>
                </c:pt>
                <c:pt idx="1749">
                  <c:v>31.2</c:v>
                </c:pt>
                <c:pt idx="1750">
                  <c:v>31.2</c:v>
                </c:pt>
                <c:pt idx="1751">
                  <c:v>31.2</c:v>
                </c:pt>
                <c:pt idx="1752">
                  <c:v>31.2</c:v>
                </c:pt>
                <c:pt idx="1753">
                  <c:v>31.2</c:v>
                </c:pt>
                <c:pt idx="1754">
                  <c:v>31.2</c:v>
                </c:pt>
                <c:pt idx="1755">
                  <c:v>31.2</c:v>
                </c:pt>
                <c:pt idx="1756">
                  <c:v>31.2</c:v>
                </c:pt>
                <c:pt idx="1757">
                  <c:v>31.2</c:v>
                </c:pt>
                <c:pt idx="1758">
                  <c:v>31.2</c:v>
                </c:pt>
                <c:pt idx="1759">
                  <c:v>31.2</c:v>
                </c:pt>
                <c:pt idx="1760">
                  <c:v>31.2</c:v>
                </c:pt>
                <c:pt idx="1761">
                  <c:v>31.2</c:v>
                </c:pt>
                <c:pt idx="1762">
                  <c:v>31.2</c:v>
                </c:pt>
                <c:pt idx="1763">
                  <c:v>31.2</c:v>
                </c:pt>
                <c:pt idx="1764">
                  <c:v>31.2</c:v>
                </c:pt>
                <c:pt idx="1765">
                  <c:v>31.2</c:v>
                </c:pt>
                <c:pt idx="1766">
                  <c:v>31.2</c:v>
                </c:pt>
                <c:pt idx="1767">
                  <c:v>31.2</c:v>
                </c:pt>
                <c:pt idx="1768">
                  <c:v>31.2</c:v>
                </c:pt>
                <c:pt idx="1769">
                  <c:v>31.2</c:v>
                </c:pt>
                <c:pt idx="1770">
                  <c:v>31.2</c:v>
                </c:pt>
                <c:pt idx="1771">
                  <c:v>31.2</c:v>
                </c:pt>
                <c:pt idx="1772">
                  <c:v>31.2</c:v>
                </c:pt>
                <c:pt idx="1773">
                  <c:v>31.2</c:v>
                </c:pt>
                <c:pt idx="1774">
                  <c:v>31.2</c:v>
                </c:pt>
                <c:pt idx="1775">
                  <c:v>31.2</c:v>
                </c:pt>
                <c:pt idx="1776">
                  <c:v>31.2</c:v>
                </c:pt>
                <c:pt idx="1777">
                  <c:v>31.2</c:v>
                </c:pt>
                <c:pt idx="1778">
                  <c:v>31.2</c:v>
                </c:pt>
                <c:pt idx="1779">
                  <c:v>31.2</c:v>
                </c:pt>
                <c:pt idx="1780">
                  <c:v>31.2</c:v>
                </c:pt>
                <c:pt idx="1781">
                  <c:v>31.2</c:v>
                </c:pt>
                <c:pt idx="1782">
                  <c:v>31.2</c:v>
                </c:pt>
                <c:pt idx="1783">
                  <c:v>31.2</c:v>
                </c:pt>
                <c:pt idx="1784">
                  <c:v>31.2</c:v>
                </c:pt>
                <c:pt idx="1785">
                  <c:v>31.2</c:v>
                </c:pt>
                <c:pt idx="1786">
                  <c:v>31.2</c:v>
                </c:pt>
                <c:pt idx="1787">
                  <c:v>31.2</c:v>
                </c:pt>
                <c:pt idx="1788">
                  <c:v>31.2</c:v>
                </c:pt>
                <c:pt idx="1789">
                  <c:v>31.2</c:v>
                </c:pt>
                <c:pt idx="1790">
                  <c:v>31.2</c:v>
                </c:pt>
                <c:pt idx="1791">
                  <c:v>31.2</c:v>
                </c:pt>
                <c:pt idx="1792">
                  <c:v>31.2</c:v>
                </c:pt>
                <c:pt idx="1793">
                  <c:v>31.2</c:v>
                </c:pt>
                <c:pt idx="1794">
                  <c:v>31.2</c:v>
                </c:pt>
                <c:pt idx="1795">
                  <c:v>31.2</c:v>
                </c:pt>
                <c:pt idx="1796">
                  <c:v>31.2</c:v>
                </c:pt>
                <c:pt idx="1797">
                  <c:v>31.2</c:v>
                </c:pt>
                <c:pt idx="1798">
                  <c:v>31.2</c:v>
                </c:pt>
                <c:pt idx="1799">
                  <c:v>31.2</c:v>
                </c:pt>
                <c:pt idx="1800">
                  <c:v>31.2</c:v>
                </c:pt>
                <c:pt idx="1801">
                  <c:v>31.2</c:v>
                </c:pt>
                <c:pt idx="1802">
                  <c:v>31.2</c:v>
                </c:pt>
                <c:pt idx="1803">
                  <c:v>31.2</c:v>
                </c:pt>
                <c:pt idx="1804">
                  <c:v>31.2</c:v>
                </c:pt>
                <c:pt idx="1805">
                  <c:v>31.2</c:v>
                </c:pt>
                <c:pt idx="1806">
                  <c:v>31.2</c:v>
                </c:pt>
                <c:pt idx="1807">
                  <c:v>31.2</c:v>
                </c:pt>
                <c:pt idx="1808">
                  <c:v>31.2</c:v>
                </c:pt>
                <c:pt idx="1809">
                  <c:v>31.2</c:v>
                </c:pt>
                <c:pt idx="1810">
                  <c:v>31.2</c:v>
                </c:pt>
                <c:pt idx="1811">
                  <c:v>31.2</c:v>
                </c:pt>
                <c:pt idx="1812">
                  <c:v>31.2</c:v>
                </c:pt>
                <c:pt idx="1813">
                  <c:v>31.2</c:v>
                </c:pt>
                <c:pt idx="1814">
                  <c:v>31.2</c:v>
                </c:pt>
                <c:pt idx="1815">
                  <c:v>31.2</c:v>
                </c:pt>
                <c:pt idx="1816">
                  <c:v>31.2</c:v>
                </c:pt>
                <c:pt idx="1817">
                  <c:v>31.2</c:v>
                </c:pt>
                <c:pt idx="1818">
                  <c:v>31.2</c:v>
                </c:pt>
                <c:pt idx="1819">
                  <c:v>31.2</c:v>
                </c:pt>
                <c:pt idx="1820">
                  <c:v>31.2</c:v>
                </c:pt>
                <c:pt idx="1821">
                  <c:v>31.2</c:v>
                </c:pt>
                <c:pt idx="1822">
                  <c:v>31.2</c:v>
                </c:pt>
                <c:pt idx="1823">
                  <c:v>31.2</c:v>
                </c:pt>
                <c:pt idx="1824">
                  <c:v>31.2</c:v>
                </c:pt>
                <c:pt idx="1825">
                  <c:v>31.2</c:v>
                </c:pt>
                <c:pt idx="1826">
                  <c:v>33.1</c:v>
                </c:pt>
                <c:pt idx="1827">
                  <c:v>33.1</c:v>
                </c:pt>
                <c:pt idx="1828">
                  <c:v>33.1</c:v>
                </c:pt>
                <c:pt idx="1829">
                  <c:v>33.1</c:v>
                </c:pt>
                <c:pt idx="1830">
                  <c:v>33.1</c:v>
                </c:pt>
                <c:pt idx="1831">
                  <c:v>33.1</c:v>
                </c:pt>
                <c:pt idx="1832">
                  <c:v>33.1</c:v>
                </c:pt>
                <c:pt idx="1833">
                  <c:v>33.1</c:v>
                </c:pt>
                <c:pt idx="1834">
                  <c:v>33.1</c:v>
                </c:pt>
                <c:pt idx="1835">
                  <c:v>33.1</c:v>
                </c:pt>
                <c:pt idx="1836">
                  <c:v>33.1</c:v>
                </c:pt>
                <c:pt idx="1837">
                  <c:v>33.1</c:v>
                </c:pt>
                <c:pt idx="1838">
                  <c:v>33.1</c:v>
                </c:pt>
                <c:pt idx="1839">
                  <c:v>33.1</c:v>
                </c:pt>
                <c:pt idx="1840">
                  <c:v>33.1</c:v>
                </c:pt>
                <c:pt idx="1841">
                  <c:v>33.1</c:v>
                </c:pt>
                <c:pt idx="1842">
                  <c:v>33.1</c:v>
                </c:pt>
                <c:pt idx="1843">
                  <c:v>33.1</c:v>
                </c:pt>
                <c:pt idx="1844">
                  <c:v>33.1</c:v>
                </c:pt>
                <c:pt idx="1845">
                  <c:v>33.1</c:v>
                </c:pt>
                <c:pt idx="1846">
                  <c:v>33.1</c:v>
                </c:pt>
                <c:pt idx="1847">
                  <c:v>33.1</c:v>
                </c:pt>
                <c:pt idx="1848">
                  <c:v>33.1</c:v>
                </c:pt>
                <c:pt idx="1849">
                  <c:v>33.1</c:v>
                </c:pt>
                <c:pt idx="1850">
                  <c:v>33.1</c:v>
                </c:pt>
                <c:pt idx="1851">
                  <c:v>33.1</c:v>
                </c:pt>
                <c:pt idx="1852">
                  <c:v>33.1</c:v>
                </c:pt>
                <c:pt idx="1853">
                  <c:v>33.1</c:v>
                </c:pt>
                <c:pt idx="1854">
                  <c:v>33.1</c:v>
                </c:pt>
                <c:pt idx="1855">
                  <c:v>33.1</c:v>
                </c:pt>
                <c:pt idx="1856">
                  <c:v>33.1</c:v>
                </c:pt>
                <c:pt idx="1857">
                  <c:v>33.1</c:v>
                </c:pt>
                <c:pt idx="1858">
                  <c:v>33.1</c:v>
                </c:pt>
                <c:pt idx="1859">
                  <c:v>33.1</c:v>
                </c:pt>
                <c:pt idx="1860">
                  <c:v>33.1</c:v>
                </c:pt>
                <c:pt idx="1861">
                  <c:v>33.1</c:v>
                </c:pt>
                <c:pt idx="1862">
                  <c:v>33.1</c:v>
                </c:pt>
                <c:pt idx="1863">
                  <c:v>33.1</c:v>
                </c:pt>
                <c:pt idx="1864">
                  <c:v>33.1</c:v>
                </c:pt>
                <c:pt idx="1865">
                  <c:v>33.1</c:v>
                </c:pt>
                <c:pt idx="1866">
                  <c:v>33.1</c:v>
                </c:pt>
                <c:pt idx="1867">
                  <c:v>33.1</c:v>
                </c:pt>
                <c:pt idx="1868">
                  <c:v>33.1</c:v>
                </c:pt>
                <c:pt idx="1869">
                  <c:v>33.1</c:v>
                </c:pt>
                <c:pt idx="1870">
                  <c:v>33.1</c:v>
                </c:pt>
                <c:pt idx="1871">
                  <c:v>33.1</c:v>
                </c:pt>
                <c:pt idx="1872">
                  <c:v>33.1</c:v>
                </c:pt>
                <c:pt idx="1873">
                  <c:v>33.1</c:v>
                </c:pt>
                <c:pt idx="1874">
                  <c:v>33.1</c:v>
                </c:pt>
                <c:pt idx="1875">
                  <c:v>33.1</c:v>
                </c:pt>
                <c:pt idx="1876">
                  <c:v>33.1</c:v>
                </c:pt>
                <c:pt idx="1877">
                  <c:v>33.1</c:v>
                </c:pt>
                <c:pt idx="1878">
                  <c:v>33.1</c:v>
                </c:pt>
                <c:pt idx="1879">
                  <c:v>33.1</c:v>
                </c:pt>
                <c:pt idx="1880">
                  <c:v>33.1</c:v>
                </c:pt>
                <c:pt idx="1881">
                  <c:v>33.1</c:v>
                </c:pt>
                <c:pt idx="1882">
                  <c:v>33.1</c:v>
                </c:pt>
                <c:pt idx="1883">
                  <c:v>33.1</c:v>
                </c:pt>
                <c:pt idx="1884">
                  <c:v>33.1</c:v>
                </c:pt>
                <c:pt idx="1885">
                  <c:v>33.1</c:v>
                </c:pt>
                <c:pt idx="1886">
                  <c:v>33.1</c:v>
                </c:pt>
                <c:pt idx="1887">
                  <c:v>33.1</c:v>
                </c:pt>
                <c:pt idx="1888">
                  <c:v>33.1</c:v>
                </c:pt>
                <c:pt idx="1889">
                  <c:v>33.1</c:v>
                </c:pt>
                <c:pt idx="1890">
                  <c:v>33.1</c:v>
                </c:pt>
                <c:pt idx="1891">
                  <c:v>33.1</c:v>
                </c:pt>
                <c:pt idx="1892">
                  <c:v>33.1</c:v>
                </c:pt>
                <c:pt idx="1893">
                  <c:v>33.1</c:v>
                </c:pt>
                <c:pt idx="1894">
                  <c:v>33.1</c:v>
                </c:pt>
                <c:pt idx="1895">
                  <c:v>33.1</c:v>
                </c:pt>
                <c:pt idx="1896">
                  <c:v>33.1</c:v>
                </c:pt>
                <c:pt idx="1897">
                  <c:v>33.1</c:v>
                </c:pt>
                <c:pt idx="1898">
                  <c:v>33.1</c:v>
                </c:pt>
                <c:pt idx="1899">
                  <c:v>33.1</c:v>
                </c:pt>
                <c:pt idx="1900">
                  <c:v>33.1</c:v>
                </c:pt>
                <c:pt idx="1901">
                  <c:v>33.1</c:v>
                </c:pt>
                <c:pt idx="1902">
                  <c:v>33.1</c:v>
                </c:pt>
                <c:pt idx="1903">
                  <c:v>33.1</c:v>
                </c:pt>
                <c:pt idx="1904">
                  <c:v>33.1</c:v>
                </c:pt>
                <c:pt idx="1905">
                  <c:v>33.1</c:v>
                </c:pt>
                <c:pt idx="1906">
                  <c:v>33.1</c:v>
                </c:pt>
                <c:pt idx="1907">
                  <c:v>33.1</c:v>
                </c:pt>
                <c:pt idx="1908">
                  <c:v>33.1</c:v>
                </c:pt>
                <c:pt idx="1909">
                  <c:v>33.1</c:v>
                </c:pt>
                <c:pt idx="1910">
                  <c:v>33.1</c:v>
                </c:pt>
                <c:pt idx="1911">
                  <c:v>33.1</c:v>
                </c:pt>
                <c:pt idx="1912">
                  <c:v>33.1</c:v>
                </c:pt>
                <c:pt idx="1913">
                  <c:v>33.1</c:v>
                </c:pt>
                <c:pt idx="1914">
                  <c:v>33.1</c:v>
                </c:pt>
                <c:pt idx="1915">
                  <c:v>33.1</c:v>
                </c:pt>
                <c:pt idx="1916">
                  <c:v>33.1</c:v>
                </c:pt>
                <c:pt idx="1917">
                  <c:v>50.3</c:v>
                </c:pt>
                <c:pt idx="1918">
                  <c:v>50.3</c:v>
                </c:pt>
                <c:pt idx="1919">
                  <c:v>50.3</c:v>
                </c:pt>
                <c:pt idx="1920">
                  <c:v>50.3</c:v>
                </c:pt>
                <c:pt idx="1921">
                  <c:v>50.3</c:v>
                </c:pt>
                <c:pt idx="1922">
                  <c:v>50.3</c:v>
                </c:pt>
                <c:pt idx="1923">
                  <c:v>50.3</c:v>
                </c:pt>
                <c:pt idx="1924">
                  <c:v>50.3</c:v>
                </c:pt>
                <c:pt idx="1925">
                  <c:v>50.3</c:v>
                </c:pt>
                <c:pt idx="1926">
                  <c:v>50.3</c:v>
                </c:pt>
                <c:pt idx="1927">
                  <c:v>50.3</c:v>
                </c:pt>
                <c:pt idx="1928">
                  <c:v>50.3</c:v>
                </c:pt>
                <c:pt idx="1929">
                  <c:v>50.3</c:v>
                </c:pt>
                <c:pt idx="1930">
                  <c:v>50.3</c:v>
                </c:pt>
                <c:pt idx="1931">
                  <c:v>50.3</c:v>
                </c:pt>
                <c:pt idx="1932">
                  <c:v>50.3</c:v>
                </c:pt>
                <c:pt idx="1933">
                  <c:v>50.3</c:v>
                </c:pt>
                <c:pt idx="1934">
                  <c:v>50.3</c:v>
                </c:pt>
                <c:pt idx="1935">
                  <c:v>50.3</c:v>
                </c:pt>
                <c:pt idx="1936">
                  <c:v>50.3</c:v>
                </c:pt>
                <c:pt idx="1937">
                  <c:v>50.3</c:v>
                </c:pt>
                <c:pt idx="1938">
                  <c:v>50.3</c:v>
                </c:pt>
                <c:pt idx="1939">
                  <c:v>50.3</c:v>
                </c:pt>
                <c:pt idx="1940">
                  <c:v>50.3</c:v>
                </c:pt>
                <c:pt idx="1941">
                  <c:v>50.3</c:v>
                </c:pt>
                <c:pt idx="1942">
                  <c:v>50.3</c:v>
                </c:pt>
                <c:pt idx="1943">
                  <c:v>50.3</c:v>
                </c:pt>
                <c:pt idx="1944">
                  <c:v>50.3</c:v>
                </c:pt>
                <c:pt idx="1945">
                  <c:v>50.3</c:v>
                </c:pt>
                <c:pt idx="1946">
                  <c:v>50.3</c:v>
                </c:pt>
                <c:pt idx="1947">
                  <c:v>50.3</c:v>
                </c:pt>
                <c:pt idx="1948">
                  <c:v>50.3</c:v>
                </c:pt>
                <c:pt idx="1949">
                  <c:v>50.3</c:v>
                </c:pt>
                <c:pt idx="1950">
                  <c:v>50.3</c:v>
                </c:pt>
                <c:pt idx="1951">
                  <c:v>50.3</c:v>
                </c:pt>
                <c:pt idx="1952">
                  <c:v>50.3</c:v>
                </c:pt>
                <c:pt idx="1953">
                  <c:v>50.3</c:v>
                </c:pt>
                <c:pt idx="1954">
                  <c:v>50.3</c:v>
                </c:pt>
                <c:pt idx="1955">
                  <c:v>50.3</c:v>
                </c:pt>
                <c:pt idx="1956">
                  <c:v>50.3</c:v>
                </c:pt>
                <c:pt idx="1957">
                  <c:v>50.3</c:v>
                </c:pt>
                <c:pt idx="1958">
                  <c:v>50.3</c:v>
                </c:pt>
                <c:pt idx="1959">
                  <c:v>50.3</c:v>
                </c:pt>
                <c:pt idx="1960">
                  <c:v>50.3</c:v>
                </c:pt>
                <c:pt idx="1961">
                  <c:v>50.3</c:v>
                </c:pt>
                <c:pt idx="1962">
                  <c:v>50.3</c:v>
                </c:pt>
                <c:pt idx="1963">
                  <c:v>50.3</c:v>
                </c:pt>
                <c:pt idx="1964">
                  <c:v>50.3</c:v>
                </c:pt>
                <c:pt idx="1965">
                  <c:v>50.3</c:v>
                </c:pt>
                <c:pt idx="1966">
                  <c:v>50.3</c:v>
                </c:pt>
                <c:pt idx="1967">
                  <c:v>50.3</c:v>
                </c:pt>
                <c:pt idx="1968">
                  <c:v>50.3</c:v>
                </c:pt>
                <c:pt idx="1969">
                  <c:v>50.3</c:v>
                </c:pt>
                <c:pt idx="1970">
                  <c:v>50.3</c:v>
                </c:pt>
                <c:pt idx="1971">
                  <c:v>50.3</c:v>
                </c:pt>
                <c:pt idx="1972">
                  <c:v>50.3</c:v>
                </c:pt>
                <c:pt idx="1973">
                  <c:v>50.3</c:v>
                </c:pt>
                <c:pt idx="1974">
                  <c:v>50.3</c:v>
                </c:pt>
                <c:pt idx="1975">
                  <c:v>50.3</c:v>
                </c:pt>
                <c:pt idx="1976">
                  <c:v>50.3</c:v>
                </c:pt>
                <c:pt idx="1977">
                  <c:v>50.3</c:v>
                </c:pt>
                <c:pt idx="1978">
                  <c:v>50.3</c:v>
                </c:pt>
                <c:pt idx="1979">
                  <c:v>50.3</c:v>
                </c:pt>
                <c:pt idx="1980">
                  <c:v>50.3</c:v>
                </c:pt>
                <c:pt idx="1981">
                  <c:v>50.3</c:v>
                </c:pt>
                <c:pt idx="1982">
                  <c:v>50.3</c:v>
                </c:pt>
                <c:pt idx="1983">
                  <c:v>50.3</c:v>
                </c:pt>
                <c:pt idx="1984">
                  <c:v>50.3</c:v>
                </c:pt>
                <c:pt idx="1985">
                  <c:v>50.3</c:v>
                </c:pt>
                <c:pt idx="1986">
                  <c:v>50.3</c:v>
                </c:pt>
                <c:pt idx="1987">
                  <c:v>50.3</c:v>
                </c:pt>
                <c:pt idx="1988">
                  <c:v>50.3</c:v>
                </c:pt>
                <c:pt idx="1989">
                  <c:v>50.3</c:v>
                </c:pt>
                <c:pt idx="1990">
                  <c:v>50.3</c:v>
                </c:pt>
                <c:pt idx="1991">
                  <c:v>50.3</c:v>
                </c:pt>
                <c:pt idx="1992">
                  <c:v>50.3</c:v>
                </c:pt>
                <c:pt idx="1993">
                  <c:v>50.3</c:v>
                </c:pt>
                <c:pt idx="1994">
                  <c:v>50.3</c:v>
                </c:pt>
                <c:pt idx="1995">
                  <c:v>50.3</c:v>
                </c:pt>
                <c:pt idx="1996">
                  <c:v>50.3</c:v>
                </c:pt>
                <c:pt idx="1997">
                  <c:v>50.3</c:v>
                </c:pt>
                <c:pt idx="1998">
                  <c:v>50.3</c:v>
                </c:pt>
                <c:pt idx="1999">
                  <c:v>50.3</c:v>
                </c:pt>
                <c:pt idx="2000">
                  <c:v>50.3</c:v>
                </c:pt>
                <c:pt idx="2001">
                  <c:v>50.3</c:v>
                </c:pt>
                <c:pt idx="2002">
                  <c:v>50.3</c:v>
                </c:pt>
                <c:pt idx="2003">
                  <c:v>50.3</c:v>
                </c:pt>
                <c:pt idx="2004">
                  <c:v>50.3</c:v>
                </c:pt>
                <c:pt idx="2005">
                  <c:v>50.3</c:v>
                </c:pt>
                <c:pt idx="2006">
                  <c:v>50.3</c:v>
                </c:pt>
                <c:pt idx="2007">
                  <c:v>50.3</c:v>
                </c:pt>
                <c:pt idx="2008">
                  <c:v>53.7</c:v>
                </c:pt>
                <c:pt idx="2009">
                  <c:v>53.7</c:v>
                </c:pt>
                <c:pt idx="2010">
                  <c:v>53.7</c:v>
                </c:pt>
                <c:pt idx="2011">
                  <c:v>53.7</c:v>
                </c:pt>
                <c:pt idx="2012">
                  <c:v>53.7</c:v>
                </c:pt>
                <c:pt idx="2013">
                  <c:v>53.7</c:v>
                </c:pt>
                <c:pt idx="2014">
                  <c:v>53.7</c:v>
                </c:pt>
                <c:pt idx="2015">
                  <c:v>53.7</c:v>
                </c:pt>
                <c:pt idx="2016">
                  <c:v>53.7</c:v>
                </c:pt>
                <c:pt idx="2017">
                  <c:v>53.7</c:v>
                </c:pt>
                <c:pt idx="2018">
                  <c:v>53.7</c:v>
                </c:pt>
                <c:pt idx="2019">
                  <c:v>53.7</c:v>
                </c:pt>
                <c:pt idx="2020">
                  <c:v>53.7</c:v>
                </c:pt>
                <c:pt idx="2021">
                  <c:v>53.7</c:v>
                </c:pt>
                <c:pt idx="2022">
                  <c:v>53.7</c:v>
                </c:pt>
                <c:pt idx="2023">
                  <c:v>53.7</c:v>
                </c:pt>
                <c:pt idx="2024">
                  <c:v>53.7</c:v>
                </c:pt>
                <c:pt idx="2025">
                  <c:v>53.7</c:v>
                </c:pt>
                <c:pt idx="2026">
                  <c:v>53.7</c:v>
                </c:pt>
                <c:pt idx="2027">
                  <c:v>53.7</c:v>
                </c:pt>
                <c:pt idx="2028">
                  <c:v>53.7</c:v>
                </c:pt>
                <c:pt idx="2029">
                  <c:v>53.7</c:v>
                </c:pt>
                <c:pt idx="2030">
                  <c:v>53.7</c:v>
                </c:pt>
                <c:pt idx="2031">
                  <c:v>53.7</c:v>
                </c:pt>
                <c:pt idx="2032">
                  <c:v>53.7</c:v>
                </c:pt>
                <c:pt idx="2033">
                  <c:v>53.7</c:v>
                </c:pt>
                <c:pt idx="2034">
                  <c:v>53.7</c:v>
                </c:pt>
                <c:pt idx="2035">
                  <c:v>53.7</c:v>
                </c:pt>
                <c:pt idx="2036">
                  <c:v>53.7</c:v>
                </c:pt>
                <c:pt idx="2037">
                  <c:v>53.7</c:v>
                </c:pt>
                <c:pt idx="2038">
                  <c:v>53.7</c:v>
                </c:pt>
                <c:pt idx="2039">
                  <c:v>53.7</c:v>
                </c:pt>
                <c:pt idx="2040">
                  <c:v>53.7</c:v>
                </c:pt>
                <c:pt idx="2041">
                  <c:v>53.7</c:v>
                </c:pt>
                <c:pt idx="2042">
                  <c:v>53.7</c:v>
                </c:pt>
                <c:pt idx="2043">
                  <c:v>53.7</c:v>
                </c:pt>
                <c:pt idx="2044">
                  <c:v>53.7</c:v>
                </c:pt>
                <c:pt idx="2045">
                  <c:v>53.7</c:v>
                </c:pt>
                <c:pt idx="2046">
                  <c:v>53.7</c:v>
                </c:pt>
                <c:pt idx="2047">
                  <c:v>53.7</c:v>
                </c:pt>
                <c:pt idx="2048">
                  <c:v>53.7</c:v>
                </c:pt>
                <c:pt idx="2049">
                  <c:v>53.7</c:v>
                </c:pt>
                <c:pt idx="2050">
                  <c:v>53.7</c:v>
                </c:pt>
                <c:pt idx="2051">
                  <c:v>53.7</c:v>
                </c:pt>
                <c:pt idx="2052">
                  <c:v>53.7</c:v>
                </c:pt>
                <c:pt idx="2053">
                  <c:v>53.7</c:v>
                </c:pt>
                <c:pt idx="2054">
                  <c:v>53.7</c:v>
                </c:pt>
                <c:pt idx="2055">
                  <c:v>53.7</c:v>
                </c:pt>
                <c:pt idx="2056">
                  <c:v>53.7</c:v>
                </c:pt>
                <c:pt idx="2057">
                  <c:v>53.7</c:v>
                </c:pt>
                <c:pt idx="2058">
                  <c:v>53.7</c:v>
                </c:pt>
                <c:pt idx="2059">
                  <c:v>53.7</c:v>
                </c:pt>
                <c:pt idx="2060">
                  <c:v>53.7</c:v>
                </c:pt>
                <c:pt idx="2061">
                  <c:v>53.7</c:v>
                </c:pt>
                <c:pt idx="2062">
                  <c:v>53.7</c:v>
                </c:pt>
                <c:pt idx="2063">
                  <c:v>53.7</c:v>
                </c:pt>
                <c:pt idx="2064">
                  <c:v>53.7</c:v>
                </c:pt>
                <c:pt idx="2065">
                  <c:v>53.7</c:v>
                </c:pt>
                <c:pt idx="2066">
                  <c:v>53.7</c:v>
                </c:pt>
                <c:pt idx="2067">
                  <c:v>53.7</c:v>
                </c:pt>
                <c:pt idx="2068">
                  <c:v>53.7</c:v>
                </c:pt>
                <c:pt idx="2069">
                  <c:v>53.7</c:v>
                </c:pt>
                <c:pt idx="2070">
                  <c:v>53.7</c:v>
                </c:pt>
                <c:pt idx="2071">
                  <c:v>53.7</c:v>
                </c:pt>
                <c:pt idx="2072">
                  <c:v>53.7</c:v>
                </c:pt>
                <c:pt idx="2073">
                  <c:v>53.7</c:v>
                </c:pt>
                <c:pt idx="2074">
                  <c:v>53.7</c:v>
                </c:pt>
                <c:pt idx="2075">
                  <c:v>53.7</c:v>
                </c:pt>
                <c:pt idx="2076">
                  <c:v>53.7</c:v>
                </c:pt>
                <c:pt idx="2077">
                  <c:v>53.7</c:v>
                </c:pt>
                <c:pt idx="2078">
                  <c:v>53.7</c:v>
                </c:pt>
                <c:pt idx="2079">
                  <c:v>53.7</c:v>
                </c:pt>
                <c:pt idx="2080">
                  <c:v>53.7</c:v>
                </c:pt>
                <c:pt idx="2081">
                  <c:v>53.7</c:v>
                </c:pt>
                <c:pt idx="2082">
                  <c:v>53.7</c:v>
                </c:pt>
                <c:pt idx="2083">
                  <c:v>53.7</c:v>
                </c:pt>
                <c:pt idx="2084">
                  <c:v>53.7</c:v>
                </c:pt>
                <c:pt idx="2085">
                  <c:v>53.7</c:v>
                </c:pt>
                <c:pt idx="2086">
                  <c:v>53.7</c:v>
                </c:pt>
                <c:pt idx="2087">
                  <c:v>53.7</c:v>
                </c:pt>
                <c:pt idx="2088">
                  <c:v>53.7</c:v>
                </c:pt>
                <c:pt idx="2089">
                  <c:v>53.7</c:v>
                </c:pt>
                <c:pt idx="2090">
                  <c:v>53.7</c:v>
                </c:pt>
                <c:pt idx="2091">
                  <c:v>53.7</c:v>
                </c:pt>
                <c:pt idx="2092">
                  <c:v>53.7</c:v>
                </c:pt>
                <c:pt idx="2093">
                  <c:v>53.7</c:v>
                </c:pt>
                <c:pt idx="2094">
                  <c:v>53.7</c:v>
                </c:pt>
                <c:pt idx="2095">
                  <c:v>53.7</c:v>
                </c:pt>
                <c:pt idx="2096">
                  <c:v>53.7</c:v>
                </c:pt>
                <c:pt idx="2097">
                  <c:v>53.7</c:v>
                </c:pt>
                <c:pt idx="2098">
                  <c:v>53.7</c:v>
                </c:pt>
                <c:pt idx="2099">
                  <c:v>53.7</c:v>
                </c:pt>
                <c:pt idx="2100">
                  <c:v>37.1</c:v>
                </c:pt>
                <c:pt idx="2101">
                  <c:v>37.1</c:v>
                </c:pt>
                <c:pt idx="2102">
                  <c:v>37.1</c:v>
                </c:pt>
                <c:pt idx="2103">
                  <c:v>37.1</c:v>
                </c:pt>
                <c:pt idx="2104">
                  <c:v>37.1</c:v>
                </c:pt>
                <c:pt idx="2105">
                  <c:v>37.1</c:v>
                </c:pt>
                <c:pt idx="2106">
                  <c:v>37.1</c:v>
                </c:pt>
                <c:pt idx="2107">
                  <c:v>37.1</c:v>
                </c:pt>
                <c:pt idx="2108">
                  <c:v>37.1</c:v>
                </c:pt>
                <c:pt idx="2109">
                  <c:v>37.1</c:v>
                </c:pt>
                <c:pt idx="2110">
                  <c:v>37.1</c:v>
                </c:pt>
                <c:pt idx="2111">
                  <c:v>37.1</c:v>
                </c:pt>
                <c:pt idx="2112">
                  <c:v>37.1</c:v>
                </c:pt>
                <c:pt idx="2113">
                  <c:v>37.1</c:v>
                </c:pt>
                <c:pt idx="2114">
                  <c:v>37.1</c:v>
                </c:pt>
                <c:pt idx="2115">
                  <c:v>37.1</c:v>
                </c:pt>
                <c:pt idx="2116">
                  <c:v>37.1</c:v>
                </c:pt>
                <c:pt idx="2117">
                  <c:v>37.1</c:v>
                </c:pt>
                <c:pt idx="2118">
                  <c:v>37.1</c:v>
                </c:pt>
                <c:pt idx="2119">
                  <c:v>37.1</c:v>
                </c:pt>
                <c:pt idx="2120">
                  <c:v>37.1</c:v>
                </c:pt>
                <c:pt idx="2121">
                  <c:v>37.1</c:v>
                </c:pt>
                <c:pt idx="2122">
                  <c:v>37.1</c:v>
                </c:pt>
                <c:pt idx="2123">
                  <c:v>37.1</c:v>
                </c:pt>
                <c:pt idx="2124">
                  <c:v>37.1</c:v>
                </c:pt>
                <c:pt idx="2125">
                  <c:v>37.1</c:v>
                </c:pt>
                <c:pt idx="2126">
                  <c:v>37.1</c:v>
                </c:pt>
                <c:pt idx="2127">
                  <c:v>37.1</c:v>
                </c:pt>
                <c:pt idx="2128">
                  <c:v>37.1</c:v>
                </c:pt>
                <c:pt idx="2129">
                  <c:v>37.1</c:v>
                </c:pt>
                <c:pt idx="2130">
                  <c:v>37.1</c:v>
                </c:pt>
                <c:pt idx="2131">
                  <c:v>37.1</c:v>
                </c:pt>
                <c:pt idx="2132">
                  <c:v>37.1</c:v>
                </c:pt>
                <c:pt idx="2133">
                  <c:v>37.1</c:v>
                </c:pt>
                <c:pt idx="2134">
                  <c:v>37.1</c:v>
                </c:pt>
                <c:pt idx="2135">
                  <c:v>37.1</c:v>
                </c:pt>
                <c:pt idx="2136">
                  <c:v>37.1</c:v>
                </c:pt>
                <c:pt idx="2137">
                  <c:v>37.1</c:v>
                </c:pt>
                <c:pt idx="2138">
                  <c:v>37.1</c:v>
                </c:pt>
                <c:pt idx="2139">
                  <c:v>37.1</c:v>
                </c:pt>
                <c:pt idx="2140">
                  <c:v>37.1</c:v>
                </c:pt>
                <c:pt idx="2141">
                  <c:v>37.1</c:v>
                </c:pt>
                <c:pt idx="2142">
                  <c:v>37.1</c:v>
                </c:pt>
                <c:pt idx="2143">
                  <c:v>37.1</c:v>
                </c:pt>
                <c:pt idx="2144">
                  <c:v>37.1</c:v>
                </c:pt>
                <c:pt idx="2145">
                  <c:v>37.1</c:v>
                </c:pt>
                <c:pt idx="2146">
                  <c:v>37.1</c:v>
                </c:pt>
                <c:pt idx="2147">
                  <c:v>37.1</c:v>
                </c:pt>
                <c:pt idx="2148">
                  <c:v>37.1</c:v>
                </c:pt>
                <c:pt idx="2149">
                  <c:v>37.1</c:v>
                </c:pt>
                <c:pt idx="2150">
                  <c:v>37.1</c:v>
                </c:pt>
                <c:pt idx="2151">
                  <c:v>37.1</c:v>
                </c:pt>
                <c:pt idx="2152">
                  <c:v>37.1</c:v>
                </c:pt>
                <c:pt idx="2153">
                  <c:v>37.1</c:v>
                </c:pt>
                <c:pt idx="2154">
                  <c:v>37.1</c:v>
                </c:pt>
                <c:pt idx="2155">
                  <c:v>37.1</c:v>
                </c:pt>
                <c:pt idx="2156">
                  <c:v>37.1</c:v>
                </c:pt>
                <c:pt idx="2157">
                  <c:v>37.1</c:v>
                </c:pt>
                <c:pt idx="2158">
                  <c:v>37.1</c:v>
                </c:pt>
                <c:pt idx="2159">
                  <c:v>37.1</c:v>
                </c:pt>
                <c:pt idx="2160">
                  <c:v>37.1</c:v>
                </c:pt>
                <c:pt idx="2161">
                  <c:v>37.1</c:v>
                </c:pt>
                <c:pt idx="2162">
                  <c:v>37.1</c:v>
                </c:pt>
                <c:pt idx="2163">
                  <c:v>37.1</c:v>
                </c:pt>
                <c:pt idx="2164">
                  <c:v>37.1</c:v>
                </c:pt>
                <c:pt idx="2165">
                  <c:v>37.1</c:v>
                </c:pt>
                <c:pt idx="2166">
                  <c:v>37.1</c:v>
                </c:pt>
                <c:pt idx="2167">
                  <c:v>37.1</c:v>
                </c:pt>
                <c:pt idx="2168">
                  <c:v>37.1</c:v>
                </c:pt>
                <c:pt idx="2169">
                  <c:v>37.1</c:v>
                </c:pt>
                <c:pt idx="2170">
                  <c:v>37.1</c:v>
                </c:pt>
                <c:pt idx="2171">
                  <c:v>37.1</c:v>
                </c:pt>
                <c:pt idx="2172">
                  <c:v>37.1</c:v>
                </c:pt>
                <c:pt idx="2173">
                  <c:v>37.1</c:v>
                </c:pt>
                <c:pt idx="2174">
                  <c:v>37.1</c:v>
                </c:pt>
                <c:pt idx="2175">
                  <c:v>37.1</c:v>
                </c:pt>
                <c:pt idx="2176">
                  <c:v>37.1</c:v>
                </c:pt>
                <c:pt idx="2177">
                  <c:v>37.1</c:v>
                </c:pt>
                <c:pt idx="2178">
                  <c:v>37.1</c:v>
                </c:pt>
                <c:pt idx="2179">
                  <c:v>37.1</c:v>
                </c:pt>
                <c:pt idx="2180">
                  <c:v>37.1</c:v>
                </c:pt>
                <c:pt idx="2181">
                  <c:v>37.1</c:v>
                </c:pt>
                <c:pt idx="2182">
                  <c:v>37.1</c:v>
                </c:pt>
                <c:pt idx="2183">
                  <c:v>37.1</c:v>
                </c:pt>
                <c:pt idx="2184">
                  <c:v>37.1</c:v>
                </c:pt>
                <c:pt idx="2185">
                  <c:v>37.1</c:v>
                </c:pt>
                <c:pt idx="2186">
                  <c:v>37.1</c:v>
                </c:pt>
                <c:pt idx="2187">
                  <c:v>37.1</c:v>
                </c:pt>
                <c:pt idx="2188">
                  <c:v>37.1</c:v>
                </c:pt>
                <c:pt idx="2189">
                  <c:v>37.1</c:v>
                </c:pt>
                <c:pt idx="2190">
                  <c:v>37.1</c:v>
                </c:pt>
                <c:pt idx="2191">
                  <c:v>37.1</c:v>
                </c:pt>
                <c:pt idx="2192">
                  <c:v>36.3</c:v>
                </c:pt>
                <c:pt idx="2193">
                  <c:v>36.3</c:v>
                </c:pt>
                <c:pt idx="2194">
                  <c:v>36.3</c:v>
                </c:pt>
                <c:pt idx="2195">
                  <c:v>36.3</c:v>
                </c:pt>
                <c:pt idx="2196">
                  <c:v>36.3</c:v>
                </c:pt>
                <c:pt idx="2197">
                  <c:v>36.3</c:v>
                </c:pt>
                <c:pt idx="2198">
                  <c:v>36.3</c:v>
                </c:pt>
                <c:pt idx="2199">
                  <c:v>36.3</c:v>
                </c:pt>
                <c:pt idx="2200">
                  <c:v>36.3</c:v>
                </c:pt>
                <c:pt idx="2201">
                  <c:v>36.3</c:v>
                </c:pt>
                <c:pt idx="2202">
                  <c:v>36.3</c:v>
                </c:pt>
                <c:pt idx="2203">
                  <c:v>36.3</c:v>
                </c:pt>
                <c:pt idx="2204">
                  <c:v>36.3</c:v>
                </c:pt>
                <c:pt idx="2205">
                  <c:v>36.3</c:v>
                </c:pt>
                <c:pt idx="2206">
                  <c:v>36.3</c:v>
                </c:pt>
                <c:pt idx="2207">
                  <c:v>36.3</c:v>
                </c:pt>
                <c:pt idx="2208">
                  <c:v>36.3</c:v>
                </c:pt>
                <c:pt idx="2209">
                  <c:v>36.3</c:v>
                </c:pt>
                <c:pt idx="2210">
                  <c:v>36.3</c:v>
                </c:pt>
                <c:pt idx="2211">
                  <c:v>36.3</c:v>
                </c:pt>
                <c:pt idx="2212">
                  <c:v>36.3</c:v>
                </c:pt>
                <c:pt idx="2213">
                  <c:v>36.3</c:v>
                </c:pt>
                <c:pt idx="2214">
                  <c:v>36.3</c:v>
                </c:pt>
                <c:pt idx="2215">
                  <c:v>36.3</c:v>
                </c:pt>
                <c:pt idx="2216">
                  <c:v>36.3</c:v>
                </c:pt>
                <c:pt idx="2217">
                  <c:v>36.3</c:v>
                </c:pt>
                <c:pt idx="2218">
                  <c:v>36.3</c:v>
                </c:pt>
                <c:pt idx="2219">
                  <c:v>36.3</c:v>
                </c:pt>
                <c:pt idx="2220">
                  <c:v>36.3</c:v>
                </c:pt>
                <c:pt idx="2221">
                  <c:v>36.3</c:v>
                </c:pt>
                <c:pt idx="2222">
                  <c:v>36.3</c:v>
                </c:pt>
                <c:pt idx="2223">
                  <c:v>36.3</c:v>
                </c:pt>
                <c:pt idx="2224">
                  <c:v>36.3</c:v>
                </c:pt>
                <c:pt idx="2225">
                  <c:v>36.3</c:v>
                </c:pt>
                <c:pt idx="2226">
                  <c:v>36.3</c:v>
                </c:pt>
                <c:pt idx="2227">
                  <c:v>36.3</c:v>
                </c:pt>
                <c:pt idx="2228">
                  <c:v>36.3</c:v>
                </c:pt>
                <c:pt idx="2229">
                  <c:v>36.3</c:v>
                </c:pt>
                <c:pt idx="2230">
                  <c:v>36.3</c:v>
                </c:pt>
                <c:pt idx="2231">
                  <c:v>36.3</c:v>
                </c:pt>
                <c:pt idx="2232">
                  <c:v>36.3</c:v>
                </c:pt>
                <c:pt idx="2233">
                  <c:v>36.3</c:v>
                </c:pt>
                <c:pt idx="2234">
                  <c:v>36.3</c:v>
                </c:pt>
                <c:pt idx="2235">
                  <c:v>36.3</c:v>
                </c:pt>
                <c:pt idx="2236">
                  <c:v>36.3</c:v>
                </c:pt>
                <c:pt idx="2237">
                  <c:v>36.3</c:v>
                </c:pt>
                <c:pt idx="2238">
                  <c:v>36.3</c:v>
                </c:pt>
                <c:pt idx="2239">
                  <c:v>36.3</c:v>
                </c:pt>
                <c:pt idx="2240">
                  <c:v>36.3</c:v>
                </c:pt>
                <c:pt idx="2241">
                  <c:v>36.3</c:v>
                </c:pt>
                <c:pt idx="2242">
                  <c:v>36.3</c:v>
                </c:pt>
                <c:pt idx="2243">
                  <c:v>36.3</c:v>
                </c:pt>
                <c:pt idx="2244">
                  <c:v>36.3</c:v>
                </c:pt>
                <c:pt idx="2245">
                  <c:v>36.3</c:v>
                </c:pt>
                <c:pt idx="2246">
                  <c:v>36.3</c:v>
                </c:pt>
                <c:pt idx="2247">
                  <c:v>36.3</c:v>
                </c:pt>
                <c:pt idx="2248">
                  <c:v>36.3</c:v>
                </c:pt>
                <c:pt idx="2249">
                  <c:v>36.3</c:v>
                </c:pt>
                <c:pt idx="2250">
                  <c:v>36.3</c:v>
                </c:pt>
                <c:pt idx="2251">
                  <c:v>36.3</c:v>
                </c:pt>
                <c:pt idx="2252">
                  <c:v>36.3</c:v>
                </c:pt>
                <c:pt idx="2253">
                  <c:v>36.3</c:v>
                </c:pt>
                <c:pt idx="2254">
                  <c:v>36.3</c:v>
                </c:pt>
                <c:pt idx="2255">
                  <c:v>36.3</c:v>
                </c:pt>
                <c:pt idx="2256">
                  <c:v>36.3</c:v>
                </c:pt>
                <c:pt idx="2257">
                  <c:v>36.3</c:v>
                </c:pt>
                <c:pt idx="2258">
                  <c:v>36.3</c:v>
                </c:pt>
                <c:pt idx="2259">
                  <c:v>36.3</c:v>
                </c:pt>
                <c:pt idx="2260">
                  <c:v>36.3</c:v>
                </c:pt>
                <c:pt idx="2261">
                  <c:v>36.3</c:v>
                </c:pt>
                <c:pt idx="2262">
                  <c:v>36.3</c:v>
                </c:pt>
                <c:pt idx="2263">
                  <c:v>36.3</c:v>
                </c:pt>
                <c:pt idx="2264">
                  <c:v>36.3</c:v>
                </c:pt>
                <c:pt idx="2265">
                  <c:v>36.3</c:v>
                </c:pt>
                <c:pt idx="2266">
                  <c:v>36.3</c:v>
                </c:pt>
                <c:pt idx="2267">
                  <c:v>36.3</c:v>
                </c:pt>
                <c:pt idx="2268">
                  <c:v>36.3</c:v>
                </c:pt>
                <c:pt idx="2269">
                  <c:v>36.3</c:v>
                </c:pt>
                <c:pt idx="2270">
                  <c:v>36.3</c:v>
                </c:pt>
                <c:pt idx="2271">
                  <c:v>36.3</c:v>
                </c:pt>
                <c:pt idx="2272">
                  <c:v>36.3</c:v>
                </c:pt>
                <c:pt idx="2273">
                  <c:v>36.3</c:v>
                </c:pt>
                <c:pt idx="2274">
                  <c:v>36.3</c:v>
                </c:pt>
                <c:pt idx="2275">
                  <c:v>36.3</c:v>
                </c:pt>
                <c:pt idx="2276">
                  <c:v>36.3</c:v>
                </c:pt>
                <c:pt idx="2277">
                  <c:v>36.3</c:v>
                </c:pt>
                <c:pt idx="2278">
                  <c:v>36.3</c:v>
                </c:pt>
                <c:pt idx="2279">
                  <c:v>36.3</c:v>
                </c:pt>
                <c:pt idx="2280">
                  <c:v>36.3</c:v>
                </c:pt>
                <c:pt idx="2281">
                  <c:v>36.3</c:v>
                </c:pt>
                <c:pt idx="2282">
                  <c:v>51.4</c:v>
                </c:pt>
                <c:pt idx="2283">
                  <c:v>51.4</c:v>
                </c:pt>
                <c:pt idx="2284">
                  <c:v>51.4</c:v>
                </c:pt>
                <c:pt idx="2285">
                  <c:v>51.4</c:v>
                </c:pt>
                <c:pt idx="2286">
                  <c:v>51.4</c:v>
                </c:pt>
                <c:pt idx="2287">
                  <c:v>51.4</c:v>
                </c:pt>
                <c:pt idx="2288">
                  <c:v>51.4</c:v>
                </c:pt>
                <c:pt idx="2289">
                  <c:v>51.4</c:v>
                </c:pt>
                <c:pt idx="2290">
                  <c:v>51.4</c:v>
                </c:pt>
                <c:pt idx="2291">
                  <c:v>51.4</c:v>
                </c:pt>
                <c:pt idx="2292">
                  <c:v>51.4</c:v>
                </c:pt>
                <c:pt idx="2293">
                  <c:v>51.4</c:v>
                </c:pt>
                <c:pt idx="2294">
                  <c:v>51.4</c:v>
                </c:pt>
                <c:pt idx="2295">
                  <c:v>51.4</c:v>
                </c:pt>
                <c:pt idx="2296">
                  <c:v>51.4</c:v>
                </c:pt>
                <c:pt idx="2297">
                  <c:v>51.4</c:v>
                </c:pt>
                <c:pt idx="2298">
                  <c:v>51.4</c:v>
                </c:pt>
                <c:pt idx="2299">
                  <c:v>51.4</c:v>
                </c:pt>
                <c:pt idx="2300">
                  <c:v>51.4</c:v>
                </c:pt>
                <c:pt idx="2301">
                  <c:v>51.4</c:v>
                </c:pt>
                <c:pt idx="2302">
                  <c:v>51.4</c:v>
                </c:pt>
                <c:pt idx="2303">
                  <c:v>51.4</c:v>
                </c:pt>
                <c:pt idx="2304">
                  <c:v>51.4</c:v>
                </c:pt>
                <c:pt idx="2305">
                  <c:v>51.4</c:v>
                </c:pt>
                <c:pt idx="2306">
                  <c:v>51.4</c:v>
                </c:pt>
                <c:pt idx="2307">
                  <c:v>51.4</c:v>
                </c:pt>
                <c:pt idx="2308">
                  <c:v>51.4</c:v>
                </c:pt>
                <c:pt idx="2309">
                  <c:v>51.4</c:v>
                </c:pt>
                <c:pt idx="2310">
                  <c:v>51.4</c:v>
                </c:pt>
                <c:pt idx="2311">
                  <c:v>51.4</c:v>
                </c:pt>
                <c:pt idx="2312">
                  <c:v>51.4</c:v>
                </c:pt>
                <c:pt idx="2313">
                  <c:v>51.4</c:v>
                </c:pt>
                <c:pt idx="2314">
                  <c:v>51.4</c:v>
                </c:pt>
                <c:pt idx="2315">
                  <c:v>51.4</c:v>
                </c:pt>
                <c:pt idx="2316">
                  <c:v>51.4</c:v>
                </c:pt>
                <c:pt idx="2317">
                  <c:v>51.4</c:v>
                </c:pt>
                <c:pt idx="2318">
                  <c:v>51.4</c:v>
                </c:pt>
                <c:pt idx="2319">
                  <c:v>51.4</c:v>
                </c:pt>
                <c:pt idx="2320">
                  <c:v>51.4</c:v>
                </c:pt>
                <c:pt idx="2321">
                  <c:v>51.4</c:v>
                </c:pt>
                <c:pt idx="2322">
                  <c:v>51.4</c:v>
                </c:pt>
                <c:pt idx="2323">
                  <c:v>51.4</c:v>
                </c:pt>
                <c:pt idx="2324">
                  <c:v>51.4</c:v>
                </c:pt>
                <c:pt idx="2325">
                  <c:v>51.4</c:v>
                </c:pt>
                <c:pt idx="2326">
                  <c:v>51.4</c:v>
                </c:pt>
                <c:pt idx="2327">
                  <c:v>51.4</c:v>
                </c:pt>
                <c:pt idx="2328">
                  <c:v>51.4</c:v>
                </c:pt>
                <c:pt idx="2329">
                  <c:v>51.4</c:v>
                </c:pt>
                <c:pt idx="2330">
                  <c:v>51.4</c:v>
                </c:pt>
                <c:pt idx="2331">
                  <c:v>51.4</c:v>
                </c:pt>
                <c:pt idx="2332">
                  <c:v>51.4</c:v>
                </c:pt>
                <c:pt idx="2333">
                  <c:v>51.4</c:v>
                </c:pt>
                <c:pt idx="2334">
                  <c:v>51.4</c:v>
                </c:pt>
                <c:pt idx="2335">
                  <c:v>51.4</c:v>
                </c:pt>
                <c:pt idx="2336">
                  <c:v>51.4</c:v>
                </c:pt>
                <c:pt idx="2337">
                  <c:v>51.4</c:v>
                </c:pt>
                <c:pt idx="2338">
                  <c:v>51.4</c:v>
                </c:pt>
                <c:pt idx="2339">
                  <c:v>51.4</c:v>
                </c:pt>
                <c:pt idx="2340">
                  <c:v>51.4</c:v>
                </c:pt>
                <c:pt idx="2341">
                  <c:v>51.4</c:v>
                </c:pt>
                <c:pt idx="2342">
                  <c:v>51.4</c:v>
                </c:pt>
                <c:pt idx="2343">
                  <c:v>51.4</c:v>
                </c:pt>
                <c:pt idx="2344">
                  <c:v>51.4</c:v>
                </c:pt>
                <c:pt idx="2345">
                  <c:v>51.4</c:v>
                </c:pt>
                <c:pt idx="2346">
                  <c:v>51.4</c:v>
                </c:pt>
                <c:pt idx="2347">
                  <c:v>51.4</c:v>
                </c:pt>
                <c:pt idx="2348">
                  <c:v>51.4</c:v>
                </c:pt>
                <c:pt idx="2349">
                  <c:v>51.4</c:v>
                </c:pt>
                <c:pt idx="2350">
                  <c:v>51.4</c:v>
                </c:pt>
                <c:pt idx="2351">
                  <c:v>51.4</c:v>
                </c:pt>
                <c:pt idx="2352">
                  <c:v>51.4</c:v>
                </c:pt>
                <c:pt idx="2353">
                  <c:v>51.4</c:v>
                </c:pt>
                <c:pt idx="2354">
                  <c:v>51.4</c:v>
                </c:pt>
                <c:pt idx="2355">
                  <c:v>51.4</c:v>
                </c:pt>
                <c:pt idx="2356">
                  <c:v>51.4</c:v>
                </c:pt>
                <c:pt idx="2357">
                  <c:v>51.4</c:v>
                </c:pt>
                <c:pt idx="2358">
                  <c:v>51.4</c:v>
                </c:pt>
                <c:pt idx="2359">
                  <c:v>51.4</c:v>
                </c:pt>
                <c:pt idx="2360">
                  <c:v>51.4</c:v>
                </c:pt>
                <c:pt idx="2361">
                  <c:v>51.4</c:v>
                </c:pt>
                <c:pt idx="2362">
                  <c:v>51.4</c:v>
                </c:pt>
                <c:pt idx="2363">
                  <c:v>51.4</c:v>
                </c:pt>
                <c:pt idx="2364">
                  <c:v>51.4</c:v>
                </c:pt>
                <c:pt idx="2365">
                  <c:v>51.4</c:v>
                </c:pt>
                <c:pt idx="2366">
                  <c:v>51.4</c:v>
                </c:pt>
                <c:pt idx="2367">
                  <c:v>51.4</c:v>
                </c:pt>
                <c:pt idx="2368">
                  <c:v>51.4</c:v>
                </c:pt>
                <c:pt idx="2369">
                  <c:v>51.4</c:v>
                </c:pt>
                <c:pt idx="2370">
                  <c:v>51.4</c:v>
                </c:pt>
                <c:pt idx="2371">
                  <c:v>51.4</c:v>
                </c:pt>
                <c:pt idx="2372">
                  <c:v>51.4</c:v>
                </c:pt>
                <c:pt idx="2373">
                  <c:v>55.2</c:v>
                </c:pt>
                <c:pt idx="2374">
                  <c:v>55.2</c:v>
                </c:pt>
                <c:pt idx="2375">
                  <c:v>55.2</c:v>
                </c:pt>
                <c:pt idx="2376">
                  <c:v>55.2</c:v>
                </c:pt>
                <c:pt idx="2377">
                  <c:v>55.2</c:v>
                </c:pt>
                <c:pt idx="2378">
                  <c:v>55.2</c:v>
                </c:pt>
                <c:pt idx="2379">
                  <c:v>55.2</c:v>
                </c:pt>
                <c:pt idx="2380">
                  <c:v>55.2</c:v>
                </c:pt>
                <c:pt idx="2381">
                  <c:v>55.2</c:v>
                </c:pt>
                <c:pt idx="2382">
                  <c:v>55.2</c:v>
                </c:pt>
                <c:pt idx="2383">
                  <c:v>55.2</c:v>
                </c:pt>
                <c:pt idx="2384">
                  <c:v>55.2</c:v>
                </c:pt>
                <c:pt idx="2385">
                  <c:v>55.2</c:v>
                </c:pt>
                <c:pt idx="2386">
                  <c:v>55.2</c:v>
                </c:pt>
                <c:pt idx="2387">
                  <c:v>55.2</c:v>
                </c:pt>
                <c:pt idx="2388">
                  <c:v>55.2</c:v>
                </c:pt>
                <c:pt idx="2389">
                  <c:v>55.2</c:v>
                </c:pt>
                <c:pt idx="2390">
                  <c:v>55.2</c:v>
                </c:pt>
                <c:pt idx="2391">
                  <c:v>55.2</c:v>
                </c:pt>
                <c:pt idx="2392">
                  <c:v>55.2</c:v>
                </c:pt>
                <c:pt idx="2393">
                  <c:v>55.2</c:v>
                </c:pt>
                <c:pt idx="2394">
                  <c:v>55.2</c:v>
                </c:pt>
                <c:pt idx="2395">
                  <c:v>55.2</c:v>
                </c:pt>
                <c:pt idx="2396">
                  <c:v>55.2</c:v>
                </c:pt>
                <c:pt idx="2397">
                  <c:v>55.2</c:v>
                </c:pt>
                <c:pt idx="2398">
                  <c:v>55.2</c:v>
                </c:pt>
                <c:pt idx="2399">
                  <c:v>55.2</c:v>
                </c:pt>
                <c:pt idx="2400">
                  <c:v>55.2</c:v>
                </c:pt>
                <c:pt idx="2401">
                  <c:v>55.2</c:v>
                </c:pt>
                <c:pt idx="2402">
                  <c:v>55.2</c:v>
                </c:pt>
                <c:pt idx="2403">
                  <c:v>55.2</c:v>
                </c:pt>
                <c:pt idx="2404">
                  <c:v>55.2</c:v>
                </c:pt>
                <c:pt idx="2405">
                  <c:v>55.2</c:v>
                </c:pt>
                <c:pt idx="2406">
                  <c:v>55.2</c:v>
                </c:pt>
                <c:pt idx="2407">
                  <c:v>55.2</c:v>
                </c:pt>
                <c:pt idx="2408">
                  <c:v>55.2</c:v>
                </c:pt>
                <c:pt idx="2409">
                  <c:v>55.2</c:v>
                </c:pt>
                <c:pt idx="2410">
                  <c:v>55.2</c:v>
                </c:pt>
                <c:pt idx="2411">
                  <c:v>55.2</c:v>
                </c:pt>
                <c:pt idx="2412">
                  <c:v>55.2</c:v>
                </c:pt>
                <c:pt idx="2413">
                  <c:v>55.2</c:v>
                </c:pt>
                <c:pt idx="2414">
                  <c:v>55.2</c:v>
                </c:pt>
                <c:pt idx="2415">
                  <c:v>55.2</c:v>
                </c:pt>
                <c:pt idx="2416">
                  <c:v>55.2</c:v>
                </c:pt>
                <c:pt idx="2417">
                  <c:v>55.2</c:v>
                </c:pt>
                <c:pt idx="2418">
                  <c:v>55.2</c:v>
                </c:pt>
                <c:pt idx="2419">
                  <c:v>55.2</c:v>
                </c:pt>
                <c:pt idx="2420">
                  <c:v>55.2</c:v>
                </c:pt>
                <c:pt idx="2421">
                  <c:v>55.2</c:v>
                </c:pt>
                <c:pt idx="2422">
                  <c:v>55.2</c:v>
                </c:pt>
                <c:pt idx="2423">
                  <c:v>55.2</c:v>
                </c:pt>
                <c:pt idx="2424">
                  <c:v>55.2</c:v>
                </c:pt>
                <c:pt idx="2425">
                  <c:v>55.2</c:v>
                </c:pt>
                <c:pt idx="2426">
                  <c:v>55.2</c:v>
                </c:pt>
                <c:pt idx="2427">
                  <c:v>55.2</c:v>
                </c:pt>
                <c:pt idx="2428">
                  <c:v>55.2</c:v>
                </c:pt>
                <c:pt idx="2429">
                  <c:v>55.2</c:v>
                </c:pt>
                <c:pt idx="2430">
                  <c:v>55.2</c:v>
                </c:pt>
                <c:pt idx="2431">
                  <c:v>55.2</c:v>
                </c:pt>
                <c:pt idx="2432">
                  <c:v>55.2</c:v>
                </c:pt>
                <c:pt idx="2433">
                  <c:v>55.2</c:v>
                </c:pt>
                <c:pt idx="2434">
                  <c:v>55.2</c:v>
                </c:pt>
                <c:pt idx="2435">
                  <c:v>55.2</c:v>
                </c:pt>
                <c:pt idx="2436">
                  <c:v>55.2</c:v>
                </c:pt>
                <c:pt idx="2437">
                  <c:v>55.2</c:v>
                </c:pt>
                <c:pt idx="2438">
                  <c:v>55.2</c:v>
                </c:pt>
                <c:pt idx="2439">
                  <c:v>55.2</c:v>
                </c:pt>
                <c:pt idx="2440">
                  <c:v>55.2</c:v>
                </c:pt>
                <c:pt idx="2441">
                  <c:v>55.2</c:v>
                </c:pt>
                <c:pt idx="2442">
                  <c:v>55.2</c:v>
                </c:pt>
                <c:pt idx="2443">
                  <c:v>55.2</c:v>
                </c:pt>
                <c:pt idx="2444">
                  <c:v>55.2</c:v>
                </c:pt>
                <c:pt idx="2445">
                  <c:v>55.2</c:v>
                </c:pt>
                <c:pt idx="2446">
                  <c:v>55.2</c:v>
                </c:pt>
                <c:pt idx="2447">
                  <c:v>55.2</c:v>
                </c:pt>
                <c:pt idx="2448">
                  <c:v>55.2</c:v>
                </c:pt>
                <c:pt idx="2449">
                  <c:v>55.2</c:v>
                </c:pt>
                <c:pt idx="2450">
                  <c:v>55.2</c:v>
                </c:pt>
                <c:pt idx="2451">
                  <c:v>55.2</c:v>
                </c:pt>
                <c:pt idx="2452">
                  <c:v>55.2</c:v>
                </c:pt>
                <c:pt idx="2453">
                  <c:v>55.2</c:v>
                </c:pt>
                <c:pt idx="2454">
                  <c:v>55.2</c:v>
                </c:pt>
                <c:pt idx="2455">
                  <c:v>55.2</c:v>
                </c:pt>
                <c:pt idx="2456">
                  <c:v>55.2</c:v>
                </c:pt>
                <c:pt idx="2457">
                  <c:v>55.2</c:v>
                </c:pt>
                <c:pt idx="2458">
                  <c:v>55.2</c:v>
                </c:pt>
                <c:pt idx="2459">
                  <c:v>55.2</c:v>
                </c:pt>
                <c:pt idx="2460">
                  <c:v>55.2</c:v>
                </c:pt>
                <c:pt idx="2461">
                  <c:v>55.2</c:v>
                </c:pt>
                <c:pt idx="2462">
                  <c:v>55.2</c:v>
                </c:pt>
                <c:pt idx="2463">
                  <c:v>55.2</c:v>
                </c:pt>
                <c:pt idx="2464">
                  <c:v>55.2</c:v>
                </c:pt>
                <c:pt idx="2465">
                  <c:v>42.0</c:v>
                </c:pt>
                <c:pt idx="2466">
                  <c:v>42.0</c:v>
                </c:pt>
                <c:pt idx="2467">
                  <c:v>42.0</c:v>
                </c:pt>
                <c:pt idx="2468">
                  <c:v>42.0</c:v>
                </c:pt>
                <c:pt idx="2469">
                  <c:v>42.0</c:v>
                </c:pt>
                <c:pt idx="2470">
                  <c:v>42.0</c:v>
                </c:pt>
                <c:pt idx="2471">
                  <c:v>42.0</c:v>
                </c:pt>
                <c:pt idx="2472">
                  <c:v>42.0</c:v>
                </c:pt>
                <c:pt idx="2473">
                  <c:v>42.0</c:v>
                </c:pt>
                <c:pt idx="2474">
                  <c:v>42.0</c:v>
                </c:pt>
                <c:pt idx="2475">
                  <c:v>42.0</c:v>
                </c:pt>
                <c:pt idx="2476">
                  <c:v>42.0</c:v>
                </c:pt>
                <c:pt idx="2477">
                  <c:v>42.0</c:v>
                </c:pt>
                <c:pt idx="2478">
                  <c:v>42.0</c:v>
                </c:pt>
                <c:pt idx="2479">
                  <c:v>42.0</c:v>
                </c:pt>
                <c:pt idx="2480">
                  <c:v>42.0</c:v>
                </c:pt>
                <c:pt idx="2481">
                  <c:v>42.0</c:v>
                </c:pt>
                <c:pt idx="2482">
                  <c:v>42.0</c:v>
                </c:pt>
                <c:pt idx="2483">
                  <c:v>42.0</c:v>
                </c:pt>
                <c:pt idx="2484">
                  <c:v>42.0</c:v>
                </c:pt>
                <c:pt idx="2485">
                  <c:v>42.0</c:v>
                </c:pt>
                <c:pt idx="2486">
                  <c:v>42.0</c:v>
                </c:pt>
                <c:pt idx="2487">
                  <c:v>42.0</c:v>
                </c:pt>
                <c:pt idx="2488">
                  <c:v>42.0</c:v>
                </c:pt>
                <c:pt idx="2489">
                  <c:v>42.0</c:v>
                </c:pt>
                <c:pt idx="2490">
                  <c:v>42.0</c:v>
                </c:pt>
                <c:pt idx="2491">
                  <c:v>42.0</c:v>
                </c:pt>
                <c:pt idx="2492">
                  <c:v>42.0</c:v>
                </c:pt>
                <c:pt idx="2493">
                  <c:v>42.0</c:v>
                </c:pt>
                <c:pt idx="2494">
                  <c:v>42.0</c:v>
                </c:pt>
                <c:pt idx="2495">
                  <c:v>42.0</c:v>
                </c:pt>
                <c:pt idx="2496">
                  <c:v>42.0</c:v>
                </c:pt>
                <c:pt idx="2497">
                  <c:v>42.0</c:v>
                </c:pt>
                <c:pt idx="2498">
                  <c:v>42.0</c:v>
                </c:pt>
                <c:pt idx="2499">
                  <c:v>42.0</c:v>
                </c:pt>
                <c:pt idx="2500">
                  <c:v>42.0</c:v>
                </c:pt>
                <c:pt idx="2501">
                  <c:v>42.0</c:v>
                </c:pt>
                <c:pt idx="2502">
                  <c:v>42.0</c:v>
                </c:pt>
                <c:pt idx="2503">
                  <c:v>42.0</c:v>
                </c:pt>
                <c:pt idx="2504">
                  <c:v>42.0</c:v>
                </c:pt>
                <c:pt idx="2505">
                  <c:v>42.0</c:v>
                </c:pt>
                <c:pt idx="2506">
                  <c:v>42.0</c:v>
                </c:pt>
                <c:pt idx="2507">
                  <c:v>42.0</c:v>
                </c:pt>
                <c:pt idx="2508">
                  <c:v>42.0</c:v>
                </c:pt>
                <c:pt idx="2509">
                  <c:v>42.0</c:v>
                </c:pt>
                <c:pt idx="2510">
                  <c:v>42.0</c:v>
                </c:pt>
                <c:pt idx="2511">
                  <c:v>42.0</c:v>
                </c:pt>
                <c:pt idx="2512">
                  <c:v>42.0</c:v>
                </c:pt>
                <c:pt idx="2513">
                  <c:v>42.0</c:v>
                </c:pt>
                <c:pt idx="2514">
                  <c:v>42.0</c:v>
                </c:pt>
                <c:pt idx="2515">
                  <c:v>42.0</c:v>
                </c:pt>
                <c:pt idx="2516">
                  <c:v>42.0</c:v>
                </c:pt>
                <c:pt idx="2517">
                  <c:v>42.0</c:v>
                </c:pt>
                <c:pt idx="2518">
                  <c:v>42.0</c:v>
                </c:pt>
                <c:pt idx="2519">
                  <c:v>42.0</c:v>
                </c:pt>
                <c:pt idx="2520">
                  <c:v>42.0</c:v>
                </c:pt>
                <c:pt idx="2521">
                  <c:v>42.0</c:v>
                </c:pt>
                <c:pt idx="2522">
                  <c:v>42.0</c:v>
                </c:pt>
                <c:pt idx="2523">
                  <c:v>42.0</c:v>
                </c:pt>
                <c:pt idx="2524">
                  <c:v>42.0</c:v>
                </c:pt>
                <c:pt idx="2525">
                  <c:v>42.0</c:v>
                </c:pt>
                <c:pt idx="2526">
                  <c:v>42.0</c:v>
                </c:pt>
                <c:pt idx="2527">
                  <c:v>42.0</c:v>
                </c:pt>
                <c:pt idx="2528">
                  <c:v>42.0</c:v>
                </c:pt>
                <c:pt idx="2529">
                  <c:v>42.0</c:v>
                </c:pt>
                <c:pt idx="2530">
                  <c:v>42.0</c:v>
                </c:pt>
                <c:pt idx="2531">
                  <c:v>42.0</c:v>
                </c:pt>
                <c:pt idx="2532">
                  <c:v>42.0</c:v>
                </c:pt>
                <c:pt idx="2533">
                  <c:v>42.0</c:v>
                </c:pt>
                <c:pt idx="2534">
                  <c:v>42.0</c:v>
                </c:pt>
                <c:pt idx="2535">
                  <c:v>42.0</c:v>
                </c:pt>
                <c:pt idx="2536">
                  <c:v>42.0</c:v>
                </c:pt>
                <c:pt idx="2537">
                  <c:v>42.0</c:v>
                </c:pt>
                <c:pt idx="2538">
                  <c:v>42.0</c:v>
                </c:pt>
                <c:pt idx="2539">
                  <c:v>42.0</c:v>
                </c:pt>
                <c:pt idx="2540">
                  <c:v>42.0</c:v>
                </c:pt>
                <c:pt idx="2541">
                  <c:v>42.0</c:v>
                </c:pt>
                <c:pt idx="2542">
                  <c:v>42.0</c:v>
                </c:pt>
                <c:pt idx="2543">
                  <c:v>42.0</c:v>
                </c:pt>
                <c:pt idx="2544">
                  <c:v>42.0</c:v>
                </c:pt>
                <c:pt idx="2545">
                  <c:v>42.0</c:v>
                </c:pt>
                <c:pt idx="2546">
                  <c:v>42.0</c:v>
                </c:pt>
                <c:pt idx="2547">
                  <c:v>42.0</c:v>
                </c:pt>
                <c:pt idx="2548">
                  <c:v>42.0</c:v>
                </c:pt>
                <c:pt idx="2549">
                  <c:v>42.0</c:v>
                </c:pt>
                <c:pt idx="2550">
                  <c:v>42.0</c:v>
                </c:pt>
                <c:pt idx="2551">
                  <c:v>42.0</c:v>
                </c:pt>
                <c:pt idx="2552">
                  <c:v>42.0</c:v>
                </c:pt>
                <c:pt idx="2553">
                  <c:v>42.0</c:v>
                </c:pt>
                <c:pt idx="2554">
                  <c:v>42.0</c:v>
                </c:pt>
                <c:pt idx="2555">
                  <c:v>42.0</c:v>
                </c:pt>
                <c:pt idx="2556">
                  <c:v>42.0</c:v>
                </c:pt>
                <c:pt idx="2557">
                  <c:v>38.3</c:v>
                </c:pt>
                <c:pt idx="2558">
                  <c:v>38.3</c:v>
                </c:pt>
                <c:pt idx="2559">
                  <c:v>38.3</c:v>
                </c:pt>
                <c:pt idx="2560">
                  <c:v>38.3</c:v>
                </c:pt>
                <c:pt idx="2561">
                  <c:v>38.3</c:v>
                </c:pt>
                <c:pt idx="2562">
                  <c:v>38.3</c:v>
                </c:pt>
                <c:pt idx="2563">
                  <c:v>38.3</c:v>
                </c:pt>
                <c:pt idx="2564">
                  <c:v>38.3</c:v>
                </c:pt>
                <c:pt idx="2565">
                  <c:v>38.3</c:v>
                </c:pt>
                <c:pt idx="2566">
                  <c:v>38.3</c:v>
                </c:pt>
                <c:pt idx="2567">
                  <c:v>38.3</c:v>
                </c:pt>
                <c:pt idx="2568">
                  <c:v>38.3</c:v>
                </c:pt>
                <c:pt idx="2569">
                  <c:v>38.3</c:v>
                </c:pt>
                <c:pt idx="2570">
                  <c:v>38.3</c:v>
                </c:pt>
                <c:pt idx="2571">
                  <c:v>38.3</c:v>
                </c:pt>
                <c:pt idx="2572">
                  <c:v>38.3</c:v>
                </c:pt>
                <c:pt idx="2573">
                  <c:v>38.3</c:v>
                </c:pt>
                <c:pt idx="2574">
                  <c:v>38.3</c:v>
                </c:pt>
                <c:pt idx="2575">
                  <c:v>38.3</c:v>
                </c:pt>
                <c:pt idx="2576">
                  <c:v>38.3</c:v>
                </c:pt>
                <c:pt idx="2577">
                  <c:v>38.3</c:v>
                </c:pt>
                <c:pt idx="2578">
                  <c:v>38.3</c:v>
                </c:pt>
                <c:pt idx="2579">
                  <c:v>38.3</c:v>
                </c:pt>
                <c:pt idx="2580">
                  <c:v>38.3</c:v>
                </c:pt>
                <c:pt idx="2581">
                  <c:v>38.3</c:v>
                </c:pt>
                <c:pt idx="2582">
                  <c:v>38.3</c:v>
                </c:pt>
                <c:pt idx="2583">
                  <c:v>38.3</c:v>
                </c:pt>
                <c:pt idx="2584">
                  <c:v>38.3</c:v>
                </c:pt>
                <c:pt idx="2585">
                  <c:v>38.3</c:v>
                </c:pt>
                <c:pt idx="2586">
                  <c:v>38.3</c:v>
                </c:pt>
                <c:pt idx="2587">
                  <c:v>38.3</c:v>
                </c:pt>
                <c:pt idx="2588">
                  <c:v>38.3</c:v>
                </c:pt>
                <c:pt idx="2589">
                  <c:v>38.3</c:v>
                </c:pt>
                <c:pt idx="2590">
                  <c:v>38.3</c:v>
                </c:pt>
                <c:pt idx="2591">
                  <c:v>38.3</c:v>
                </c:pt>
                <c:pt idx="2592">
                  <c:v>38.3</c:v>
                </c:pt>
                <c:pt idx="2593">
                  <c:v>38.3</c:v>
                </c:pt>
                <c:pt idx="2594">
                  <c:v>38.3</c:v>
                </c:pt>
                <c:pt idx="2595">
                  <c:v>38.3</c:v>
                </c:pt>
                <c:pt idx="2596">
                  <c:v>38.3</c:v>
                </c:pt>
                <c:pt idx="2597">
                  <c:v>38.3</c:v>
                </c:pt>
                <c:pt idx="2598">
                  <c:v>38.3</c:v>
                </c:pt>
                <c:pt idx="2599">
                  <c:v>38.3</c:v>
                </c:pt>
                <c:pt idx="2600">
                  <c:v>38.3</c:v>
                </c:pt>
                <c:pt idx="2601">
                  <c:v>38.3</c:v>
                </c:pt>
                <c:pt idx="2602">
                  <c:v>38.3</c:v>
                </c:pt>
                <c:pt idx="2603">
                  <c:v>38.3</c:v>
                </c:pt>
                <c:pt idx="2604">
                  <c:v>38.3</c:v>
                </c:pt>
                <c:pt idx="2605">
                  <c:v>38.3</c:v>
                </c:pt>
                <c:pt idx="2606">
                  <c:v>38.3</c:v>
                </c:pt>
                <c:pt idx="2607">
                  <c:v>38.3</c:v>
                </c:pt>
                <c:pt idx="2608">
                  <c:v>38.3</c:v>
                </c:pt>
                <c:pt idx="2609">
                  <c:v>38.3</c:v>
                </c:pt>
                <c:pt idx="2610">
                  <c:v>38.3</c:v>
                </c:pt>
                <c:pt idx="2611">
                  <c:v>38.3</c:v>
                </c:pt>
                <c:pt idx="2612">
                  <c:v>38.3</c:v>
                </c:pt>
                <c:pt idx="2613">
                  <c:v>38.3</c:v>
                </c:pt>
                <c:pt idx="2614">
                  <c:v>38.3</c:v>
                </c:pt>
                <c:pt idx="2615">
                  <c:v>38.3</c:v>
                </c:pt>
                <c:pt idx="2616">
                  <c:v>38.3</c:v>
                </c:pt>
                <c:pt idx="2617">
                  <c:v>38.3</c:v>
                </c:pt>
                <c:pt idx="2618">
                  <c:v>38.3</c:v>
                </c:pt>
                <c:pt idx="2619">
                  <c:v>38.3</c:v>
                </c:pt>
                <c:pt idx="2620">
                  <c:v>38.3</c:v>
                </c:pt>
                <c:pt idx="2621">
                  <c:v>38.3</c:v>
                </c:pt>
                <c:pt idx="2622">
                  <c:v>38.3</c:v>
                </c:pt>
                <c:pt idx="2623">
                  <c:v>38.3</c:v>
                </c:pt>
                <c:pt idx="2624">
                  <c:v>38.3</c:v>
                </c:pt>
                <c:pt idx="2625">
                  <c:v>38.3</c:v>
                </c:pt>
                <c:pt idx="2626">
                  <c:v>38.3</c:v>
                </c:pt>
                <c:pt idx="2627">
                  <c:v>38.3</c:v>
                </c:pt>
                <c:pt idx="2628">
                  <c:v>38.3</c:v>
                </c:pt>
                <c:pt idx="2629">
                  <c:v>38.3</c:v>
                </c:pt>
                <c:pt idx="2630">
                  <c:v>38.3</c:v>
                </c:pt>
                <c:pt idx="2631">
                  <c:v>38.3</c:v>
                </c:pt>
                <c:pt idx="2632">
                  <c:v>38.3</c:v>
                </c:pt>
                <c:pt idx="2633">
                  <c:v>38.3</c:v>
                </c:pt>
                <c:pt idx="2634">
                  <c:v>38.3</c:v>
                </c:pt>
                <c:pt idx="2635">
                  <c:v>38.3</c:v>
                </c:pt>
                <c:pt idx="2636">
                  <c:v>38.3</c:v>
                </c:pt>
                <c:pt idx="2637">
                  <c:v>38.3</c:v>
                </c:pt>
                <c:pt idx="2638">
                  <c:v>38.3</c:v>
                </c:pt>
                <c:pt idx="2639">
                  <c:v>38.3</c:v>
                </c:pt>
                <c:pt idx="2640">
                  <c:v>38.3</c:v>
                </c:pt>
                <c:pt idx="2641">
                  <c:v>38.3</c:v>
                </c:pt>
                <c:pt idx="2642">
                  <c:v>38.3</c:v>
                </c:pt>
                <c:pt idx="2643">
                  <c:v>38.3</c:v>
                </c:pt>
                <c:pt idx="2644">
                  <c:v>38.3</c:v>
                </c:pt>
                <c:pt idx="2645">
                  <c:v>38.3</c:v>
                </c:pt>
                <c:pt idx="2646">
                  <c:v>38.3</c:v>
                </c:pt>
                <c:pt idx="2647">
                  <c:v>58.9</c:v>
                </c:pt>
                <c:pt idx="2648">
                  <c:v>58.9</c:v>
                </c:pt>
                <c:pt idx="2649">
                  <c:v>58.9</c:v>
                </c:pt>
                <c:pt idx="2650">
                  <c:v>58.9</c:v>
                </c:pt>
                <c:pt idx="2651">
                  <c:v>58.9</c:v>
                </c:pt>
                <c:pt idx="2652">
                  <c:v>58.9</c:v>
                </c:pt>
                <c:pt idx="2653">
                  <c:v>58.9</c:v>
                </c:pt>
                <c:pt idx="2654">
                  <c:v>58.9</c:v>
                </c:pt>
                <c:pt idx="2655">
                  <c:v>58.9</c:v>
                </c:pt>
                <c:pt idx="2656">
                  <c:v>58.9</c:v>
                </c:pt>
                <c:pt idx="2657">
                  <c:v>58.9</c:v>
                </c:pt>
                <c:pt idx="2658">
                  <c:v>58.9</c:v>
                </c:pt>
                <c:pt idx="2659">
                  <c:v>58.9</c:v>
                </c:pt>
                <c:pt idx="2660">
                  <c:v>58.9</c:v>
                </c:pt>
                <c:pt idx="2661">
                  <c:v>58.9</c:v>
                </c:pt>
                <c:pt idx="2662">
                  <c:v>58.9</c:v>
                </c:pt>
                <c:pt idx="2663">
                  <c:v>58.9</c:v>
                </c:pt>
                <c:pt idx="2664">
                  <c:v>58.9</c:v>
                </c:pt>
                <c:pt idx="2665">
                  <c:v>58.9</c:v>
                </c:pt>
                <c:pt idx="2666">
                  <c:v>58.9</c:v>
                </c:pt>
                <c:pt idx="2667">
                  <c:v>58.9</c:v>
                </c:pt>
                <c:pt idx="2668">
                  <c:v>58.9</c:v>
                </c:pt>
                <c:pt idx="2669">
                  <c:v>58.9</c:v>
                </c:pt>
                <c:pt idx="2670">
                  <c:v>58.9</c:v>
                </c:pt>
                <c:pt idx="2671">
                  <c:v>58.9</c:v>
                </c:pt>
                <c:pt idx="2672">
                  <c:v>58.9</c:v>
                </c:pt>
                <c:pt idx="2673">
                  <c:v>58.9</c:v>
                </c:pt>
                <c:pt idx="2674">
                  <c:v>58.9</c:v>
                </c:pt>
                <c:pt idx="2675">
                  <c:v>58.9</c:v>
                </c:pt>
                <c:pt idx="2676">
                  <c:v>58.9</c:v>
                </c:pt>
                <c:pt idx="2677">
                  <c:v>58.9</c:v>
                </c:pt>
                <c:pt idx="2678">
                  <c:v>58.9</c:v>
                </c:pt>
                <c:pt idx="2679">
                  <c:v>58.9</c:v>
                </c:pt>
                <c:pt idx="2680">
                  <c:v>58.9</c:v>
                </c:pt>
                <c:pt idx="2681">
                  <c:v>58.9</c:v>
                </c:pt>
                <c:pt idx="2682">
                  <c:v>58.9</c:v>
                </c:pt>
                <c:pt idx="2683">
                  <c:v>58.9</c:v>
                </c:pt>
                <c:pt idx="2684">
                  <c:v>58.9</c:v>
                </c:pt>
                <c:pt idx="2685">
                  <c:v>58.9</c:v>
                </c:pt>
                <c:pt idx="2686">
                  <c:v>58.9</c:v>
                </c:pt>
                <c:pt idx="2687">
                  <c:v>58.9</c:v>
                </c:pt>
                <c:pt idx="2688">
                  <c:v>58.9</c:v>
                </c:pt>
                <c:pt idx="2689">
                  <c:v>58.9</c:v>
                </c:pt>
                <c:pt idx="2690">
                  <c:v>58.9</c:v>
                </c:pt>
                <c:pt idx="2691">
                  <c:v>58.9</c:v>
                </c:pt>
                <c:pt idx="2692">
                  <c:v>58.9</c:v>
                </c:pt>
                <c:pt idx="2693">
                  <c:v>58.9</c:v>
                </c:pt>
                <c:pt idx="2694">
                  <c:v>58.9</c:v>
                </c:pt>
                <c:pt idx="2695">
                  <c:v>58.9</c:v>
                </c:pt>
                <c:pt idx="2696">
                  <c:v>58.9</c:v>
                </c:pt>
                <c:pt idx="2697">
                  <c:v>58.9</c:v>
                </c:pt>
                <c:pt idx="2698">
                  <c:v>58.9</c:v>
                </c:pt>
                <c:pt idx="2699">
                  <c:v>58.9</c:v>
                </c:pt>
                <c:pt idx="2700">
                  <c:v>58.9</c:v>
                </c:pt>
                <c:pt idx="2701">
                  <c:v>58.9</c:v>
                </c:pt>
                <c:pt idx="2702">
                  <c:v>58.9</c:v>
                </c:pt>
                <c:pt idx="2703">
                  <c:v>58.9</c:v>
                </c:pt>
                <c:pt idx="2704">
                  <c:v>58.9</c:v>
                </c:pt>
                <c:pt idx="2705">
                  <c:v>58.9</c:v>
                </c:pt>
                <c:pt idx="2706">
                  <c:v>58.9</c:v>
                </c:pt>
                <c:pt idx="2707">
                  <c:v>58.9</c:v>
                </c:pt>
                <c:pt idx="2708">
                  <c:v>58.9</c:v>
                </c:pt>
                <c:pt idx="2709">
                  <c:v>58.9</c:v>
                </c:pt>
                <c:pt idx="2710">
                  <c:v>58.9</c:v>
                </c:pt>
                <c:pt idx="2711">
                  <c:v>58.9</c:v>
                </c:pt>
                <c:pt idx="2712">
                  <c:v>58.9</c:v>
                </c:pt>
                <c:pt idx="2713">
                  <c:v>58.9</c:v>
                </c:pt>
                <c:pt idx="2714">
                  <c:v>58.9</c:v>
                </c:pt>
                <c:pt idx="2715">
                  <c:v>58.9</c:v>
                </c:pt>
                <c:pt idx="2716">
                  <c:v>58.9</c:v>
                </c:pt>
                <c:pt idx="2717">
                  <c:v>58.9</c:v>
                </c:pt>
                <c:pt idx="2718">
                  <c:v>58.9</c:v>
                </c:pt>
                <c:pt idx="2719">
                  <c:v>58.9</c:v>
                </c:pt>
                <c:pt idx="2720">
                  <c:v>58.9</c:v>
                </c:pt>
                <c:pt idx="2721">
                  <c:v>58.9</c:v>
                </c:pt>
                <c:pt idx="2722">
                  <c:v>58.9</c:v>
                </c:pt>
                <c:pt idx="2723">
                  <c:v>58.9</c:v>
                </c:pt>
                <c:pt idx="2724">
                  <c:v>58.9</c:v>
                </c:pt>
                <c:pt idx="2725">
                  <c:v>58.9</c:v>
                </c:pt>
                <c:pt idx="2726">
                  <c:v>58.9</c:v>
                </c:pt>
                <c:pt idx="2727">
                  <c:v>58.9</c:v>
                </c:pt>
                <c:pt idx="2728">
                  <c:v>58.9</c:v>
                </c:pt>
                <c:pt idx="2729">
                  <c:v>58.9</c:v>
                </c:pt>
                <c:pt idx="2730">
                  <c:v>58.9</c:v>
                </c:pt>
                <c:pt idx="2731">
                  <c:v>58.9</c:v>
                </c:pt>
                <c:pt idx="2732">
                  <c:v>58.9</c:v>
                </c:pt>
                <c:pt idx="2733">
                  <c:v>58.9</c:v>
                </c:pt>
                <c:pt idx="2734">
                  <c:v>58.9</c:v>
                </c:pt>
                <c:pt idx="2735">
                  <c:v>58.9</c:v>
                </c:pt>
                <c:pt idx="2736">
                  <c:v>58.9</c:v>
                </c:pt>
                <c:pt idx="2737">
                  <c:v>58.9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6209"/>
                <c:pt idx="0">
                  <c:v>2019-01-01</c:v>
                </c:pt>
                <c:pt idx="1">
                  <c:v>2019-01-02</c:v>
                </c:pt>
                <c:pt idx="2">
                  <c:v>2019-01-03</c:v>
                </c:pt>
                <c:pt idx="3">
                  <c:v>2019-01-04</c:v>
                </c:pt>
                <c:pt idx="4">
                  <c:v>2019-01-05</c:v>
                </c:pt>
                <c:pt idx="5">
                  <c:v>2019-01-06</c:v>
                </c:pt>
                <c:pt idx="6">
                  <c:v>2019-01-07</c:v>
                </c:pt>
                <c:pt idx="7">
                  <c:v>2019-01-08</c:v>
                </c:pt>
                <c:pt idx="8">
                  <c:v>2019-01-09</c:v>
                </c:pt>
                <c:pt idx="9">
                  <c:v>2019-01-10</c:v>
                </c:pt>
                <c:pt idx="10">
                  <c:v>2019-01-11</c:v>
                </c:pt>
                <c:pt idx="11">
                  <c:v>2019-01-12</c:v>
                </c:pt>
                <c:pt idx="12">
                  <c:v>2019-01-13</c:v>
                </c:pt>
                <c:pt idx="13">
                  <c:v>2019-01-14</c:v>
                </c:pt>
                <c:pt idx="14">
                  <c:v>2019-01-15</c:v>
                </c:pt>
                <c:pt idx="15">
                  <c:v>2019-01-16</c:v>
                </c:pt>
                <c:pt idx="16">
                  <c:v>2019-01-17</c:v>
                </c:pt>
                <c:pt idx="17">
                  <c:v>2019-01-18</c:v>
                </c:pt>
                <c:pt idx="18">
                  <c:v>2019-01-19</c:v>
                </c:pt>
                <c:pt idx="19">
                  <c:v>2019-01-20</c:v>
                </c:pt>
                <c:pt idx="20">
                  <c:v>2019-01-21</c:v>
                </c:pt>
                <c:pt idx="21">
                  <c:v>2019-01-22</c:v>
                </c:pt>
                <c:pt idx="22">
                  <c:v>2019-01-23</c:v>
                </c:pt>
                <c:pt idx="23">
                  <c:v>2019-01-24</c:v>
                </c:pt>
                <c:pt idx="24">
                  <c:v>2019-01-25</c:v>
                </c:pt>
                <c:pt idx="25">
                  <c:v>2019-01-26</c:v>
                </c:pt>
                <c:pt idx="26">
                  <c:v>2019-01-27</c:v>
                </c:pt>
                <c:pt idx="27">
                  <c:v>2019-01-28</c:v>
                </c:pt>
                <c:pt idx="28">
                  <c:v>2019-01-29</c:v>
                </c:pt>
                <c:pt idx="29">
                  <c:v>2019-01-30</c:v>
                </c:pt>
                <c:pt idx="30">
                  <c:v>2019-01-31</c:v>
                </c:pt>
                <c:pt idx="31">
                  <c:v>2019-02-01</c:v>
                </c:pt>
                <c:pt idx="32">
                  <c:v>2019-02-02</c:v>
                </c:pt>
                <c:pt idx="33">
                  <c:v>2019-02-03</c:v>
                </c:pt>
                <c:pt idx="34">
                  <c:v>2019-02-04</c:v>
                </c:pt>
                <c:pt idx="35">
                  <c:v>2019-02-05</c:v>
                </c:pt>
                <c:pt idx="36">
                  <c:v>2019-02-06</c:v>
                </c:pt>
                <c:pt idx="37">
                  <c:v>2019-02-07</c:v>
                </c:pt>
                <c:pt idx="38">
                  <c:v>2019-02-08</c:v>
                </c:pt>
                <c:pt idx="39">
                  <c:v>2019-02-09</c:v>
                </c:pt>
                <c:pt idx="40">
                  <c:v>2019-02-10</c:v>
                </c:pt>
                <c:pt idx="41">
                  <c:v>2019-02-11</c:v>
                </c:pt>
                <c:pt idx="42">
                  <c:v>2019-02-12</c:v>
                </c:pt>
                <c:pt idx="43">
                  <c:v>2019-02-13</c:v>
                </c:pt>
                <c:pt idx="44">
                  <c:v>2019-02-14</c:v>
                </c:pt>
                <c:pt idx="45">
                  <c:v>2019-02-15</c:v>
                </c:pt>
                <c:pt idx="46">
                  <c:v>2019-02-16</c:v>
                </c:pt>
                <c:pt idx="47">
                  <c:v>2019-02-17</c:v>
                </c:pt>
                <c:pt idx="48">
                  <c:v>2019-02-18</c:v>
                </c:pt>
                <c:pt idx="49">
                  <c:v>2019-02-19</c:v>
                </c:pt>
                <c:pt idx="50">
                  <c:v>2019-02-20</c:v>
                </c:pt>
                <c:pt idx="51">
                  <c:v>2019-02-21</c:v>
                </c:pt>
                <c:pt idx="52">
                  <c:v>2019-02-22</c:v>
                </c:pt>
                <c:pt idx="53">
                  <c:v>2019-02-23</c:v>
                </c:pt>
                <c:pt idx="54">
                  <c:v>2019-02-24</c:v>
                </c:pt>
                <c:pt idx="55">
                  <c:v>2019-02-25</c:v>
                </c:pt>
                <c:pt idx="56">
                  <c:v>2019-02-26</c:v>
                </c:pt>
                <c:pt idx="57">
                  <c:v>2019-02-27</c:v>
                </c:pt>
                <c:pt idx="58">
                  <c:v>2019-02-28</c:v>
                </c:pt>
                <c:pt idx="59">
                  <c:v>2019-03-01</c:v>
                </c:pt>
                <c:pt idx="60">
                  <c:v>2019-03-02</c:v>
                </c:pt>
                <c:pt idx="61">
                  <c:v>2019-03-03</c:v>
                </c:pt>
                <c:pt idx="62">
                  <c:v>2019-03-04</c:v>
                </c:pt>
                <c:pt idx="63">
                  <c:v>2019-03-05</c:v>
                </c:pt>
                <c:pt idx="64">
                  <c:v>2019-03-06</c:v>
                </c:pt>
                <c:pt idx="65">
                  <c:v>2019-03-07</c:v>
                </c:pt>
                <c:pt idx="66">
                  <c:v>2019-03-08</c:v>
                </c:pt>
                <c:pt idx="67">
                  <c:v>2019-03-09</c:v>
                </c:pt>
                <c:pt idx="68">
                  <c:v>2019-03-10</c:v>
                </c:pt>
                <c:pt idx="69">
                  <c:v>2019-03-11</c:v>
                </c:pt>
                <c:pt idx="70">
                  <c:v>2019-03-12</c:v>
                </c:pt>
                <c:pt idx="71">
                  <c:v>2019-03-13</c:v>
                </c:pt>
                <c:pt idx="72">
                  <c:v>2019-03-14</c:v>
                </c:pt>
                <c:pt idx="73">
                  <c:v>2019-03-15</c:v>
                </c:pt>
                <c:pt idx="74">
                  <c:v>2019-03-16</c:v>
                </c:pt>
                <c:pt idx="75">
                  <c:v>2019-03-17</c:v>
                </c:pt>
                <c:pt idx="76">
                  <c:v>2019-03-18</c:v>
                </c:pt>
                <c:pt idx="77">
                  <c:v>2019-03-19</c:v>
                </c:pt>
                <c:pt idx="78">
                  <c:v>2019-03-20</c:v>
                </c:pt>
                <c:pt idx="79">
                  <c:v>2019-03-21</c:v>
                </c:pt>
                <c:pt idx="80">
                  <c:v>2019-03-22</c:v>
                </c:pt>
                <c:pt idx="81">
                  <c:v>2019-03-23</c:v>
                </c:pt>
                <c:pt idx="82">
                  <c:v>2019-03-24</c:v>
                </c:pt>
                <c:pt idx="83">
                  <c:v>2019-03-25</c:v>
                </c:pt>
                <c:pt idx="84">
                  <c:v>2019-03-26</c:v>
                </c:pt>
                <c:pt idx="85">
                  <c:v>2019-03-27</c:v>
                </c:pt>
                <c:pt idx="86">
                  <c:v>2019-03-28</c:v>
                </c:pt>
                <c:pt idx="87">
                  <c:v>2019-03-29</c:v>
                </c:pt>
                <c:pt idx="88">
                  <c:v>2019-03-30</c:v>
                </c:pt>
                <c:pt idx="89">
                  <c:v>2019-03-31</c:v>
                </c:pt>
                <c:pt idx="90">
                  <c:v>2019-04-01</c:v>
                </c:pt>
                <c:pt idx="91">
                  <c:v>2019-04-02</c:v>
                </c:pt>
                <c:pt idx="92">
                  <c:v>2019-04-03</c:v>
                </c:pt>
                <c:pt idx="93">
                  <c:v>2019-04-04</c:v>
                </c:pt>
                <c:pt idx="94">
                  <c:v>2019-04-05</c:v>
                </c:pt>
                <c:pt idx="95">
                  <c:v>2019-04-06</c:v>
                </c:pt>
                <c:pt idx="96">
                  <c:v>2019-04-07</c:v>
                </c:pt>
                <c:pt idx="97">
                  <c:v>2019-04-08</c:v>
                </c:pt>
                <c:pt idx="98">
                  <c:v>2019-04-09</c:v>
                </c:pt>
                <c:pt idx="99">
                  <c:v>2019-04-10</c:v>
                </c:pt>
                <c:pt idx="100">
                  <c:v>2019-04-11</c:v>
                </c:pt>
                <c:pt idx="101">
                  <c:v>2019-04-12</c:v>
                </c:pt>
                <c:pt idx="102">
                  <c:v>2019-04-13</c:v>
                </c:pt>
                <c:pt idx="103">
                  <c:v>2019-04-14</c:v>
                </c:pt>
                <c:pt idx="104">
                  <c:v>2019-04-15</c:v>
                </c:pt>
                <c:pt idx="105">
                  <c:v>2019-04-16</c:v>
                </c:pt>
                <c:pt idx="106">
                  <c:v>2019-04-17</c:v>
                </c:pt>
                <c:pt idx="107">
                  <c:v>2019-04-18</c:v>
                </c:pt>
                <c:pt idx="108">
                  <c:v>2019-04-19</c:v>
                </c:pt>
                <c:pt idx="109">
                  <c:v>2019-04-20</c:v>
                </c:pt>
                <c:pt idx="110">
                  <c:v>2019-04-21</c:v>
                </c:pt>
                <c:pt idx="111">
                  <c:v>2019-04-22</c:v>
                </c:pt>
                <c:pt idx="112">
                  <c:v>2019-04-23</c:v>
                </c:pt>
                <c:pt idx="113">
                  <c:v>2019-04-24</c:v>
                </c:pt>
                <c:pt idx="114">
                  <c:v>2019-04-25</c:v>
                </c:pt>
                <c:pt idx="115">
                  <c:v>2019-04-26</c:v>
                </c:pt>
                <c:pt idx="116">
                  <c:v>2019-04-27</c:v>
                </c:pt>
                <c:pt idx="117">
                  <c:v>2019-04-28</c:v>
                </c:pt>
                <c:pt idx="118">
                  <c:v>2019-04-29</c:v>
                </c:pt>
                <c:pt idx="119">
                  <c:v>2019-04-30</c:v>
                </c:pt>
                <c:pt idx="120">
                  <c:v>2019-05-01</c:v>
                </c:pt>
                <c:pt idx="121">
                  <c:v>2019-05-02</c:v>
                </c:pt>
                <c:pt idx="122">
                  <c:v>2019-05-03</c:v>
                </c:pt>
                <c:pt idx="123">
                  <c:v>2019-05-04</c:v>
                </c:pt>
                <c:pt idx="124">
                  <c:v>2019-05-05</c:v>
                </c:pt>
                <c:pt idx="125">
                  <c:v>2019-05-06</c:v>
                </c:pt>
                <c:pt idx="126">
                  <c:v>2019-05-07</c:v>
                </c:pt>
                <c:pt idx="127">
                  <c:v>2019-05-08</c:v>
                </c:pt>
                <c:pt idx="128">
                  <c:v>2019-05-09</c:v>
                </c:pt>
                <c:pt idx="129">
                  <c:v>2019-05-10</c:v>
                </c:pt>
                <c:pt idx="130">
                  <c:v>2019-05-11</c:v>
                </c:pt>
                <c:pt idx="131">
                  <c:v>2019-05-12</c:v>
                </c:pt>
                <c:pt idx="132">
                  <c:v>2019-05-13</c:v>
                </c:pt>
                <c:pt idx="133">
                  <c:v>2019-05-14</c:v>
                </c:pt>
                <c:pt idx="134">
                  <c:v>2019-05-15</c:v>
                </c:pt>
                <c:pt idx="135">
                  <c:v>2019-05-16</c:v>
                </c:pt>
                <c:pt idx="136">
                  <c:v>2019-05-17</c:v>
                </c:pt>
                <c:pt idx="137">
                  <c:v>2019-05-18</c:v>
                </c:pt>
                <c:pt idx="138">
                  <c:v>2019-05-19</c:v>
                </c:pt>
                <c:pt idx="139">
                  <c:v>2019-05-20</c:v>
                </c:pt>
                <c:pt idx="140">
                  <c:v>2019-05-21</c:v>
                </c:pt>
                <c:pt idx="141">
                  <c:v>2019-05-22</c:v>
                </c:pt>
                <c:pt idx="142">
                  <c:v>2019-05-23</c:v>
                </c:pt>
                <c:pt idx="143">
                  <c:v>2019-05-24</c:v>
                </c:pt>
                <c:pt idx="144">
                  <c:v>2019-05-25</c:v>
                </c:pt>
                <c:pt idx="145">
                  <c:v>2019-05-26</c:v>
                </c:pt>
                <c:pt idx="146">
                  <c:v>2019-05-27</c:v>
                </c:pt>
                <c:pt idx="147">
                  <c:v>2019-05-28</c:v>
                </c:pt>
                <c:pt idx="148">
                  <c:v>2019-05-29</c:v>
                </c:pt>
                <c:pt idx="149">
                  <c:v>2019-05-30</c:v>
                </c:pt>
                <c:pt idx="150">
                  <c:v>2019-05-31</c:v>
                </c:pt>
                <c:pt idx="151">
                  <c:v>2019-06-01</c:v>
                </c:pt>
                <c:pt idx="152">
                  <c:v>2019-06-02</c:v>
                </c:pt>
                <c:pt idx="153">
                  <c:v>2019-06-03</c:v>
                </c:pt>
                <c:pt idx="154">
                  <c:v>2019-06-04</c:v>
                </c:pt>
                <c:pt idx="155">
                  <c:v>2019-06-05</c:v>
                </c:pt>
                <c:pt idx="156">
                  <c:v>2019-06-06</c:v>
                </c:pt>
                <c:pt idx="157">
                  <c:v>2019-06-07</c:v>
                </c:pt>
                <c:pt idx="158">
                  <c:v>2019-06-08</c:v>
                </c:pt>
                <c:pt idx="159">
                  <c:v>2019-06-09</c:v>
                </c:pt>
                <c:pt idx="160">
                  <c:v>2019-06-10</c:v>
                </c:pt>
                <c:pt idx="161">
                  <c:v>2019-06-11</c:v>
                </c:pt>
                <c:pt idx="162">
                  <c:v>2019-06-12</c:v>
                </c:pt>
                <c:pt idx="163">
                  <c:v>2019-06-13</c:v>
                </c:pt>
                <c:pt idx="164">
                  <c:v>2019-06-14</c:v>
                </c:pt>
                <c:pt idx="165">
                  <c:v>2019-06-15</c:v>
                </c:pt>
                <c:pt idx="166">
                  <c:v>2019-06-16</c:v>
                </c:pt>
                <c:pt idx="167">
                  <c:v>2019-06-17</c:v>
                </c:pt>
                <c:pt idx="168">
                  <c:v>2019-06-18</c:v>
                </c:pt>
                <c:pt idx="169">
                  <c:v>2019-06-19</c:v>
                </c:pt>
                <c:pt idx="170">
                  <c:v>2019-06-20</c:v>
                </c:pt>
                <c:pt idx="171">
                  <c:v>2019-06-21</c:v>
                </c:pt>
                <c:pt idx="172">
                  <c:v>2019-06-22</c:v>
                </c:pt>
                <c:pt idx="173">
                  <c:v>2019-06-23</c:v>
                </c:pt>
                <c:pt idx="174">
                  <c:v>2019-06-24</c:v>
                </c:pt>
                <c:pt idx="175">
                  <c:v>2019-06-25</c:v>
                </c:pt>
                <c:pt idx="176">
                  <c:v>2019-06-26</c:v>
                </c:pt>
                <c:pt idx="177">
                  <c:v>2019-06-27</c:v>
                </c:pt>
                <c:pt idx="178">
                  <c:v>2019-06-28</c:v>
                </c:pt>
                <c:pt idx="179">
                  <c:v>2019-06-29</c:v>
                </c:pt>
                <c:pt idx="180">
                  <c:v>2019-06-30</c:v>
                </c:pt>
                <c:pt idx="181">
                  <c:v>2019-07-01</c:v>
                </c:pt>
                <c:pt idx="182">
                  <c:v>2019-07-02</c:v>
                </c:pt>
                <c:pt idx="183">
                  <c:v>2019-07-03</c:v>
                </c:pt>
                <c:pt idx="184">
                  <c:v>2019-07-04</c:v>
                </c:pt>
                <c:pt idx="185">
                  <c:v>2019-07-05</c:v>
                </c:pt>
                <c:pt idx="186">
                  <c:v>2019-07-06</c:v>
                </c:pt>
                <c:pt idx="187">
                  <c:v>2019-07-07</c:v>
                </c:pt>
                <c:pt idx="188">
                  <c:v>2019-07-08</c:v>
                </c:pt>
                <c:pt idx="189">
                  <c:v>2019-07-09</c:v>
                </c:pt>
                <c:pt idx="190">
                  <c:v>2019-07-10</c:v>
                </c:pt>
                <c:pt idx="191">
                  <c:v>2019-07-11</c:v>
                </c:pt>
                <c:pt idx="192">
                  <c:v>2019-07-12</c:v>
                </c:pt>
                <c:pt idx="193">
                  <c:v>2019-07-13</c:v>
                </c:pt>
                <c:pt idx="194">
                  <c:v>2019-07-14</c:v>
                </c:pt>
                <c:pt idx="195">
                  <c:v>2019-07-15</c:v>
                </c:pt>
                <c:pt idx="196">
                  <c:v>2019-07-16</c:v>
                </c:pt>
                <c:pt idx="197">
                  <c:v>2019-07-17</c:v>
                </c:pt>
                <c:pt idx="198">
                  <c:v>2019-07-18</c:v>
                </c:pt>
                <c:pt idx="199">
                  <c:v>2019-07-19</c:v>
                </c:pt>
                <c:pt idx="200">
                  <c:v>2019-07-20</c:v>
                </c:pt>
                <c:pt idx="201">
                  <c:v>2019-07-21</c:v>
                </c:pt>
                <c:pt idx="202">
                  <c:v>2019-07-22</c:v>
                </c:pt>
                <c:pt idx="203">
                  <c:v>2019-07-23</c:v>
                </c:pt>
                <c:pt idx="204">
                  <c:v>2019-07-24</c:v>
                </c:pt>
                <c:pt idx="205">
                  <c:v>2019-07-25</c:v>
                </c:pt>
                <c:pt idx="206">
                  <c:v>2019-07-26</c:v>
                </c:pt>
                <c:pt idx="207">
                  <c:v>2019-07-27</c:v>
                </c:pt>
                <c:pt idx="208">
                  <c:v>2019-07-28</c:v>
                </c:pt>
                <c:pt idx="209">
                  <c:v>2019-07-29</c:v>
                </c:pt>
                <c:pt idx="210">
                  <c:v>2019-07-30</c:v>
                </c:pt>
                <c:pt idx="211">
                  <c:v>2019-07-31</c:v>
                </c:pt>
                <c:pt idx="212">
                  <c:v>2019-08-01</c:v>
                </c:pt>
                <c:pt idx="213">
                  <c:v>2019-08-02</c:v>
                </c:pt>
                <c:pt idx="214">
                  <c:v>2019-08-03</c:v>
                </c:pt>
                <c:pt idx="215">
                  <c:v>2019-08-04</c:v>
                </c:pt>
                <c:pt idx="216">
                  <c:v>2019-08-05</c:v>
                </c:pt>
                <c:pt idx="217">
                  <c:v>2019-08-06</c:v>
                </c:pt>
                <c:pt idx="218">
                  <c:v>2019-08-07</c:v>
                </c:pt>
                <c:pt idx="219">
                  <c:v>2019-08-08</c:v>
                </c:pt>
                <c:pt idx="220">
                  <c:v>2019-08-09</c:v>
                </c:pt>
                <c:pt idx="221">
                  <c:v>2019-08-10</c:v>
                </c:pt>
                <c:pt idx="222">
                  <c:v>2019-08-11</c:v>
                </c:pt>
                <c:pt idx="223">
                  <c:v>2019-08-12</c:v>
                </c:pt>
                <c:pt idx="224">
                  <c:v>2019-08-13</c:v>
                </c:pt>
                <c:pt idx="225">
                  <c:v>2019-08-14</c:v>
                </c:pt>
                <c:pt idx="226">
                  <c:v>2019-08-15</c:v>
                </c:pt>
                <c:pt idx="227">
                  <c:v>2019-08-16</c:v>
                </c:pt>
                <c:pt idx="228">
                  <c:v>2019-08-17</c:v>
                </c:pt>
                <c:pt idx="229">
                  <c:v>2019-08-18</c:v>
                </c:pt>
                <c:pt idx="230">
                  <c:v>2019-08-19</c:v>
                </c:pt>
                <c:pt idx="231">
                  <c:v>2019-08-20</c:v>
                </c:pt>
                <c:pt idx="232">
                  <c:v>2019-08-21</c:v>
                </c:pt>
                <c:pt idx="233">
                  <c:v>2019-08-22</c:v>
                </c:pt>
                <c:pt idx="234">
                  <c:v>2019-08-23</c:v>
                </c:pt>
                <c:pt idx="235">
                  <c:v>2019-08-24</c:v>
                </c:pt>
                <c:pt idx="236">
                  <c:v>2019-08-25</c:v>
                </c:pt>
                <c:pt idx="237">
                  <c:v>2019-08-26</c:v>
                </c:pt>
                <c:pt idx="238">
                  <c:v>2019-08-27</c:v>
                </c:pt>
                <c:pt idx="239">
                  <c:v>2019-08-28</c:v>
                </c:pt>
                <c:pt idx="240">
                  <c:v>2019-08-29</c:v>
                </c:pt>
                <c:pt idx="241">
                  <c:v>2019-08-30</c:v>
                </c:pt>
                <c:pt idx="242">
                  <c:v>2019-08-31</c:v>
                </c:pt>
                <c:pt idx="243">
                  <c:v>2019-09-01</c:v>
                </c:pt>
                <c:pt idx="244">
                  <c:v>2019-09-02</c:v>
                </c:pt>
                <c:pt idx="245">
                  <c:v>2019-09-03</c:v>
                </c:pt>
                <c:pt idx="246">
                  <c:v>2019-09-04</c:v>
                </c:pt>
                <c:pt idx="247">
                  <c:v>2019-09-05</c:v>
                </c:pt>
                <c:pt idx="248">
                  <c:v>2019-09-06</c:v>
                </c:pt>
                <c:pt idx="249">
                  <c:v>2019-09-07</c:v>
                </c:pt>
                <c:pt idx="250">
                  <c:v>2019-09-08</c:v>
                </c:pt>
                <c:pt idx="251">
                  <c:v>2019-09-09</c:v>
                </c:pt>
                <c:pt idx="252">
                  <c:v>2019-09-10</c:v>
                </c:pt>
                <c:pt idx="253">
                  <c:v>2019-09-11</c:v>
                </c:pt>
                <c:pt idx="254">
                  <c:v>2019-09-12</c:v>
                </c:pt>
                <c:pt idx="255">
                  <c:v>2019-09-13</c:v>
                </c:pt>
                <c:pt idx="256">
                  <c:v>2019-09-14</c:v>
                </c:pt>
                <c:pt idx="257">
                  <c:v>2019-09-15</c:v>
                </c:pt>
                <c:pt idx="258">
                  <c:v>2019-09-16</c:v>
                </c:pt>
                <c:pt idx="259">
                  <c:v>2019-09-17</c:v>
                </c:pt>
                <c:pt idx="260">
                  <c:v>2019-09-18</c:v>
                </c:pt>
                <c:pt idx="261">
                  <c:v>2019-09-19</c:v>
                </c:pt>
                <c:pt idx="262">
                  <c:v>2019-09-20</c:v>
                </c:pt>
                <c:pt idx="263">
                  <c:v>2019-09-21</c:v>
                </c:pt>
                <c:pt idx="264">
                  <c:v>2019-09-22</c:v>
                </c:pt>
                <c:pt idx="265">
                  <c:v>2019-09-23</c:v>
                </c:pt>
                <c:pt idx="266">
                  <c:v>2019-09-24</c:v>
                </c:pt>
                <c:pt idx="267">
                  <c:v>2019-09-25</c:v>
                </c:pt>
                <c:pt idx="268">
                  <c:v>2019-09-26</c:v>
                </c:pt>
                <c:pt idx="269">
                  <c:v>2019-09-27</c:v>
                </c:pt>
                <c:pt idx="270">
                  <c:v>2019-09-28</c:v>
                </c:pt>
                <c:pt idx="271">
                  <c:v>2019-09-29</c:v>
                </c:pt>
                <c:pt idx="272">
                  <c:v>2019-09-30</c:v>
                </c:pt>
                <c:pt idx="273">
                  <c:v>2019-10-01</c:v>
                </c:pt>
                <c:pt idx="274">
                  <c:v>2019-10-02</c:v>
                </c:pt>
                <c:pt idx="275">
                  <c:v>2019-10-03</c:v>
                </c:pt>
                <c:pt idx="276">
                  <c:v>2019-10-04</c:v>
                </c:pt>
                <c:pt idx="277">
                  <c:v>2019-10-05</c:v>
                </c:pt>
                <c:pt idx="278">
                  <c:v>2019-10-06</c:v>
                </c:pt>
                <c:pt idx="279">
                  <c:v>2019-10-07</c:v>
                </c:pt>
                <c:pt idx="280">
                  <c:v>2019-10-08</c:v>
                </c:pt>
                <c:pt idx="281">
                  <c:v>2019-10-09</c:v>
                </c:pt>
                <c:pt idx="282">
                  <c:v>2019-10-10</c:v>
                </c:pt>
                <c:pt idx="283">
                  <c:v>2019-10-11</c:v>
                </c:pt>
                <c:pt idx="284">
                  <c:v>2019-10-12</c:v>
                </c:pt>
                <c:pt idx="285">
                  <c:v>2019-10-13</c:v>
                </c:pt>
                <c:pt idx="286">
                  <c:v>2019-10-14</c:v>
                </c:pt>
                <c:pt idx="287">
                  <c:v>2019-10-15</c:v>
                </c:pt>
                <c:pt idx="288">
                  <c:v>2019-10-16</c:v>
                </c:pt>
                <c:pt idx="289">
                  <c:v>2019-10-17</c:v>
                </c:pt>
                <c:pt idx="290">
                  <c:v>2019-10-18</c:v>
                </c:pt>
                <c:pt idx="291">
                  <c:v>2019-10-19</c:v>
                </c:pt>
                <c:pt idx="292">
                  <c:v>2019-10-20</c:v>
                </c:pt>
                <c:pt idx="293">
                  <c:v>2019-10-21</c:v>
                </c:pt>
                <c:pt idx="294">
                  <c:v>2019-10-22</c:v>
                </c:pt>
                <c:pt idx="295">
                  <c:v>2019-10-23</c:v>
                </c:pt>
                <c:pt idx="296">
                  <c:v>2019-10-24</c:v>
                </c:pt>
                <c:pt idx="297">
                  <c:v>2019-10-25</c:v>
                </c:pt>
                <c:pt idx="298">
                  <c:v>2019-10-26</c:v>
                </c:pt>
                <c:pt idx="299">
                  <c:v>2019-10-27</c:v>
                </c:pt>
                <c:pt idx="300">
                  <c:v>2019-10-28</c:v>
                </c:pt>
                <c:pt idx="301">
                  <c:v>2019-10-29</c:v>
                </c:pt>
                <c:pt idx="302">
                  <c:v>2019-10-30</c:v>
                </c:pt>
                <c:pt idx="303">
                  <c:v>2019-10-31</c:v>
                </c:pt>
                <c:pt idx="304">
                  <c:v>2019-11-01</c:v>
                </c:pt>
                <c:pt idx="305">
                  <c:v>2019-11-02</c:v>
                </c:pt>
                <c:pt idx="306">
                  <c:v>2019-11-03</c:v>
                </c:pt>
                <c:pt idx="307">
                  <c:v>2019-11-04</c:v>
                </c:pt>
                <c:pt idx="308">
                  <c:v>2019-11-05</c:v>
                </c:pt>
                <c:pt idx="309">
                  <c:v>2019-11-06</c:v>
                </c:pt>
                <c:pt idx="310">
                  <c:v>2019-11-07</c:v>
                </c:pt>
                <c:pt idx="311">
                  <c:v>2019-11-08</c:v>
                </c:pt>
                <c:pt idx="312">
                  <c:v>2019-11-09</c:v>
                </c:pt>
                <c:pt idx="313">
                  <c:v>2019-11-10</c:v>
                </c:pt>
                <c:pt idx="314">
                  <c:v>2019-11-11</c:v>
                </c:pt>
                <c:pt idx="315">
                  <c:v>2019-11-12</c:v>
                </c:pt>
                <c:pt idx="316">
                  <c:v>2019-11-13</c:v>
                </c:pt>
                <c:pt idx="317">
                  <c:v>2019-11-14</c:v>
                </c:pt>
                <c:pt idx="318">
                  <c:v>2019-11-15</c:v>
                </c:pt>
                <c:pt idx="319">
                  <c:v>2019-11-16</c:v>
                </c:pt>
                <c:pt idx="320">
                  <c:v>2019-11-17</c:v>
                </c:pt>
                <c:pt idx="321">
                  <c:v>2019-11-18</c:v>
                </c:pt>
                <c:pt idx="322">
                  <c:v>2019-11-19</c:v>
                </c:pt>
                <c:pt idx="323">
                  <c:v>2019-11-20</c:v>
                </c:pt>
                <c:pt idx="324">
                  <c:v>2019-11-21</c:v>
                </c:pt>
                <c:pt idx="325">
                  <c:v>2019-11-22</c:v>
                </c:pt>
                <c:pt idx="326">
                  <c:v>2019-11-23</c:v>
                </c:pt>
                <c:pt idx="327">
                  <c:v>2019-11-24</c:v>
                </c:pt>
                <c:pt idx="328">
                  <c:v>2019-11-25</c:v>
                </c:pt>
                <c:pt idx="329">
                  <c:v>2019-11-26</c:v>
                </c:pt>
                <c:pt idx="330">
                  <c:v>2019-11-27</c:v>
                </c:pt>
                <c:pt idx="331">
                  <c:v>2019-11-28</c:v>
                </c:pt>
                <c:pt idx="332">
                  <c:v>2019-11-29</c:v>
                </c:pt>
                <c:pt idx="333">
                  <c:v>2019-11-30</c:v>
                </c:pt>
                <c:pt idx="334">
                  <c:v>2019-12-01</c:v>
                </c:pt>
                <c:pt idx="335">
                  <c:v>2019-12-02</c:v>
                </c:pt>
                <c:pt idx="336">
                  <c:v>2019-12-03</c:v>
                </c:pt>
                <c:pt idx="337">
                  <c:v>2019-12-04</c:v>
                </c:pt>
                <c:pt idx="338">
                  <c:v>2019-12-05</c:v>
                </c:pt>
                <c:pt idx="339">
                  <c:v>2019-12-06</c:v>
                </c:pt>
                <c:pt idx="340">
                  <c:v>2019-12-07</c:v>
                </c:pt>
                <c:pt idx="341">
                  <c:v>2019-12-08</c:v>
                </c:pt>
                <c:pt idx="342">
                  <c:v>2019-12-09</c:v>
                </c:pt>
                <c:pt idx="343">
                  <c:v>2019-12-10</c:v>
                </c:pt>
                <c:pt idx="344">
                  <c:v>2019-12-11</c:v>
                </c:pt>
                <c:pt idx="345">
                  <c:v>2019-12-12</c:v>
                </c:pt>
                <c:pt idx="346">
                  <c:v>2019-12-13</c:v>
                </c:pt>
                <c:pt idx="347">
                  <c:v>2019-12-14</c:v>
                </c:pt>
                <c:pt idx="348">
                  <c:v>2019-12-15</c:v>
                </c:pt>
                <c:pt idx="349">
                  <c:v>2019-12-16</c:v>
                </c:pt>
                <c:pt idx="350">
                  <c:v>2019-12-17</c:v>
                </c:pt>
                <c:pt idx="351">
                  <c:v>2019-12-18</c:v>
                </c:pt>
                <c:pt idx="352">
                  <c:v>2019-12-19</c:v>
                </c:pt>
                <c:pt idx="353">
                  <c:v>2019-12-20</c:v>
                </c:pt>
                <c:pt idx="354">
                  <c:v>2019-12-21</c:v>
                </c:pt>
                <c:pt idx="355">
                  <c:v>2019-12-22</c:v>
                </c:pt>
                <c:pt idx="356">
                  <c:v>2019-12-23</c:v>
                </c:pt>
                <c:pt idx="357">
                  <c:v>2019-12-24</c:v>
                </c:pt>
                <c:pt idx="358">
                  <c:v>2019-12-25</c:v>
                </c:pt>
                <c:pt idx="359">
                  <c:v>2019-12-26</c:v>
                </c:pt>
                <c:pt idx="360">
                  <c:v>2019-12-27</c:v>
                </c:pt>
                <c:pt idx="361">
                  <c:v>2019-12-28</c:v>
                </c:pt>
                <c:pt idx="362">
                  <c:v>2019-12-29</c:v>
                </c:pt>
                <c:pt idx="363">
                  <c:v>2019-12-30</c:v>
                </c:pt>
                <c:pt idx="364">
                  <c:v>2019-12-31</c:v>
                </c:pt>
                <c:pt idx="365">
                  <c:v>2020-01-01</c:v>
                </c:pt>
                <c:pt idx="366">
                  <c:v>2020-01-02</c:v>
                </c:pt>
                <c:pt idx="367">
                  <c:v>2020-01-03</c:v>
                </c:pt>
                <c:pt idx="368">
                  <c:v>2020-01-04</c:v>
                </c:pt>
                <c:pt idx="369">
                  <c:v>2020-01-05</c:v>
                </c:pt>
                <c:pt idx="370">
                  <c:v>2020-01-06</c:v>
                </c:pt>
                <c:pt idx="371">
                  <c:v>2020-01-07</c:v>
                </c:pt>
                <c:pt idx="372">
                  <c:v>2020-01-08</c:v>
                </c:pt>
                <c:pt idx="373">
                  <c:v>2020-01-09</c:v>
                </c:pt>
                <c:pt idx="374">
                  <c:v>2020-01-10</c:v>
                </c:pt>
                <c:pt idx="375">
                  <c:v>2020-01-11</c:v>
                </c:pt>
                <c:pt idx="376">
                  <c:v>2020-01-12</c:v>
                </c:pt>
                <c:pt idx="377">
                  <c:v>2020-01-13</c:v>
                </c:pt>
                <c:pt idx="378">
                  <c:v>2020-01-14</c:v>
                </c:pt>
                <c:pt idx="379">
                  <c:v>2020-01-15</c:v>
                </c:pt>
                <c:pt idx="380">
                  <c:v>2020-01-16</c:v>
                </c:pt>
                <c:pt idx="381">
                  <c:v>2020-01-17</c:v>
                </c:pt>
                <c:pt idx="382">
                  <c:v>2020-01-18</c:v>
                </c:pt>
                <c:pt idx="383">
                  <c:v>2020-01-19</c:v>
                </c:pt>
                <c:pt idx="384">
                  <c:v>2020-01-20</c:v>
                </c:pt>
                <c:pt idx="385">
                  <c:v>2020-01-21</c:v>
                </c:pt>
                <c:pt idx="386">
                  <c:v>2020-01-22</c:v>
                </c:pt>
                <c:pt idx="387">
                  <c:v>2020-01-23</c:v>
                </c:pt>
                <c:pt idx="388">
                  <c:v>2020-01-24</c:v>
                </c:pt>
                <c:pt idx="389">
                  <c:v>2020-01-25</c:v>
                </c:pt>
                <c:pt idx="390">
                  <c:v>2020-01-26</c:v>
                </c:pt>
                <c:pt idx="391">
                  <c:v>2020-01-27</c:v>
                </c:pt>
                <c:pt idx="392">
                  <c:v>2020-01-28</c:v>
                </c:pt>
                <c:pt idx="393">
                  <c:v>2020-01-29</c:v>
                </c:pt>
                <c:pt idx="394">
                  <c:v>2020-01-30</c:v>
                </c:pt>
                <c:pt idx="395">
                  <c:v>2020-01-31</c:v>
                </c:pt>
                <c:pt idx="396">
                  <c:v>2020-02-01</c:v>
                </c:pt>
                <c:pt idx="397">
                  <c:v>2020-02-02</c:v>
                </c:pt>
                <c:pt idx="398">
                  <c:v>2020-02-03</c:v>
                </c:pt>
                <c:pt idx="399">
                  <c:v>2020-02-04</c:v>
                </c:pt>
                <c:pt idx="400">
                  <c:v>2020-02-05</c:v>
                </c:pt>
                <c:pt idx="401">
                  <c:v>2020-02-06</c:v>
                </c:pt>
                <c:pt idx="402">
                  <c:v>2020-02-07</c:v>
                </c:pt>
                <c:pt idx="403">
                  <c:v>2020-02-08</c:v>
                </c:pt>
                <c:pt idx="404">
                  <c:v>2020-02-09</c:v>
                </c:pt>
                <c:pt idx="405">
                  <c:v>2020-02-10</c:v>
                </c:pt>
                <c:pt idx="406">
                  <c:v>2020-02-11</c:v>
                </c:pt>
                <c:pt idx="407">
                  <c:v>2020-02-12</c:v>
                </c:pt>
                <c:pt idx="408">
                  <c:v>2020-02-13</c:v>
                </c:pt>
                <c:pt idx="409">
                  <c:v>2020-02-14</c:v>
                </c:pt>
                <c:pt idx="410">
                  <c:v>2020-02-15</c:v>
                </c:pt>
                <c:pt idx="411">
                  <c:v>2020-02-16</c:v>
                </c:pt>
                <c:pt idx="412">
                  <c:v>2020-02-17</c:v>
                </c:pt>
                <c:pt idx="413">
                  <c:v>2020-02-18</c:v>
                </c:pt>
                <c:pt idx="414">
                  <c:v>2020-02-19</c:v>
                </c:pt>
                <c:pt idx="415">
                  <c:v>2020-02-20</c:v>
                </c:pt>
                <c:pt idx="416">
                  <c:v>2020-02-21</c:v>
                </c:pt>
                <c:pt idx="417">
                  <c:v>2020-02-22</c:v>
                </c:pt>
                <c:pt idx="418">
                  <c:v>2020-02-23</c:v>
                </c:pt>
                <c:pt idx="419">
                  <c:v>2020-02-24</c:v>
                </c:pt>
                <c:pt idx="420">
                  <c:v>2020-02-25</c:v>
                </c:pt>
                <c:pt idx="421">
                  <c:v>2020-02-26</c:v>
                </c:pt>
                <c:pt idx="422">
                  <c:v>2020-02-27</c:v>
                </c:pt>
                <c:pt idx="423">
                  <c:v>2020-02-28</c:v>
                </c:pt>
                <c:pt idx="424">
                  <c:v>2020-02-29</c:v>
                </c:pt>
                <c:pt idx="425">
                  <c:v>2020-03-01</c:v>
                </c:pt>
                <c:pt idx="426">
                  <c:v>2020-03-02</c:v>
                </c:pt>
                <c:pt idx="427">
                  <c:v>2020-03-03</c:v>
                </c:pt>
                <c:pt idx="428">
                  <c:v>2020-03-04</c:v>
                </c:pt>
                <c:pt idx="429">
                  <c:v>2020-03-05</c:v>
                </c:pt>
                <c:pt idx="430">
                  <c:v>2020-03-06</c:v>
                </c:pt>
                <c:pt idx="431">
                  <c:v>2020-03-07</c:v>
                </c:pt>
                <c:pt idx="432">
                  <c:v>2020-03-08</c:v>
                </c:pt>
                <c:pt idx="433">
                  <c:v>2020-03-09</c:v>
                </c:pt>
                <c:pt idx="434">
                  <c:v>2020-03-10</c:v>
                </c:pt>
                <c:pt idx="435">
                  <c:v>2020-03-11</c:v>
                </c:pt>
                <c:pt idx="436">
                  <c:v>2020-03-12</c:v>
                </c:pt>
                <c:pt idx="437">
                  <c:v>2020-03-13</c:v>
                </c:pt>
                <c:pt idx="438">
                  <c:v>2020-03-14</c:v>
                </c:pt>
                <c:pt idx="439">
                  <c:v>2020-03-15</c:v>
                </c:pt>
                <c:pt idx="440">
                  <c:v>2020-03-16</c:v>
                </c:pt>
                <c:pt idx="441">
                  <c:v>2020-03-17</c:v>
                </c:pt>
                <c:pt idx="442">
                  <c:v>2020-03-18</c:v>
                </c:pt>
                <c:pt idx="443">
                  <c:v>2020-03-19</c:v>
                </c:pt>
                <c:pt idx="444">
                  <c:v>2020-03-20</c:v>
                </c:pt>
                <c:pt idx="445">
                  <c:v>2020-03-21</c:v>
                </c:pt>
                <c:pt idx="446">
                  <c:v>2020-03-22</c:v>
                </c:pt>
                <c:pt idx="447">
                  <c:v>2020-03-23</c:v>
                </c:pt>
                <c:pt idx="448">
                  <c:v>2020-03-24</c:v>
                </c:pt>
                <c:pt idx="449">
                  <c:v>2020-03-25</c:v>
                </c:pt>
                <c:pt idx="450">
                  <c:v>2020-03-26</c:v>
                </c:pt>
                <c:pt idx="451">
                  <c:v>2020-03-27</c:v>
                </c:pt>
                <c:pt idx="452">
                  <c:v>2020-03-28</c:v>
                </c:pt>
                <c:pt idx="453">
                  <c:v>2020-03-29</c:v>
                </c:pt>
                <c:pt idx="454">
                  <c:v>2020-03-30</c:v>
                </c:pt>
                <c:pt idx="455">
                  <c:v>2020-03-31</c:v>
                </c:pt>
                <c:pt idx="456">
                  <c:v>2020-04-01</c:v>
                </c:pt>
                <c:pt idx="457">
                  <c:v>2020-04-02</c:v>
                </c:pt>
                <c:pt idx="458">
                  <c:v>2020-04-03</c:v>
                </c:pt>
                <c:pt idx="459">
                  <c:v>2020-04-04</c:v>
                </c:pt>
                <c:pt idx="460">
                  <c:v>2020-04-05</c:v>
                </c:pt>
                <c:pt idx="461">
                  <c:v>2020-04-06</c:v>
                </c:pt>
                <c:pt idx="462">
                  <c:v>2020-04-07</c:v>
                </c:pt>
                <c:pt idx="463">
                  <c:v>2020-04-08</c:v>
                </c:pt>
                <c:pt idx="464">
                  <c:v>2020-04-09</c:v>
                </c:pt>
                <c:pt idx="465">
                  <c:v>2020-04-10</c:v>
                </c:pt>
                <c:pt idx="466">
                  <c:v>2020-04-11</c:v>
                </c:pt>
                <c:pt idx="467">
                  <c:v>2020-04-12</c:v>
                </c:pt>
                <c:pt idx="468">
                  <c:v>2020-04-13</c:v>
                </c:pt>
                <c:pt idx="469">
                  <c:v>2020-04-14</c:v>
                </c:pt>
                <c:pt idx="470">
                  <c:v>2020-04-15</c:v>
                </c:pt>
                <c:pt idx="471">
                  <c:v>2020-04-16</c:v>
                </c:pt>
                <c:pt idx="472">
                  <c:v>2020-04-17</c:v>
                </c:pt>
                <c:pt idx="473">
                  <c:v>2020-04-18</c:v>
                </c:pt>
                <c:pt idx="474">
                  <c:v>2020-04-19</c:v>
                </c:pt>
                <c:pt idx="475">
                  <c:v>2020-04-20</c:v>
                </c:pt>
                <c:pt idx="476">
                  <c:v>2020-04-21</c:v>
                </c:pt>
                <c:pt idx="477">
                  <c:v>2020-04-22</c:v>
                </c:pt>
                <c:pt idx="478">
                  <c:v>2020-04-23</c:v>
                </c:pt>
                <c:pt idx="479">
                  <c:v>2020-04-24</c:v>
                </c:pt>
                <c:pt idx="480">
                  <c:v>2020-04-25</c:v>
                </c:pt>
                <c:pt idx="481">
                  <c:v>2020-04-26</c:v>
                </c:pt>
                <c:pt idx="482">
                  <c:v>2020-04-27</c:v>
                </c:pt>
                <c:pt idx="483">
                  <c:v>2020-04-28</c:v>
                </c:pt>
                <c:pt idx="484">
                  <c:v>2020-04-29</c:v>
                </c:pt>
                <c:pt idx="485">
                  <c:v>2020-04-30</c:v>
                </c:pt>
                <c:pt idx="486">
                  <c:v>2020-05-01</c:v>
                </c:pt>
                <c:pt idx="487">
                  <c:v>2020-05-02</c:v>
                </c:pt>
                <c:pt idx="488">
                  <c:v>2020-05-03</c:v>
                </c:pt>
                <c:pt idx="489">
                  <c:v>2020-05-04</c:v>
                </c:pt>
                <c:pt idx="490">
                  <c:v>2020-05-05</c:v>
                </c:pt>
                <c:pt idx="491">
                  <c:v>2020-05-06</c:v>
                </c:pt>
                <c:pt idx="492">
                  <c:v>2020-05-07</c:v>
                </c:pt>
                <c:pt idx="493">
                  <c:v>2020-05-08</c:v>
                </c:pt>
                <c:pt idx="494">
                  <c:v>2020-05-09</c:v>
                </c:pt>
                <c:pt idx="495">
                  <c:v>2020-05-10</c:v>
                </c:pt>
                <c:pt idx="496">
                  <c:v>2020-05-11</c:v>
                </c:pt>
                <c:pt idx="497">
                  <c:v>2020-05-12</c:v>
                </c:pt>
                <c:pt idx="498">
                  <c:v>2020-05-13</c:v>
                </c:pt>
                <c:pt idx="499">
                  <c:v>2020-05-14</c:v>
                </c:pt>
                <c:pt idx="500">
                  <c:v>2020-05-15</c:v>
                </c:pt>
                <c:pt idx="501">
                  <c:v>2020-05-16</c:v>
                </c:pt>
                <c:pt idx="502">
                  <c:v>2020-05-17</c:v>
                </c:pt>
                <c:pt idx="503">
                  <c:v>2020-05-18</c:v>
                </c:pt>
                <c:pt idx="504">
                  <c:v>2020-05-19</c:v>
                </c:pt>
                <c:pt idx="505">
                  <c:v>2020-05-20</c:v>
                </c:pt>
                <c:pt idx="506">
                  <c:v>2020-05-21</c:v>
                </c:pt>
                <c:pt idx="507">
                  <c:v>2020-05-22</c:v>
                </c:pt>
                <c:pt idx="508">
                  <c:v>2020-05-23</c:v>
                </c:pt>
                <c:pt idx="509">
                  <c:v>2020-05-24</c:v>
                </c:pt>
                <c:pt idx="510">
                  <c:v>2020-05-25</c:v>
                </c:pt>
                <c:pt idx="511">
                  <c:v>2020-05-26</c:v>
                </c:pt>
                <c:pt idx="512">
                  <c:v>2020-05-27</c:v>
                </c:pt>
                <c:pt idx="513">
                  <c:v>2020-05-28</c:v>
                </c:pt>
                <c:pt idx="514">
                  <c:v>2020-05-29</c:v>
                </c:pt>
                <c:pt idx="515">
                  <c:v>2020-05-30</c:v>
                </c:pt>
                <c:pt idx="516">
                  <c:v>2020-05-31</c:v>
                </c:pt>
                <c:pt idx="517">
                  <c:v>2020-06-01</c:v>
                </c:pt>
                <c:pt idx="518">
                  <c:v>2020-06-02</c:v>
                </c:pt>
                <c:pt idx="519">
                  <c:v>2020-06-03</c:v>
                </c:pt>
                <c:pt idx="520">
                  <c:v>2020-06-04</c:v>
                </c:pt>
                <c:pt idx="521">
                  <c:v>2020-06-05</c:v>
                </c:pt>
                <c:pt idx="522">
                  <c:v>2020-06-06</c:v>
                </c:pt>
                <c:pt idx="523">
                  <c:v>2020-06-07</c:v>
                </c:pt>
                <c:pt idx="524">
                  <c:v>2020-06-08</c:v>
                </c:pt>
                <c:pt idx="525">
                  <c:v>2020-06-09</c:v>
                </c:pt>
                <c:pt idx="526">
                  <c:v>2020-06-10</c:v>
                </c:pt>
                <c:pt idx="527">
                  <c:v>2020-06-11</c:v>
                </c:pt>
                <c:pt idx="528">
                  <c:v>2020-06-12</c:v>
                </c:pt>
                <c:pt idx="529">
                  <c:v>2020-06-13</c:v>
                </c:pt>
                <c:pt idx="530">
                  <c:v>2020-06-14</c:v>
                </c:pt>
                <c:pt idx="531">
                  <c:v>2020-06-15</c:v>
                </c:pt>
                <c:pt idx="532">
                  <c:v>2020-06-16</c:v>
                </c:pt>
                <c:pt idx="533">
                  <c:v>2020-06-17</c:v>
                </c:pt>
                <c:pt idx="534">
                  <c:v>2020-06-18</c:v>
                </c:pt>
                <c:pt idx="535">
                  <c:v>2020-06-19</c:v>
                </c:pt>
                <c:pt idx="536">
                  <c:v>2020-06-20</c:v>
                </c:pt>
                <c:pt idx="537">
                  <c:v>2020-06-21</c:v>
                </c:pt>
                <c:pt idx="538">
                  <c:v>2020-06-22</c:v>
                </c:pt>
                <c:pt idx="539">
                  <c:v>2020-06-23</c:v>
                </c:pt>
                <c:pt idx="540">
                  <c:v>2020-06-24</c:v>
                </c:pt>
                <c:pt idx="541">
                  <c:v>2020-06-25</c:v>
                </c:pt>
                <c:pt idx="542">
                  <c:v>2020-06-26</c:v>
                </c:pt>
                <c:pt idx="543">
                  <c:v>2020-06-27</c:v>
                </c:pt>
                <c:pt idx="544">
                  <c:v>2020-06-28</c:v>
                </c:pt>
                <c:pt idx="545">
                  <c:v>2020-06-29</c:v>
                </c:pt>
                <c:pt idx="546">
                  <c:v>2020-06-30</c:v>
                </c:pt>
                <c:pt idx="547">
                  <c:v>2020-07-01</c:v>
                </c:pt>
                <c:pt idx="548">
                  <c:v>2020-07-02</c:v>
                </c:pt>
                <c:pt idx="549">
                  <c:v>2020-07-03</c:v>
                </c:pt>
                <c:pt idx="550">
                  <c:v>2020-07-04</c:v>
                </c:pt>
                <c:pt idx="551">
                  <c:v>2020-07-05</c:v>
                </c:pt>
                <c:pt idx="552">
                  <c:v>2020-07-06</c:v>
                </c:pt>
                <c:pt idx="553">
                  <c:v>2020-07-07</c:v>
                </c:pt>
                <c:pt idx="554">
                  <c:v>2020-07-08</c:v>
                </c:pt>
                <c:pt idx="555">
                  <c:v>2020-07-09</c:v>
                </c:pt>
                <c:pt idx="556">
                  <c:v>2020-07-10</c:v>
                </c:pt>
                <c:pt idx="557">
                  <c:v>2020-07-11</c:v>
                </c:pt>
                <c:pt idx="558">
                  <c:v>2020-07-12</c:v>
                </c:pt>
                <c:pt idx="559">
                  <c:v>2020-07-13</c:v>
                </c:pt>
                <c:pt idx="560">
                  <c:v>2020-07-14</c:v>
                </c:pt>
                <c:pt idx="561">
                  <c:v>2020-07-15</c:v>
                </c:pt>
                <c:pt idx="562">
                  <c:v>2020-07-16</c:v>
                </c:pt>
                <c:pt idx="563">
                  <c:v>2020-07-17</c:v>
                </c:pt>
                <c:pt idx="564">
                  <c:v>2020-07-18</c:v>
                </c:pt>
                <c:pt idx="565">
                  <c:v>2020-07-19</c:v>
                </c:pt>
                <c:pt idx="566">
                  <c:v>2020-07-20</c:v>
                </c:pt>
                <c:pt idx="567">
                  <c:v>2020-07-21</c:v>
                </c:pt>
                <c:pt idx="568">
                  <c:v>2020-07-22</c:v>
                </c:pt>
                <c:pt idx="569">
                  <c:v>2020-07-23</c:v>
                </c:pt>
                <c:pt idx="570">
                  <c:v>2020-07-24</c:v>
                </c:pt>
                <c:pt idx="571">
                  <c:v>2020-07-25</c:v>
                </c:pt>
                <c:pt idx="572">
                  <c:v>2020-07-26</c:v>
                </c:pt>
                <c:pt idx="573">
                  <c:v>2020-07-27</c:v>
                </c:pt>
                <c:pt idx="574">
                  <c:v>2020-07-28</c:v>
                </c:pt>
                <c:pt idx="575">
                  <c:v>2020-07-29</c:v>
                </c:pt>
                <c:pt idx="576">
                  <c:v>2020-07-30</c:v>
                </c:pt>
                <c:pt idx="577">
                  <c:v>2020-07-31</c:v>
                </c:pt>
                <c:pt idx="578">
                  <c:v>2020-08-01</c:v>
                </c:pt>
                <c:pt idx="579">
                  <c:v>2020-08-02</c:v>
                </c:pt>
                <c:pt idx="580">
                  <c:v>2020-08-03</c:v>
                </c:pt>
                <c:pt idx="581">
                  <c:v>2020-08-04</c:v>
                </c:pt>
                <c:pt idx="582">
                  <c:v>2020-08-05</c:v>
                </c:pt>
                <c:pt idx="583">
                  <c:v>2020-08-06</c:v>
                </c:pt>
                <c:pt idx="584">
                  <c:v>2020-08-07</c:v>
                </c:pt>
                <c:pt idx="585">
                  <c:v>2020-08-08</c:v>
                </c:pt>
                <c:pt idx="586">
                  <c:v>2020-08-09</c:v>
                </c:pt>
                <c:pt idx="587">
                  <c:v>2020-08-10</c:v>
                </c:pt>
                <c:pt idx="588">
                  <c:v>2020-08-11</c:v>
                </c:pt>
                <c:pt idx="589">
                  <c:v>2020-08-12</c:v>
                </c:pt>
                <c:pt idx="590">
                  <c:v>2020-08-13</c:v>
                </c:pt>
                <c:pt idx="591">
                  <c:v>2020-08-14</c:v>
                </c:pt>
                <c:pt idx="592">
                  <c:v>2020-08-15</c:v>
                </c:pt>
                <c:pt idx="593">
                  <c:v>2020-08-16</c:v>
                </c:pt>
                <c:pt idx="594">
                  <c:v>2020-08-17</c:v>
                </c:pt>
                <c:pt idx="595">
                  <c:v>2020-08-18</c:v>
                </c:pt>
                <c:pt idx="596">
                  <c:v>2020-08-19</c:v>
                </c:pt>
                <c:pt idx="597">
                  <c:v>2020-08-20</c:v>
                </c:pt>
                <c:pt idx="598">
                  <c:v>2020-08-21</c:v>
                </c:pt>
                <c:pt idx="599">
                  <c:v>2020-08-22</c:v>
                </c:pt>
                <c:pt idx="600">
                  <c:v>2020-08-23</c:v>
                </c:pt>
                <c:pt idx="601">
                  <c:v>2020-08-24</c:v>
                </c:pt>
                <c:pt idx="602">
                  <c:v>2020-08-25</c:v>
                </c:pt>
                <c:pt idx="603">
                  <c:v>2020-08-26</c:v>
                </c:pt>
                <c:pt idx="604">
                  <c:v>2020-08-27</c:v>
                </c:pt>
                <c:pt idx="605">
                  <c:v>2020-08-28</c:v>
                </c:pt>
                <c:pt idx="606">
                  <c:v>2020-08-29</c:v>
                </c:pt>
                <c:pt idx="607">
                  <c:v>2020-08-30</c:v>
                </c:pt>
                <c:pt idx="608">
                  <c:v>2020-08-31</c:v>
                </c:pt>
                <c:pt idx="609">
                  <c:v>2020-09-01</c:v>
                </c:pt>
                <c:pt idx="610">
                  <c:v>2020-09-02</c:v>
                </c:pt>
                <c:pt idx="611">
                  <c:v>2020-09-03</c:v>
                </c:pt>
                <c:pt idx="612">
                  <c:v>2020-09-04</c:v>
                </c:pt>
                <c:pt idx="613">
                  <c:v>2020-09-05</c:v>
                </c:pt>
                <c:pt idx="614">
                  <c:v>2020-09-06</c:v>
                </c:pt>
                <c:pt idx="615">
                  <c:v>2020-09-07</c:v>
                </c:pt>
                <c:pt idx="616">
                  <c:v>2020-09-08</c:v>
                </c:pt>
                <c:pt idx="617">
                  <c:v>2020-09-09</c:v>
                </c:pt>
                <c:pt idx="618">
                  <c:v>2020-09-10</c:v>
                </c:pt>
                <c:pt idx="619">
                  <c:v>2020-09-11</c:v>
                </c:pt>
                <c:pt idx="620">
                  <c:v>2020-09-12</c:v>
                </c:pt>
                <c:pt idx="621">
                  <c:v>2020-09-13</c:v>
                </c:pt>
                <c:pt idx="622">
                  <c:v>2020-09-14</c:v>
                </c:pt>
                <c:pt idx="623">
                  <c:v>2020-09-15</c:v>
                </c:pt>
                <c:pt idx="624">
                  <c:v>2020-09-16</c:v>
                </c:pt>
                <c:pt idx="625">
                  <c:v>2020-09-17</c:v>
                </c:pt>
                <c:pt idx="626">
                  <c:v>2020-09-18</c:v>
                </c:pt>
                <c:pt idx="627">
                  <c:v>2020-09-19</c:v>
                </c:pt>
                <c:pt idx="628">
                  <c:v>2020-09-20</c:v>
                </c:pt>
                <c:pt idx="629">
                  <c:v>2020-09-21</c:v>
                </c:pt>
                <c:pt idx="630">
                  <c:v>2020-09-22</c:v>
                </c:pt>
                <c:pt idx="631">
                  <c:v>2020-09-23</c:v>
                </c:pt>
                <c:pt idx="632">
                  <c:v>2020-09-24</c:v>
                </c:pt>
                <c:pt idx="633">
                  <c:v>2020-09-25</c:v>
                </c:pt>
                <c:pt idx="634">
                  <c:v>2020-09-26</c:v>
                </c:pt>
                <c:pt idx="635">
                  <c:v>2020-09-27</c:v>
                </c:pt>
                <c:pt idx="636">
                  <c:v>2020-09-28</c:v>
                </c:pt>
                <c:pt idx="637">
                  <c:v>2020-09-29</c:v>
                </c:pt>
                <c:pt idx="638">
                  <c:v>2020-09-30</c:v>
                </c:pt>
                <c:pt idx="639">
                  <c:v>2020-10-01</c:v>
                </c:pt>
                <c:pt idx="640">
                  <c:v>2020-10-02</c:v>
                </c:pt>
                <c:pt idx="641">
                  <c:v>2020-10-03</c:v>
                </c:pt>
                <c:pt idx="642">
                  <c:v>2020-10-04</c:v>
                </c:pt>
                <c:pt idx="643">
                  <c:v>2020-10-05</c:v>
                </c:pt>
                <c:pt idx="644">
                  <c:v>2020-10-06</c:v>
                </c:pt>
                <c:pt idx="645">
                  <c:v>2020-10-07</c:v>
                </c:pt>
                <c:pt idx="646">
                  <c:v>2020-10-08</c:v>
                </c:pt>
                <c:pt idx="647">
                  <c:v>2020-10-09</c:v>
                </c:pt>
                <c:pt idx="648">
                  <c:v>2020-10-10</c:v>
                </c:pt>
                <c:pt idx="649">
                  <c:v>2020-10-11</c:v>
                </c:pt>
                <c:pt idx="650">
                  <c:v>2020-10-12</c:v>
                </c:pt>
                <c:pt idx="651">
                  <c:v>2020-10-13</c:v>
                </c:pt>
                <c:pt idx="652">
                  <c:v>2020-10-14</c:v>
                </c:pt>
                <c:pt idx="653">
                  <c:v>2020-10-15</c:v>
                </c:pt>
                <c:pt idx="654">
                  <c:v>2020-10-16</c:v>
                </c:pt>
                <c:pt idx="655">
                  <c:v>2020-10-17</c:v>
                </c:pt>
                <c:pt idx="656">
                  <c:v>2020-10-18</c:v>
                </c:pt>
                <c:pt idx="657">
                  <c:v>2020-10-19</c:v>
                </c:pt>
                <c:pt idx="658">
                  <c:v>2020-10-20</c:v>
                </c:pt>
                <c:pt idx="659">
                  <c:v>2020-10-21</c:v>
                </c:pt>
                <c:pt idx="660">
                  <c:v>2020-10-22</c:v>
                </c:pt>
                <c:pt idx="661">
                  <c:v>2020-10-23</c:v>
                </c:pt>
                <c:pt idx="662">
                  <c:v>2020-10-24</c:v>
                </c:pt>
                <c:pt idx="663">
                  <c:v>2020-10-25</c:v>
                </c:pt>
                <c:pt idx="664">
                  <c:v>2020-10-26</c:v>
                </c:pt>
                <c:pt idx="665">
                  <c:v>2020-10-27</c:v>
                </c:pt>
                <c:pt idx="666">
                  <c:v>2020-10-28</c:v>
                </c:pt>
                <c:pt idx="667">
                  <c:v>2020-10-29</c:v>
                </c:pt>
                <c:pt idx="668">
                  <c:v>2020-10-30</c:v>
                </c:pt>
                <c:pt idx="669">
                  <c:v>2020-10-31</c:v>
                </c:pt>
                <c:pt idx="670">
                  <c:v>2020-11-01</c:v>
                </c:pt>
                <c:pt idx="671">
                  <c:v>2020-11-02</c:v>
                </c:pt>
                <c:pt idx="672">
                  <c:v>2020-11-03</c:v>
                </c:pt>
                <c:pt idx="673">
                  <c:v>2020-11-04</c:v>
                </c:pt>
                <c:pt idx="674">
                  <c:v>2020-11-05</c:v>
                </c:pt>
                <c:pt idx="675">
                  <c:v>2020-11-06</c:v>
                </c:pt>
                <c:pt idx="676">
                  <c:v>2020-11-07</c:v>
                </c:pt>
                <c:pt idx="677">
                  <c:v>2020-11-08</c:v>
                </c:pt>
                <c:pt idx="678">
                  <c:v>2020-11-09</c:v>
                </c:pt>
                <c:pt idx="679">
                  <c:v>2020-11-10</c:v>
                </c:pt>
                <c:pt idx="680">
                  <c:v>2020-11-11</c:v>
                </c:pt>
                <c:pt idx="681">
                  <c:v>2020-11-12</c:v>
                </c:pt>
                <c:pt idx="682">
                  <c:v>2020-11-13</c:v>
                </c:pt>
                <c:pt idx="683">
                  <c:v>2020-11-14</c:v>
                </c:pt>
                <c:pt idx="684">
                  <c:v>2020-11-15</c:v>
                </c:pt>
                <c:pt idx="685">
                  <c:v>2020-11-16</c:v>
                </c:pt>
                <c:pt idx="686">
                  <c:v>2020-11-17</c:v>
                </c:pt>
                <c:pt idx="687">
                  <c:v>2020-11-18</c:v>
                </c:pt>
                <c:pt idx="688">
                  <c:v>2020-11-19</c:v>
                </c:pt>
                <c:pt idx="689">
                  <c:v>2020-11-20</c:v>
                </c:pt>
                <c:pt idx="690">
                  <c:v>2020-11-21</c:v>
                </c:pt>
                <c:pt idx="691">
                  <c:v>2020-11-22</c:v>
                </c:pt>
                <c:pt idx="692">
                  <c:v>2020-11-23</c:v>
                </c:pt>
                <c:pt idx="693">
                  <c:v>2020-11-24</c:v>
                </c:pt>
                <c:pt idx="694">
                  <c:v>2020-11-25</c:v>
                </c:pt>
                <c:pt idx="695">
                  <c:v>2020-11-26</c:v>
                </c:pt>
                <c:pt idx="696">
                  <c:v>2020-11-27</c:v>
                </c:pt>
                <c:pt idx="697">
                  <c:v>2020-11-28</c:v>
                </c:pt>
                <c:pt idx="698">
                  <c:v>2020-11-29</c:v>
                </c:pt>
                <c:pt idx="699">
                  <c:v>2020-11-30</c:v>
                </c:pt>
                <c:pt idx="700">
                  <c:v>2020-12-01</c:v>
                </c:pt>
                <c:pt idx="701">
                  <c:v>2020-12-02</c:v>
                </c:pt>
                <c:pt idx="702">
                  <c:v>2020-12-03</c:v>
                </c:pt>
                <c:pt idx="703">
                  <c:v>2020-12-04</c:v>
                </c:pt>
                <c:pt idx="704">
                  <c:v>2020-12-05</c:v>
                </c:pt>
                <c:pt idx="705">
                  <c:v>2020-12-06</c:v>
                </c:pt>
                <c:pt idx="706">
                  <c:v>2020-12-07</c:v>
                </c:pt>
                <c:pt idx="707">
                  <c:v>2020-12-08</c:v>
                </c:pt>
                <c:pt idx="708">
                  <c:v>2020-12-09</c:v>
                </c:pt>
                <c:pt idx="709">
                  <c:v>2020-12-10</c:v>
                </c:pt>
                <c:pt idx="710">
                  <c:v>2020-12-11</c:v>
                </c:pt>
                <c:pt idx="711">
                  <c:v>2020-12-12</c:v>
                </c:pt>
                <c:pt idx="712">
                  <c:v>2020-12-13</c:v>
                </c:pt>
                <c:pt idx="713">
                  <c:v>2020-12-14</c:v>
                </c:pt>
                <c:pt idx="714">
                  <c:v>2020-12-15</c:v>
                </c:pt>
                <c:pt idx="715">
                  <c:v>2020-12-16</c:v>
                </c:pt>
                <c:pt idx="716">
                  <c:v>2020-12-17</c:v>
                </c:pt>
                <c:pt idx="717">
                  <c:v>2020-12-18</c:v>
                </c:pt>
                <c:pt idx="718">
                  <c:v>2020-12-19</c:v>
                </c:pt>
                <c:pt idx="719">
                  <c:v>2020-12-20</c:v>
                </c:pt>
                <c:pt idx="720">
                  <c:v>2020-12-21</c:v>
                </c:pt>
                <c:pt idx="721">
                  <c:v>2020-12-22</c:v>
                </c:pt>
                <c:pt idx="722">
                  <c:v>2020-12-23</c:v>
                </c:pt>
                <c:pt idx="723">
                  <c:v>2020-12-24</c:v>
                </c:pt>
                <c:pt idx="724">
                  <c:v>2020-12-25</c:v>
                </c:pt>
                <c:pt idx="725">
                  <c:v>2020-12-26</c:v>
                </c:pt>
                <c:pt idx="726">
                  <c:v>2020-12-27</c:v>
                </c:pt>
                <c:pt idx="727">
                  <c:v>2020-12-28</c:v>
                </c:pt>
                <c:pt idx="728">
                  <c:v>2020-12-29</c:v>
                </c:pt>
                <c:pt idx="729">
                  <c:v>2020-12-30</c:v>
                </c:pt>
                <c:pt idx="730">
                  <c:v>2020-12-31</c:v>
                </c:pt>
                <c:pt idx="731">
                  <c:v>2021-01-01</c:v>
                </c:pt>
                <c:pt idx="732">
                  <c:v>2021-01-02</c:v>
                </c:pt>
                <c:pt idx="733">
                  <c:v>2021-01-03</c:v>
                </c:pt>
                <c:pt idx="734">
                  <c:v>2021-01-04</c:v>
                </c:pt>
                <c:pt idx="735">
                  <c:v>2021-01-05</c:v>
                </c:pt>
                <c:pt idx="736">
                  <c:v>2021-01-06</c:v>
                </c:pt>
                <c:pt idx="737">
                  <c:v>2021-01-07</c:v>
                </c:pt>
                <c:pt idx="738">
                  <c:v>2021-01-08</c:v>
                </c:pt>
                <c:pt idx="739">
                  <c:v>2021-01-09</c:v>
                </c:pt>
                <c:pt idx="740">
                  <c:v>2021-01-10</c:v>
                </c:pt>
                <c:pt idx="741">
                  <c:v>2021-01-11</c:v>
                </c:pt>
                <c:pt idx="742">
                  <c:v>2021-01-12</c:v>
                </c:pt>
                <c:pt idx="743">
                  <c:v>2021-01-13</c:v>
                </c:pt>
                <c:pt idx="744">
                  <c:v>2021-01-14</c:v>
                </c:pt>
                <c:pt idx="745">
                  <c:v>2021-01-15</c:v>
                </c:pt>
                <c:pt idx="746">
                  <c:v>2021-01-16</c:v>
                </c:pt>
                <c:pt idx="747">
                  <c:v>2021-01-17</c:v>
                </c:pt>
                <c:pt idx="748">
                  <c:v>2021-01-18</c:v>
                </c:pt>
                <c:pt idx="749">
                  <c:v>2021-01-19</c:v>
                </c:pt>
                <c:pt idx="750">
                  <c:v>2021-01-20</c:v>
                </c:pt>
                <c:pt idx="751">
                  <c:v>2021-01-21</c:v>
                </c:pt>
                <c:pt idx="752">
                  <c:v>2021-01-22</c:v>
                </c:pt>
                <c:pt idx="753">
                  <c:v>2021-01-23</c:v>
                </c:pt>
                <c:pt idx="754">
                  <c:v>2021-01-24</c:v>
                </c:pt>
                <c:pt idx="755">
                  <c:v>2021-01-25</c:v>
                </c:pt>
                <c:pt idx="756">
                  <c:v>2021-01-26</c:v>
                </c:pt>
                <c:pt idx="757">
                  <c:v>2021-01-27</c:v>
                </c:pt>
                <c:pt idx="758">
                  <c:v>2021-01-28</c:v>
                </c:pt>
                <c:pt idx="759">
                  <c:v>2021-01-29</c:v>
                </c:pt>
                <c:pt idx="760">
                  <c:v>2021-01-30</c:v>
                </c:pt>
                <c:pt idx="761">
                  <c:v>2021-01-31</c:v>
                </c:pt>
                <c:pt idx="762">
                  <c:v>2021-02-01</c:v>
                </c:pt>
                <c:pt idx="763">
                  <c:v>2021-02-02</c:v>
                </c:pt>
                <c:pt idx="764">
                  <c:v>2021-02-03</c:v>
                </c:pt>
                <c:pt idx="765">
                  <c:v>2021-02-04</c:v>
                </c:pt>
                <c:pt idx="766">
                  <c:v>2021-02-05</c:v>
                </c:pt>
                <c:pt idx="767">
                  <c:v>2021-02-06</c:v>
                </c:pt>
                <c:pt idx="768">
                  <c:v>2021-02-07</c:v>
                </c:pt>
                <c:pt idx="769">
                  <c:v>2021-02-08</c:v>
                </c:pt>
                <c:pt idx="770">
                  <c:v>2021-02-09</c:v>
                </c:pt>
                <c:pt idx="771">
                  <c:v>2021-02-10</c:v>
                </c:pt>
                <c:pt idx="772">
                  <c:v>2021-02-11</c:v>
                </c:pt>
                <c:pt idx="773">
                  <c:v>2021-02-12</c:v>
                </c:pt>
                <c:pt idx="774">
                  <c:v>2021-02-13</c:v>
                </c:pt>
                <c:pt idx="775">
                  <c:v>2021-02-14</c:v>
                </c:pt>
                <c:pt idx="776">
                  <c:v>2021-02-15</c:v>
                </c:pt>
                <c:pt idx="777">
                  <c:v>2021-02-16</c:v>
                </c:pt>
                <c:pt idx="778">
                  <c:v>2021-02-17</c:v>
                </c:pt>
                <c:pt idx="779">
                  <c:v>2021-02-18</c:v>
                </c:pt>
                <c:pt idx="780">
                  <c:v>2021-02-19</c:v>
                </c:pt>
                <c:pt idx="781">
                  <c:v>2021-02-20</c:v>
                </c:pt>
                <c:pt idx="782">
                  <c:v>2021-02-21</c:v>
                </c:pt>
                <c:pt idx="783">
                  <c:v>2021-02-22</c:v>
                </c:pt>
                <c:pt idx="784">
                  <c:v>2021-02-23</c:v>
                </c:pt>
                <c:pt idx="785">
                  <c:v>2021-02-24</c:v>
                </c:pt>
                <c:pt idx="786">
                  <c:v>2021-02-25</c:v>
                </c:pt>
                <c:pt idx="787">
                  <c:v>2021-02-26</c:v>
                </c:pt>
                <c:pt idx="788">
                  <c:v>2021-02-27</c:v>
                </c:pt>
                <c:pt idx="789">
                  <c:v>2021-02-28</c:v>
                </c:pt>
                <c:pt idx="790">
                  <c:v>2021-03-01</c:v>
                </c:pt>
                <c:pt idx="791">
                  <c:v>2021-03-02</c:v>
                </c:pt>
                <c:pt idx="792">
                  <c:v>2021-03-03</c:v>
                </c:pt>
                <c:pt idx="793">
                  <c:v>2021-03-04</c:v>
                </c:pt>
                <c:pt idx="794">
                  <c:v>2021-03-05</c:v>
                </c:pt>
                <c:pt idx="795">
                  <c:v>2021-03-06</c:v>
                </c:pt>
                <c:pt idx="796">
                  <c:v>2021-03-07</c:v>
                </c:pt>
                <c:pt idx="797">
                  <c:v>2021-03-08</c:v>
                </c:pt>
                <c:pt idx="798">
                  <c:v>2021-03-09</c:v>
                </c:pt>
                <c:pt idx="799">
                  <c:v>2021-03-10</c:v>
                </c:pt>
                <c:pt idx="800">
                  <c:v>2021-03-11</c:v>
                </c:pt>
                <c:pt idx="801">
                  <c:v>2021-03-12</c:v>
                </c:pt>
                <c:pt idx="802">
                  <c:v>2021-03-13</c:v>
                </c:pt>
                <c:pt idx="803">
                  <c:v>2021-03-14</c:v>
                </c:pt>
                <c:pt idx="804">
                  <c:v>2021-03-15</c:v>
                </c:pt>
                <c:pt idx="805">
                  <c:v>2021-03-16</c:v>
                </c:pt>
                <c:pt idx="806">
                  <c:v>2021-03-17</c:v>
                </c:pt>
                <c:pt idx="807">
                  <c:v>2021-03-18</c:v>
                </c:pt>
                <c:pt idx="808">
                  <c:v>2021-03-19</c:v>
                </c:pt>
                <c:pt idx="809">
                  <c:v>2021-03-20</c:v>
                </c:pt>
                <c:pt idx="810">
                  <c:v>2021-03-21</c:v>
                </c:pt>
                <c:pt idx="811">
                  <c:v>2021-03-22</c:v>
                </c:pt>
                <c:pt idx="812">
                  <c:v>2021-03-23</c:v>
                </c:pt>
                <c:pt idx="813">
                  <c:v>2021-03-24</c:v>
                </c:pt>
                <c:pt idx="814">
                  <c:v>2021-03-25</c:v>
                </c:pt>
                <c:pt idx="815">
                  <c:v>2021-03-26</c:v>
                </c:pt>
                <c:pt idx="816">
                  <c:v>2021-03-27</c:v>
                </c:pt>
                <c:pt idx="817">
                  <c:v>2021-03-28</c:v>
                </c:pt>
                <c:pt idx="818">
                  <c:v>2021-03-29</c:v>
                </c:pt>
                <c:pt idx="819">
                  <c:v>2021-03-30</c:v>
                </c:pt>
                <c:pt idx="820">
                  <c:v>2021-03-31</c:v>
                </c:pt>
                <c:pt idx="821">
                  <c:v>2021-04-01</c:v>
                </c:pt>
                <c:pt idx="822">
                  <c:v>2021-04-02</c:v>
                </c:pt>
                <c:pt idx="823">
                  <c:v>2021-04-03</c:v>
                </c:pt>
                <c:pt idx="824">
                  <c:v>2021-04-04</c:v>
                </c:pt>
                <c:pt idx="825">
                  <c:v>2021-04-05</c:v>
                </c:pt>
                <c:pt idx="826">
                  <c:v>2021-04-06</c:v>
                </c:pt>
                <c:pt idx="827">
                  <c:v>2021-04-07</c:v>
                </c:pt>
                <c:pt idx="828">
                  <c:v>2021-04-08</c:v>
                </c:pt>
                <c:pt idx="829">
                  <c:v>2021-04-09</c:v>
                </c:pt>
                <c:pt idx="830">
                  <c:v>2021-04-10</c:v>
                </c:pt>
                <c:pt idx="831">
                  <c:v>2021-04-11</c:v>
                </c:pt>
                <c:pt idx="832">
                  <c:v>2021-04-12</c:v>
                </c:pt>
                <c:pt idx="833">
                  <c:v>2021-04-13</c:v>
                </c:pt>
                <c:pt idx="834">
                  <c:v>2021-04-14</c:v>
                </c:pt>
                <c:pt idx="835">
                  <c:v>2021-04-15</c:v>
                </c:pt>
                <c:pt idx="836">
                  <c:v>2021-04-16</c:v>
                </c:pt>
                <c:pt idx="837">
                  <c:v>2021-04-17</c:v>
                </c:pt>
                <c:pt idx="838">
                  <c:v>2021-04-18</c:v>
                </c:pt>
                <c:pt idx="839">
                  <c:v>2021-04-19</c:v>
                </c:pt>
                <c:pt idx="840">
                  <c:v>2021-04-20</c:v>
                </c:pt>
                <c:pt idx="841">
                  <c:v>2021-04-21</c:v>
                </c:pt>
                <c:pt idx="842">
                  <c:v>2021-04-22</c:v>
                </c:pt>
                <c:pt idx="843">
                  <c:v>2021-04-23</c:v>
                </c:pt>
                <c:pt idx="844">
                  <c:v>2021-04-24</c:v>
                </c:pt>
                <c:pt idx="845">
                  <c:v>2021-04-25</c:v>
                </c:pt>
                <c:pt idx="846">
                  <c:v>2021-04-26</c:v>
                </c:pt>
                <c:pt idx="847">
                  <c:v>2021-04-27</c:v>
                </c:pt>
                <c:pt idx="848">
                  <c:v>2021-04-28</c:v>
                </c:pt>
                <c:pt idx="849">
                  <c:v>2021-04-29</c:v>
                </c:pt>
                <c:pt idx="850">
                  <c:v>2021-04-30</c:v>
                </c:pt>
                <c:pt idx="851">
                  <c:v>2021-05-01</c:v>
                </c:pt>
                <c:pt idx="852">
                  <c:v>2021-05-02</c:v>
                </c:pt>
                <c:pt idx="853">
                  <c:v>2021-05-03</c:v>
                </c:pt>
                <c:pt idx="854">
                  <c:v>2021-05-04</c:v>
                </c:pt>
                <c:pt idx="855">
                  <c:v>2021-05-05</c:v>
                </c:pt>
                <c:pt idx="856">
                  <c:v>2021-05-06</c:v>
                </c:pt>
                <c:pt idx="857">
                  <c:v>2021-05-07</c:v>
                </c:pt>
                <c:pt idx="858">
                  <c:v>2021-05-08</c:v>
                </c:pt>
                <c:pt idx="859">
                  <c:v>2021-05-09</c:v>
                </c:pt>
                <c:pt idx="860">
                  <c:v>2021-05-10</c:v>
                </c:pt>
                <c:pt idx="861">
                  <c:v>2021-05-11</c:v>
                </c:pt>
                <c:pt idx="862">
                  <c:v>2021-05-12</c:v>
                </c:pt>
                <c:pt idx="863">
                  <c:v>2021-05-13</c:v>
                </c:pt>
                <c:pt idx="864">
                  <c:v>2021-05-14</c:v>
                </c:pt>
                <c:pt idx="865">
                  <c:v>2021-05-15</c:v>
                </c:pt>
                <c:pt idx="866">
                  <c:v>2021-05-16</c:v>
                </c:pt>
                <c:pt idx="867">
                  <c:v>2021-05-17</c:v>
                </c:pt>
                <c:pt idx="868">
                  <c:v>2021-05-18</c:v>
                </c:pt>
                <c:pt idx="869">
                  <c:v>2021-05-19</c:v>
                </c:pt>
                <c:pt idx="870">
                  <c:v>2021-05-20</c:v>
                </c:pt>
                <c:pt idx="871">
                  <c:v>2021-05-21</c:v>
                </c:pt>
                <c:pt idx="872">
                  <c:v>2021-05-22</c:v>
                </c:pt>
                <c:pt idx="873">
                  <c:v>2021-05-23</c:v>
                </c:pt>
                <c:pt idx="874">
                  <c:v>2021-05-24</c:v>
                </c:pt>
                <c:pt idx="875">
                  <c:v>2021-05-25</c:v>
                </c:pt>
                <c:pt idx="876">
                  <c:v>2021-05-26</c:v>
                </c:pt>
                <c:pt idx="877">
                  <c:v>2021-05-27</c:v>
                </c:pt>
                <c:pt idx="878">
                  <c:v>2021-05-28</c:v>
                </c:pt>
                <c:pt idx="879">
                  <c:v>2021-05-29</c:v>
                </c:pt>
                <c:pt idx="880">
                  <c:v>2021-05-30</c:v>
                </c:pt>
                <c:pt idx="881">
                  <c:v>2021-05-31</c:v>
                </c:pt>
                <c:pt idx="882">
                  <c:v>2021-06-01</c:v>
                </c:pt>
                <c:pt idx="883">
                  <c:v>2021-06-02</c:v>
                </c:pt>
                <c:pt idx="884">
                  <c:v>2021-06-03</c:v>
                </c:pt>
                <c:pt idx="885">
                  <c:v>2021-06-04</c:v>
                </c:pt>
                <c:pt idx="886">
                  <c:v>2021-06-05</c:v>
                </c:pt>
                <c:pt idx="887">
                  <c:v>2021-06-06</c:v>
                </c:pt>
                <c:pt idx="888">
                  <c:v>2021-06-07</c:v>
                </c:pt>
                <c:pt idx="889">
                  <c:v>2021-06-08</c:v>
                </c:pt>
                <c:pt idx="890">
                  <c:v>2021-06-09</c:v>
                </c:pt>
                <c:pt idx="891">
                  <c:v>2021-06-10</c:v>
                </c:pt>
                <c:pt idx="892">
                  <c:v>2021-06-11</c:v>
                </c:pt>
                <c:pt idx="893">
                  <c:v>2021-06-12</c:v>
                </c:pt>
                <c:pt idx="894">
                  <c:v>2021-06-13</c:v>
                </c:pt>
                <c:pt idx="895">
                  <c:v>2021-06-14</c:v>
                </c:pt>
                <c:pt idx="896">
                  <c:v>2021-06-15</c:v>
                </c:pt>
                <c:pt idx="897">
                  <c:v>2021-06-16</c:v>
                </c:pt>
                <c:pt idx="898">
                  <c:v>2021-06-17</c:v>
                </c:pt>
                <c:pt idx="899">
                  <c:v>2021-06-18</c:v>
                </c:pt>
                <c:pt idx="900">
                  <c:v>2021-06-19</c:v>
                </c:pt>
                <c:pt idx="901">
                  <c:v>2021-06-20</c:v>
                </c:pt>
                <c:pt idx="902">
                  <c:v>2021-06-21</c:v>
                </c:pt>
                <c:pt idx="903">
                  <c:v>2021-06-22</c:v>
                </c:pt>
                <c:pt idx="904">
                  <c:v>2021-06-23</c:v>
                </c:pt>
                <c:pt idx="905">
                  <c:v>2021-06-24</c:v>
                </c:pt>
                <c:pt idx="906">
                  <c:v>2021-06-25</c:v>
                </c:pt>
                <c:pt idx="907">
                  <c:v>2021-06-26</c:v>
                </c:pt>
                <c:pt idx="908">
                  <c:v>2021-06-27</c:v>
                </c:pt>
                <c:pt idx="909">
                  <c:v>2021-06-28</c:v>
                </c:pt>
                <c:pt idx="910">
                  <c:v>2021-06-29</c:v>
                </c:pt>
                <c:pt idx="911">
                  <c:v>2021-06-30</c:v>
                </c:pt>
                <c:pt idx="912">
                  <c:v>2021-07-01</c:v>
                </c:pt>
                <c:pt idx="913">
                  <c:v>2021-07-02</c:v>
                </c:pt>
                <c:pt idx="914">
                  <c:v>2021-07-03</c:v>
                </c:pt>
                <c:pt idx="915">
                  <c:v>2021-07-04</c:v>
                </c:pt>
                <c:pt idx="916">
                  <c:v>2021-07-05</c:v>
                </c:pt>
                <c:pt idx="917">
                  <c:v>2021-07-06</c:v>
                </c:pt>
                <c:pt idx="918">
                  <c:v>2021-07-07</c:v>
                </c:pt>
                <c:pt idx="919">
                  <c:v>2021-07-08</c:v>
                </c:pt>
                <c:pt idx="920">
                  <c:v>2021-07-09</c:v>
                </c:pt>
                <c:pt idx="921">
                  <c:v>2021-07-10</c:v>
                </c:pt>
                <c:pt idx="922">
                  <c:v>2021-07-11</c:v>
                </c:pt>
                <c:pt idx="923">
                  <c:v>2021-07-12</c:v>
                </c:pt>
                <c:pt idx="924">
                  <c:v>2021-07-13</c:v>
                </c:pt>
                <c:pt idx="925">
                  <c:v>2021-07-14</c:v>
                </c:pt>
                <c:pt idx="926">
                  <c:v>2021-07-15</c:v>
                </c:pt>
                <c:pt idx="927">
                  <c:v>2021-07-16</c:v>
                </c:pt>
                <c:pt idx="928">
                  <c:v>2021-07-17</c:v>
                </c:pt>
                <c:pt idx="929">
                  <c:v>2021-07-18</c:v>
                </c:pt>
                <c:pt idx="930">
                  <c:v>2021-07-19</c:v>
                </c:pt>
                <c:pt idx="931">
                  <c:v>2021-07-20</c:v>
                </c:pt>
                <c:pt idx="932">
                  <c:v>2021-07-21</c:v>
                </c:pt>
                <c:pt idx="933">
                  <c:v>2021-07-22</c:v>
                </c:pt>
                <c:pt idx="934">
                  <c:v>2021-07-23</c:v>
                </c:pt>
                <c:pt idx="935">
                  <c:v>2021-07-24</c:v>
                </c:pt>
                <c:pt idx="936">
                  <c:v>2021-07-25</c:v>
                </c:pt>
                <c:pt idx="937">
                  <c:v>2021-07-26</c:v>
                </c:pt>
                <c:pt idx="938">
                  <c:v>2021-07-27</c:v>
                </c:pt>
                <c:pt idx="939">
                  <c:v>2021-07-28</c:v>
                </c:pt>
                <c:pt idx="940">
                  <c:v>2021-07-29</c:v>
                </c:pt>
                <c:pt idx="941">
                  <c:v>2021-07-30</c:v>
                </c:pt>
                <c:pt idx="942">
                  <c:v>2021-07-31</c:v>
                </c:pt>
                <c:pt idx="943">
                  <c:v>2021-08-01</c:v>
                </c:pt>
                <c:pt idx="944">
                  <c:v>2021-08-02</c:v>
                </c:pt>
                <c:pt idx="945">
                  <c:v>2021-08-03</c:v>
                </c:pt>
                <c:pt idx="946">
                  <c:v>2021-08-04</c:v>
                </c:pt>
                <c:pt idx="947">
                  <c:v>2021-08-05</c:v>
                </c:pt>
                <c:pt idx="948">
                  <c:v>2021-08-06</c:v>
                </c:pt>
                <c:pt idx="949">
                  <c:v>2021-08-07</c:v>
                </c:pt>
                <c:pt idx="950">
                  <c:v>2021-08-08</c:v>
                </c:pt>
                <c:pt idx="951">
                  <c:v>2021-08-09</c:v>
                </c:pt>
                <c:pt idx="952">
                  <c:v>2021-08-10</c:v>
                </c:pt>
                <c:pt idx="953">
                  <c:v>2021-08-11</c:v>
                </c:pt>
                <c:pt idx="954">
                  <c:v>2021-08-12</c:v>
                </c:pt>
                <c:pt idx="955">
                  <c:v>2021-08-13</c:v>
                </c:pt>
                <c:pt idx="956">
                  <c:v>2021-08-14</c:v>
                </c:pt>
                <c:pt idx="957">
                  <c:v>2021-08-15</c:v>
                </c:pt>
                <c:pt idx="958">
                  <c:v>2021-08-16</c:v>
                </c:pt>
                <c:pt idx="959">
                  <c:v>2021-08-17</c:v>
                </c:pt>
                <c:pt idx="960">
                  <c:v>2021-08-18</c:v>
                </c:pt>
                <c:pt idx="961">
                  <c:v>2021-08-19</c:v>
                </c:pt>
                <c:pt idx="962">
                  <c:v>2021-08-20</c:v>
                </c:pt>
                <c:pt idx="963">
                  <c:v>2021-08-21</c:v>
                </c:pt>
                <c:pt idx="964">
                  <c:v>2021-08-22</c:v>
                </c:pt>
                <c:pt idx="965">
                  <c:v>2021-08-23</c:v>
                </c:pt>
                <c:pt idx="966">
                  <c:v>2021-08-24</c:v>
                </c:pt>
                <c:pt idx="967">
                  <c:v>2021-08-25</c:v>
                </c:pt>
                <c:pt idx="968">
                  <c:v>2021-08-26</c:v>
                </c:pt>
                <c:pt idx="969">
                  <c:v>2021-08-27</c:v>
                </c:pt>
                <c:pt idx="970">
                  <c:v>2021-08-28</c:v>
                </c:pt>
                <c:pt idx="971">
                  <c:v>2021-08-29</c:v>
                </c:pt>
                <c:pt idx="972">
                  <c:v>2021-08-30</c:v>
                </c:pt>
                <c:pt idx="973">
                  <c:v>2021-08-31</c:v>
                </c:pt>
                <c:pt idx="974">
                  <c:v>2021-09-01</c:v>
                </c:pt>
                <c:pt idx="975">
                  <c:v>2021-09-02</c:v>
                </c:pt>
                <c:pt idx="976">
                  <c:v>2021-09-03</c:v>
                </c:pt>
                <c:pt idx="977">
                  <c:v>2021-09-04</c:v>
                </c:pt>
                <c:pt idx="978">
                  <c:v>2021-09-05</c:v>
                </c:pt>
                <c:pt idx="979">
                  <c:v>2021-09-06</c:v>
                </c:pt>
                <c:pt idx="980">
                  <c:v>2021-09-07</c:v>
                </c:pt>
                <c:pt idx="981">
                  <c:v>2021-09-08</c:v>
                </c:pt>
                <c:pt idx="982">
                  <c:v>2021-09-09</c:v>
                </c:pt>
                <c:pt idx="983">
                  <c:v>2021-09-10</c:v>
                </c:pt>
                <c:pt idx="984">
                  <c:v>2021-09-11</c:v>
                </c:pt>
                <c:pt idx="985">
                  <c:v>2021-09-12</c:v>
                </c:pt>
                <c:pt idx="986">
                  <c:v>2021-09-13</c:v>
                </c:pt>
                <c:pt idx="987">
                  <c:v>2021-09-14</c:v>
                </c:pt>
                <c:pt idx="988">
                  <c:v>2021-09-15</c:v>
                </c:pt>
                <c:pt idx="989">
                  <c:v>2021-09-16</c:v>
                </c:pt>
                <c:pt idx="990">
                  <c:v>2021-09-17</c:v>
                </c:pt>
                <c:pt idx="991">
                  <c:v>2021-09-18</c:v>
                </c:pt>
                <c:pt idx="992">
                  <c:v>2021-09-19</c:v>
                </c:pt>
                <c:pt idx="993">
                  <c:v>2021-09-20</c:v>
                </c:pt>
                <c:pt idx="994">
                  <c:v>2021-09-21</c:v>
                </c:pt>
                <c:pt idx="995">
                  <c:v>2021-09-22</c:v>
                </c:pt>
                <c:pt idx="996">
                  <c:v>2021-09-23</c:v>
                </c:pt>
                <c:pt idx="997">
                  <c:v>2021-09-24</c:v>
                </c:pt>
                <c:pt idx="998">
                  <c:v>2021-09-25</c:v>
                </c:pt>
                <c:pt idx="999">
                  <c:v>2021-09-26</c:v>
                </c:pt>
                <c:pt idx="1000">
                  <c:v>2021-09-27</c:v>
                </c:pt>
                <c:pt idx="1001">
                  <c:v>2021-09-28</c:v>
                </c:pt>
                <c:pt idx="1002">
                  <c:v>2021-09-29</c:v>
                </c:pt>
                <c:pt idx="1003">
                  <c:v>2021-09-30</c:v>
                </c:pt>
                <c:pt idx="1004">
                  <c:v>2021-10-01</c:v>
                </c:pt>
                <c:pt idx="1005">
                  <c:v>2021-10-02</c:v>
                </c:pt>
                <c:pt idx="1006">
                  <c:v>2021-10-03</c:v>
                </c:pt>
                <c:pt idx="1007">
                  <c:v>2021-10-04</c:v>
                </c:pt>
                <c:pt idx="1008">
                  <c:v>2021-10-05</c:v>
                </c:pt>
                <c:pt idx="1009">
                  <c:v>2021-10-06</c:v>
                </c:pt>
                <c:pt idx="1010">
                  <c:v>2021-10-07</c:v>
                </c:pt>
                <c:pt idx="1011">
                  <c:v>2021-10-08</c:v>
                </c:pt>
                <c:pt idx="1012">
                  <c:v>2021-10-09</c:v>
                </c:pt>
                <c:pt idx="1013">
                  <c:v>2021-10-10</c:v>
                </c:pt>
                <c:pt idx="1014">
                  <c:v>2021-10-11</c:v>
                </c:pt>
                <c:pt idx="1015">
                  <c:v>2021-10-12</c:v>
                </c:pt>
                <c:pt idx="1016">
                  <c:v>2021-10-13</c:v>
                </c:pt>
                <c:pt idx="1017">
                  <c:v>2021-10-14</c:v>
                </c:pt>
                <c:pt idx="1018">
                  <c:v>2021-10-15</c:v>
                </c:pt>
                <c:pt idx="1019">
                  <c:v>2021-10-16</c:v>
                </c:pt>
                <c:pt idx="1020">
                  <c:v>2021-10-17</c:v>
                </c:pt>
                <c:pt idx="1021">
                  <c:v>2021-10-18</c:v>
                </c:pt>
                <c:pt idx="1022">
                  <c:v>2021-10-19</c:v>
                </c:pt>
                <c:pt idx="1023">
                  <c:v>2021-10-20</c:v>
                </c:pt>
                <c:pt idx="1024">
                  <c:v>2021-10-21</c:v>
                </c:pt>
                <c:pt idx="1025">
                  <c:v>2021-10-22</c:v>
                </c:pt>
                <c:pt idx="1026">
                  <c:v>2021-10-23</c:v>
                </c:pt>
                <c:pt idx="1027">
                  <c:v>2021-10-24</c:v>
                </c:pt>
                <c:pt idx="1028">
                  <c:v>2021-10-25</c:v>
                </c:pt>
                <c:pt idx="1029">
                  <c:v>2021-10-26</c:v>
                </c:pt>
                <c:pt idx="1030">
                  <c:v>2021-10-27</c:v>
                </c:pt>
                <c:pt idx="1031">
                  <c:v>2021-10-28</c:v>
                </c:pt>
                <c:pt idx="1032">
                  <c:v>2021-10-29</c:v>
                </c:pt>
                <c:pt idx="1033">
                  <c:v>2021-10-30</c:v>
                </c:pt>
                <c:pt idx="1034">
                  <c:v>2021-10-31</c:v>
                </c:pt>
                <c:pt idx="1035">
                  <c:v>2021-11-01</c:v>
                </c:pt>
                <c:pt idx="1036">
                  <c:v>2021-11-02</c:v>
                </c:pt>
                <c:pt idx="1037">
                  <c:v>2021-11-03</c:v>
                </c:pt>
                <c:pt idx="1038">
                  <c:v>2021-11-04</c:v>
                </c:pt>
                <c:pt idx="1039">
                  <c:v>2021-11-05</c:v>
                </c:pt>
                <c:pt idx="1040">
                  <c:v>2021-11-06</c:v>
                </c:pt>
                <c:pt idx="1041">
                  <c:v>2021-11-07</c:v>
                </c:pt>
                <c:pt idx="1042">
                  <c:v>2021-11-08</c:v>
                </c:pt>
                <c:pt idx="1043">
                  <c:v>2021-11-09</c:v>
                </c:pt>
                <c:pt idx="1044">
                  <c:v>2021-11-10</c:v>
                </c:pt>
                <c:pt idx="1045">
                  <c:v>2021-11-11</c:v>
                </c:pt>
                <c:pt idx="1046">
                  <c:v>2021-11-12</c:v>
                </c:pt>
                <c:pt idx="1047">
                  <c:v>2021-11-13</c:v>
                </c:pt>
                <c:pt idx="1048">
                  <c:v>2021-11-14</c:v>
                </c:pt>
                <c:pt idx="1049">
                  <c:v>2021-11-15</c:v>
                </c:pt>
                <c:pt idx="1050">
                  <c:v>2021-11-16</c:v>
                </c:pt>
                <c:pt idx="1051">
                  <c:v>2021-11-17</c:v>
                </c:pt>
                <c:pt idx="1052">
                  <c:v>2021-11-18</c:v>
                </c:pt>
                <c:pt idx="1053">
                  <c:v>2021-11-19</c:v>
                </c:pt>
                <c:pt idx="1054">
                  <c:v>2021-11-20</c:v>
                </c:pt>
                <c:pt idx="1055">
                  <c:v>2021-11-21</c:v>
                </c:pt>
                <c:pt idx="1056">
                  <c:v>2021-11-22</c:v>
                </c:pt>
                <c:pt idx="1057">
                  <c:v>2021-11-23</c:v>
                </c:pt>
                <c:pt idx="1058">
                  <c:v>2021-11-24</c:v>
                </c:pt>
                <c:pt idx="1059">
                  <c:v>2021-11-25</c:v>
                </c:pt>
                <c:pt idx="1060">
                  <c:v>2021-11-26</c:v>
                </c:pt>
                <c:pt idx="1061">
                  <c:v>2021-11-27</c:v>
                </c:pt>
                <c:pt idx="1062">
                  <c:v>2021-11-28</c:v>
                </c:pt>
                <c:pt idx="1063">
                  <c:v>2021-11-29</c:v>
                </c:pt>
                <c:pt idx="1064">
                  <c:v>2021-11-30</c:v>
                </c:pt>
                <c:pt idx="1065">
                  <c:v>2021-12-01</c:v>
                </c:pt>
                <c:pt idx="1066">
                  <c:v>2021-12-02</c:v>
                </c:pt>
                <c:pt idx="1067">
                  <c:v>2021-12-03</c:v>
                </c:pt>
                <c:pt idx="1068">
                  <c:v>2021-12-04</c:v>
                </c:pt>
                <c:pt idx="1069">
                  <c:v>2021-12-05</c:v>
                </c:pt>
                <c:pt idx="1070">
                  <c:v>2021-12-06</c:v>
                </c:pt>
                <c:pt idx="1071">
                  <c:v>2021-12-07</c:v>
                </c:pt>
                <c:pt idx="1072">
                  <c:v>2021-12-08</c:v>
                </c:pt>
                <c:pt idx="1073">
                  <c:v>2021-12-09</c:v>
                </c:pt>
                <c:pt idx="1074">
                  <c:v>2021-12-10</c:v>
                </c:pt>
                <c:pt idx="1075">
                  <c:v>2021-12-11</c:v>
                </c:pt>
                <c:pt idx="1076">
                  <c:v>2021-12-12</c:v>
                </c:pt>
                <c:pt idx="1077">
                  <c:v>2021-12-13</c:v>
                </c:pt>
                <c:pt idx="1078">
                  <c:v>2021-12-14</c:v>
                </c:pt>
                <c:pt idx="1079">
                  <c:v>2021-12-15</c:v>
                </c:pt>
                <c:pt idx="1080">
                  <c:v>2021-12-16</c:v>
                </c:pt>
                <c:pt idx="1081">
                  <c:v>2021-12-17</c:v>
                </c:pt>
                <c:pt idx="1082">
                  <c:v>2021-12-18</c:v>
                </c:pt>
                <c:pt idx="1083">
                  <c:v>2021-12-19</c:v>
                </c:pt>
                <c:pt idx="1084">
                  <c:v>2021-12-20</c:v>
                </c:pt>
                <c:pt idx="1085">
                  <c:v>2021-12-21</c:v>
                </c:pt>
                <c:pt idx="1086">
                  <c:v>2021-12-22</c:v>
                </c:pt>
                <c:pt idx="1087">
                  <c:v>2021-12-23</c:v>
                </c:pt>
                <c:pt idx="1088">
                  <c:v>2021-12-24</c:v>
                </c:pt>
                <c:pt idx="1089">
                  <c:v>2021-12-25</c:v>
                </c:pt>
                <c:pt idx="1090">
                  <c:v>2021-12-26</c:v>
                </c:pt>
                <c:pt idx="1091">
                  <c:v>2021-12-27</c:v>
                </c:pt>
                <c:pt idx="1092">
                  <c:v>2021-12-28</c:v>
                </c:pt>
                <c:pt idx="1093">
                  <c:v>2021-12-29</c:v>
                </c:pt>
                <c:pt idx="1094">
                  <c:v>2021-12-30</c:v>
                </c:pt>
                <c:pt idx="1095">
                  <c:v>2021-12-31</c:v>
                </c:pt>
                <c:pt idx="1096">
                  <c:v>2022-01-01</c:v>
                </c:pt>
                <c:pt idx="1097">
                  <c:v>2022-01-02</c:v>
                </c:pt>
                <c:pt idx="1098">
                  <c:v>2022-01-03</c:v>
                </c:pt>
                <c:pt idx="1099">
                  <c:v>2022-01-04</c:v>
                </c:pt>
                <c:pt idx="1100">
                  <c:v>2022-01-05</c:v>
                </c:pt>
                <c:pt idx="1101">
                  <c:v>2022-01-06</c:v>
                </c:pt>
                <c:pt idx="1102">
                  <c:v>2022-01-07</c:v>
                </c:pt>
                <c:pt idx="1103">
                  <c:v>2022-01-08</c:v>
                </c:pt>
                <c:pt idx="1104">
                  <c:v>2022-01-09</c:v>
                </c:pt>
                <c:pt idx="1105">
                  <c:v>2022-01-10</c:v>
                </c:pt>
                <c:pt idx="1106">
                  <c:v>2022-01-11</c:v>
                </c:pt>
                <c:pt idx="1107">
                  <c:v>2022-01-12</c:v>
                </c:pt>
                <c:pt idx="1108">
                  <c:v>2022-01-13</c:v>
                </c:pt>
                <c:pt idx="1109">
                  <c:v>2022-01-14</c:v>
                </c:pt>
                <c:pt idx="1110">
                  <c:v>2022-01-15</c:v>
                </c:pt>
                <c:pt idx="1111">
                  <c:v>2022-01-16</c:v>
                </c:pt>
                <c:pt idx="1112">
                  <c:v>2022-01-17</c:v>
                </c:pt>
                <c:pt idx="1113">
                  <c:v>2022-01-18</c:v>
                </c:pt>
                <c:pt idx="1114">
                  <c:v>2022-01-19</c:v>
                </c:pt>
                <c:pt idx="1115">
                  <c:v>2022-01-20</c:v>
                </c:pt>
                <c:pt idx="1116">
                  <c:v>2022-01-21</c:v>
                </c:pt>
                <c:pt idx="1117">
                  <c:v>2022-01-22</c:v>
                </c:pt>
                <c:pt idx="1118">
                  <c:v>2022-01-23</c:v>
                </c:pt>
                <c:pt idx="1119">
                  <c:v>2022-01-24</c:v>
                </c:pt>
                <c:pt idx="1120">
                  <c:v>2022-01-25</c:v>
                </c:pt>
                <c:pt idx="1121">
                  <c:v>2022-01-26</c:v>
                </c:pt>
                <c:pt idx="1122">
                  <c:v>2022-01-27</c:v>
                </c:pt>
                <c:pt idx="1123">
                  <c:v>2022-01-28</c:v>
                </c:pt>
                <c:pt idx="1124">
                  <c:v>2022-01-29</c:v>
                </c:pt>
                <c:pt idx="1125">
                  <c:v>2022-01-30</c:v>
                </c:pt>
                <c:pt idx="1126">
                  <c:v>2022-01-31</c:v>
                </c:pt>
                <c:pt idx="1127">
                  <c:v>2022-02-01</c:v>
                </c:pt>
                <c:pt idx="1128">
                  <c:v>2022-02-02</c:v>
                </c:pt>
                <c:pt idx="1129">
                  <c:v>2022-02-03</c:v>
                </c:pt>
                <c:pt idx="1130">
                  <c:v>2022-02-04</c:v>
                </c:pt>
                <c:pt idx="1131">
                  <c:v>2022-02-05</c:v>
                </c:pt>
                <c:pt idx="1132">
                  <c:v>2022-02-06</c:v>
                </c:pt>
                <c:pt idx="1133">
                  <c:v>2022-02-07</c:v>
                </c:pt>
                <c:pt idx="1134">
                  <c:v>2022-02-08</c:v>
                </c:pt>
                <c:pt idx="1135">
                  <c:v>2022-02-09</c:v>
                </c:pt>
                <c:pt idx="1136">
                  <c:v>2022-02-10</c:v>
                </c:pt>
                <c:pt idx="1137">
                  <c:v>2022-02-11</c:v>
                </c:pt>
                <c:pt idx="1138">
                  <c:v>2022-02-12</c:v>
                </c:pt>
                <c:pt idx="1139">
                  <c:v>2022-02-13</c:v>
                </c:pt>
                <c:pt idx="1140">
                  <c:v>2022-02-14</c:v>
                </c:pt>
                <c:pt idx="1141">
                  <c:v>2022-02-15</c:v>
                </c:pt>
                <c:pt idx="1142">
                  <c:v>2022-02-16</c:v>
                </c:pt>
                <c:pt idx="1143">
                  <c:v>2022-02-17</c:v>
                </c:pt>
                <c:pt idx="1144">
                  <c:v>2022-02-18</c:v>
                </c:pt>
                <c:pt idx="1145">
                  <c:v>2022-02-19</c:v>
                </c:pt>
                <c:pt idx="1146">
                  <c:v>2022-02-20</c:v>
                </c:pt>
                <c:pt idx="1147">
                  <c:v>2022-02-21</c:v>
                </c:pt>
                <c:pt idx="1148">
                  <c:v>2022-02-22</c:v>
                </c:pt>
                <c:pt idx="1149">
                  <c:v>2022-02-23</c:v>
                </c:pt>
                <c:pt idx="1150">
                  <c:v>2022-02-24</c:v>
                </c:pt>
                <c:pt idx="1151">
                  <c:v>2022-02-25</c:v>
                </c:pt>
                <c:pt idx="1152">
                  <c:v>2022-02-26</c:v>
                </c:pt>
                <c:pt idx="1153">
                  <c:v>2022-02-27</c:v>
                </c:pt>
                <c:pt idx="1154">
                  <c:v>2022-02-28</c:v>
                </c:pt>
                <c:pt idx="1155">
                  <c:v>2022-03-01</c:v>
                </c:pt>
                <c:pt idx="1156">
                  <c:v>2022-03-02</c:v>
                </c:pt>
                <c:pt idx="1157">
                  <c:v>2022-03-03</c:v>
                </c:pt>
                <c:pt idx="1158">
                  <c:v>2022-03-04</c:v>
                </c:pt>
                <c:pt idx="1159">
                  <c:v>2022-03-05</c:v>
                </c:pt>
                <c:pt idx="1160">
                  <c:v>2022-03-06</c:v>
                </c:pt>
                <c:pt idx="1161">
                  <c:v>2022-03-07</c:v>
                </c:pt>
                <c:pt idx="1162">
                  <c:v>2022-03-08</c:v>
                </c:pt>
                <c:pt idx="1163">
                  <c:v>2022-03-09</c:v>
                </c:pt>
                <c:pt idx="1164">
                  <c:v>2022-03-10</c:v>
                </c:pt>
                <c:pt idx="1165">
                  <c:v>2022-03-11</c:v>
                </c:pt>
                <c:pt idx="1166">
                  <c:v>2022-03-12</c:v>
                </c:pt>
                <c:pt idx="1167">
                  <c:v>2022-03-13</c:v>
                </c:pt>
                <c:pt idx="1168">
                  <c:v>2022-03-14</c:v>
                </c:pt>
                <c:pt idx="1169">
                  <c:v>2022-03-15</c:v>
                </c:pt>
                <c:pt idx="1170">
                  <c:v>2022-03-16</c:v>
                </c:pt>
                <c:pt idx="1171">
                  <c:v>2022-03-17</c:v>
                </c:pt>
                <c:pt idx="1172">
                  <c:v>2022-03-18</c:v>
                </c:pt>
                <c:pt idx="1173">
                  <c:v>2022-03-19</c:v>
                </c:pt>
                <c:pt idx="1174">
                  <c:v>2022-03-20</c:v>
                </c:pt>
                <c:pt idx="1175">
                  <c:v>2022-03-21</c:v>
                </c:pt>
                <c:pt idx="1176">
                  <c:v>2022-03-22</c:v>
                </c:pt>
                <c:pt idx="1177">
                  <c:v>2022-03-23</c:v>
                </c:pt>
                <c:pt idx="1178">
                  <c:v>2022-03-24</c:v>
                </c:pt>
                <c:pt idx="1179">
                  <c:v>2022-03-25</c:v>
                </c:pt>
                <c:pt idx="1180">
                  <c:v>2022-03-26</c:v>
                </c:pt>
                <c:pt idx="1181">
                  <c:v>2022-03-27</c:v>
                </c:pt>
                <c:pt idx="1182">
                  <c:v>2022-03-28</c:v>
                </c:pt>
                <c:pt idx="1183">
                  <c:v>2022-03-29</c:v>
                </c:pt>
                <c:pt idx="1184">
                  <c:v>2022-03-30</c:v>
                </c:pt>
                <c:pt idx="1185">
                  <c:v>2022-03-31</c:v>
                </c:pt>
                <c:pt idx="1186">
                  <c:v>2022-04-01</c:v>
                </c:pt>
                <c:pt idx="1187">
                  <c:v>2022-04-02</c:v>
                </c:pt>
                <c:pt idx="1188">
                  <c:v>2022-04-03</c:v>
                </c:pt>
                <c:pt idx="1189">
                  <c:v>2022-04-04</c:v>
                </c:pt>
                <c:pt idx="1190">
                  <c:v>2022-04-05</c:v>
                </c:pt>
                <c:pt idx="1191">
                  <c:v>2022-04-06</c:v>
                </c:pt>
                <c:pt idx="1192">
                  <c:v>2022-04-07</c:v>
                </c:pt>
                <c:pt idx="1193">
                  <c:v>2022-04-08</c:v>
                </c:pt>
                <c:pt idx="1194">
                  <c:v>2022-04-09</c:v>
                </c:pt>
                <c:pt idx="1195">
                  <c:v>2022-04-10</c:v>
                </c:pt>
                <c:pt idx="1196">
                  <c:v>2022-04-11</c:v>
                </c:pt>
                <c:pt idx="1197">
                  <c:v>2022-04-12</c:v>
                </c:pt>
                <c:pt idx="1198">
                  <c:v>2022-04-13</c:v>
                </c:pt>
                <c:pt idx="1199">
                  <c:v>2022-04-14</c:v>
                </c:pt>
                <c:pt idx="1200">
                  <c:v>2022-04-15</c:v>
                </c:pt>
                <c:pt idx="1201">
                  <c:v>2022-04-16</c:v>
                </c:pt>
                <c:pt idx="1202">
                  <c:v>2022-04-17</c:v>
                </c:pt>
                <c:pt idx="1203">
                  <c:v>2022-04-18</c:v>
                </c:pt>
                <c:pt idx="1204">
                  <c:v>2022-04-19</c:v>
                </c:pt>
                <c:pt idx="1205">
                  <c:v>2022-04-20</c:v>
                </c:pt>
                <c:pt idx="1206">
                  <c:v>2022-04-21</c:v>
                </c:pt>
                <c:pt idx="1207">
                  <c:v>2022-04-22</c:v>
                </c:pt>
                <c:pt idx="1208">
                  <c:v>2022-04-23</c:v>
                </c:pt>
                <c:pt idx="1209">
                  <c:v>2022-04-24</c:v>
                </c:pt>
                <c:pt idx="1210">
                  <c:v>2022-04-25</c:v>
                </c:pt>
                <c:pt idx="1211">
                  <c:v>2022-04-26</c:v>
                </c:pt>
                <c:pt idx="1212">
                  <c:v>2022-04-27</c:v>
                </c:pt>
                <c:pt idx="1213">
                  <c:v>2022-04-28</c:v>
                </c:pt>
                <c:pt idx="1214">
                  <c:v>2022-04-29</c:v>
                </c:pt>
                <c:pt idx="1215">
                  <c:v>2022-04-30</c:v>
                </c:pt>
                <c:pt idx="1216">
                  <c:v>2022-05-01</c:v>
                </c:pt>
                <c:pt idx="1217">
                  <c:v>2022-05-02</c:v>
                </c:pt>
                <c:pt idx="1218">
                  <c:v>2022-05-03</c:v>
                </c:pt>
                <c:pt idx="1219">
                  <c:v>2022-05-04</c:v>
                </c:pt>
                <c:pt idx="1220">
                  <c:v>2022-05-05</c:v>
                </c:pt>
                <c:pt idx="1221">
                  <c:v>2022-05-06</c:v>
                </c:pt>
                <c:pt idx="1222">
                  <c:v>2022-05-07</c:v>
                </c:pt>
                <c:pt idx="1223">
                  <c:v>2022-05-08</c:v>
                </c:pt>
                <c:pt idx="1224">
                  <c:v>2022-05-09</c:v>
                </c:pt>
                <c:pt idx="1225">
                  <c:v>2022-05-10</c:v>
                </c:pt>
                <c:pt idx="1226">
                  <c:v>2022-05-11</c:v>
                </c:pt>
                <c:pt idx="1227">
                  <c:v>2022-05-12</c:v>
                </c:pt>
                <c:pt idx="1228">
                  <c:v>2022-05-13</c:v>
                </c:pt>
                <c:pt idx="1229">
                  <c:v>2022-05-14</c:v>
                </c:pt>
                <c:pt idx="1230">
                  <c:v>2022-05-15</c:v>
                </c:pt>
                <c:pt idx="1231">
                  <c:v>2022-05-16</c:v>
                </c:pt>
                <c:pt idx="1232">
                  <c:v>2022-05-17</c:v>
                </c:pt>
                <c:pt idx="1233">
                  <c:v>2022-05-18</c:v>
                </c:pt>
                <c:pt idx="1234">
                  <c:v>2022-05-19</c:v>
                </c:pt>
                <c:pt idx="1235">
                  <c:v>2022-05-20</c:v>
                </c:pt>
                <c:pt idx="1236">
                  <c:v>2022-05-21</c:v>
                </c:pt>
                <c:pt idx="1237">
                  <c:v>2022-05-22</c:v>
                </c:pt>
                <c:pt idx="1238">
                  <c:v>2022-05-23</c:v>
                </c:pt>
                <c:pt idx="1239">
                  <c:v>2022-05-24</c:v>
                </c:pt>
                <c:pt idx="1240">
                  <c:v>2022-05-25</c:v>
                </c:pt>
                <c:pt idx="1241">
                  <c:v>2022-05-26</c:v>
                </c:pt>
                <c:pt idx="1242">
                  <c:v>2022-05-27</c:v>
                </c:pt>
                <c:pt idx="1243">
                  <c:v>2022-05-28</c:v>
                </c:pt>
                <c:pt idx="1244">
                  <c:v>2022-05-29</c:v>
                </c:pt>
                <c:pt idx="1245">
                  <c:v>2022-05-30</c:v>
                </c:pt>
                <c:pt idx="1246">
                  <c:v>2022-05-31</c:v>
                </c:pt>
                <c:pt idx="1247">
                  <c:v>2022-06-01</c:v>
                </c:pt>
                <c:pt idx="1248">
                  <c:v>2022-06-02</c:v>
                </c:pt>
                <c:pt idx="1249">
                  <c:v>2022-06-03</c:v>
                </c:pt>
                <c:pt idx="1250">
                  <c:v>2022-06-04</c:v>
                </c:pt>
                <c:pt idx="1251">
                  <c:v>2022-06-05</c:v>
                </c:pt>
                <c:pt idx="1252">
                  <c:v>2022-06-06</c:v>
                </c:pt>
                <c:pt idx="1253">
                  <c:v>2022-06-07</c:v>
                </c:pt>
                <c:pt idx="1254">
                  <c:v>2022-06-08</c:v>
                </c:pt>
                <c:pt idx="1255">
                  <c:v>2022-06-09</c:v>
                </c:pt>
                <c:pt idx="1256">
                  <c:v>2022-06-10</c:v>
                </c:pt>
                <c:pt idx="1257">
                  <c:v>2022-06-11</c:v>
                </c:pt>
                <c:pt idx="1258">
                  <c:v>2022-06-12</c:v>
                </c:pt>
                <c:pt idx="1259">
                  <c:v>2022-06-13</c:v>
                </c:pt>
                <c:pt idx="1260">
                  <c:v>2022-06-14</c:v>
                </c:pt>
                <c:pt idx="1261">
                  <c:v>2022-06-15</c:v>
                </c:pt>
                <c:pt idx="1262">
                  <c:v>2022-06-16</c:v>
                </c:pt>
                <c:pt idx="1263">
                  <c:v>2022-06-17</c:v>
                </c:pt>
                <c:pt idx="1264">
                  <c:v>2022-06-18</c:v>
                </c:pt>
                <c:pt idx="1265">
                  <c:v>2022-06-19</c:v>
                </c:pt>
                <c:pt idx="1266">
                  <c:v>2022-06-20</c:v>
                </c:pt>
                <c:pt idx="1267">
                  <c:v>2022-06-21</c:v>
                </c:pt>
                <c:pt idx="1268">
                  <c:v>2022-06-22</c:v>
                </c:pt>
                <c:pt idx="1269">
                  <c:v>2022-06-23</c:v>
                </c:pt>
                <c:pt idx="1270">
                  <c:v>2022-06-24</c:v>
                </c:pt>
                <c:pt idx="1271">
                  <c:v>2022-06-25</c:v>
                </c:pt>
                <c:pt idx="1272">
                  <c:v>2022-06-26</c:v>
                </c:pt>
                <c:pt idx="1273">
                  <c:v>2022-06-27</c:v>
                </c:pt>
                <c:pt idx="1274">
                  <c:v>2022-06-28</c:v>
                </c:pt>
                <c:pt idx="1275">
                  <c:v>2022-06-29</c:v>
                </c:pt>
                <c:pt idx="1276">
                  <c:v>2022-06-30</c:v>
                </c:pt>
                <c:pt idx="1277">
                  <c:v>2022-07-01</c:v>
                </c:pt>
                <c:pt idx="1278">
                  <c:v>2022-07-02</c:v>
                </c:pt>
                <c:pt idx="1279">
                  <c:v>2022-07-03</c:v>
                </c:pt>
                <c:pt idx="1280">
                  <c:v>2022-07-04</c:v>
                </c:pt>
                <c:pt idx="1281">
                  <c:v>2022-07-05</c:v>
                </c:pt>
                <c:pt idx="1282">
                  <c:v>2022-07-06</c:v>
                </c:pt>
                <c:pt idx="1283">
                  <c:v>2022-07-07</c:v>
                </c:pt>
                <c:pt idx="1284">
                  <c:v>2022-07-08</c:v>
                </c:pt>
                <c:pt idx="1285">
                  <c:v>2022-07-09</c:v>
                </c:pt>
                <c:pt idx="1286">
                  <c:v>2022-07-10</c:v>
                </c:pt>
                <c:pt idx="1287">
                  <c:v>2022-07-11</c:v>
                </c:pt>
                <c:pt idx="1288">
                  <c:v>2022-07-12</c:v>
                </c:pt>
                <c:pt idx="1289">
                  <c:v>2022-07-13</c:v>
                </c:pt>
                <c:pt idx="1290">
                  <c:v>2022-07-14</c:v>
                </c:pt>
                <c:pt idx="1291">
                  <c:v>2022-07-15</c:v>
                </c:pt>
                <c:pt idx="1292">
                  <c:v>2022-07-16</c:v>
                </c:pt>
                <c:pt idx="1293">
                  <c:v>2022-07-17</c:v>
                </c:pt>
                <c:pt idx="1294">
                  <c:v>2022-07-18</c:v>
                </c:pt>
                <c:pt idx="1295">
                  <c:v>2022-07-19</c:v>
                </c:pt>
                <c:pt idx="1296">
                  <c:v>2022-07-20</c:v>
                </c:pt>
                <c:pt idx="1297">
                  <c:v>2022-07-21</c:v>
                </c:pt>
                <c:pt idx="1298">
                  <c:v>2022-07-22</c:v>
                </c:pt>
                <c:pt idx="1299">
                  <c:v>2022-07-23</c:v>
                </c:pt>
                <c:pt idx="1300">
                  <c:v>2022-07-24</c:v>
                </c:pt>
                <c:pt idx="1301">
                  <c:v>2022-07-25</c:v>
                </c:pt>
                <c:pt idx="1302">
                  <c:v>2022-07-26</c:v>
                </c:pt>
                <c:pt idx="1303">
                  <c:v>2022-07-27</c:v>
                </c:pt>
                <c:pt idx="1304">
                  <c:v>2022-07-28</c:v>
                </c:pt>
                <c:pt idx="1305">
                  <c:v>2022-07-29</c:v>
                </c:pt>
                <c:pt idx="1306">
                  <c:v>2022-07-30</c:v>
                </c:pt>
                <c:pt idx="1307">
                  <c:v>2022-07-31</c:v>
                </c:pt>
                <c:pt idx="1308">
                  <c:v>2022-08-01</c:v>
                </c:pt>
                <c:pt idx="1309">
                  <c:v>2022-08-02</c:v>
                </c:pt>
                <c:pt idx="1310">
                  <c:v>2022-08-03</c:v>
                </c:pt>
                <c:pt idx="1311">
                  <c:v>2022-08-04</c:v>
                </c:pt>
                <c:pt idx="1312">
                  <c:v>2022-08-05</c:v>
                </c:pt>
                <c:pt idx="1313">
                  <c:v>2022-08-06</c:v>
                </c:pt>
                <c:pt idx="1314">
                  <c:v>2022-08-07</c:v>
                </c:pt>
                <c:pt idx="1315">
                  <c:v>2022-08-08</c:v>
                </c:pt>
                <c:pt idx="1316">
                  <c:v>2022-08-09</c:v>
                </c:pt>
                <c:pt idx="1317">
                  <c:v>2022-08-10</c:v>
                </c:pt>
                <c:pt idx="1318">
                  <c:v>2022-08-11</c:v>
                </c:pt>
                <c:pt idx="1319">
                  <c:v>2022-08-12</c:v>
                </c:pt>
                <c:pt idx="1320">
                  <c:v>2022-08-13</c:v>
                </c:pt>
                <c:pt idx="1321">
                  <c:v>2022-08-14</c:v>
                </c:pt>
                <c:pt idx="1322">
                  <c:v>2022-08-15</c:v>
                </c:pt>
                <c:pt idx="1323">
                  <c:v>2022-08-16</c:v>
                </c:pt>
                <c:pt idx="1324">
                  <c:v>2022-08-17</c:v>
                </c:pt>
                <c:pt idx="1325">
                  <c:v>2022-08-18</c:v>
                </c:pt>
                <c:pt idx="1326">
                  <c:v>2022-08-19</c:v>
                </c:pt>
                <c:pt idx="1327">
                  <c:v>2022-08-20</c:v>
                </c:pt>
                <c:pt idx="1328">
                  <c:v>2022-08-21</c:v>
                </c:pt>
                <c:pt idx="1329">
                  <c:v>2022-08-22</c:v>
                </c:pt>
                <c:pt idx="1330">
                  <c:v>2022-08-23</c:v>
                </c:pt>
                <c:pt idx="1331">
                  <c:v>2022-08-24</c:v>
                </c:pt>
                <c:pt idx="1332">
                  <c:v>2022-08-25</c:v>
                </c:pt>
                <c:pt idx="1333">
                  <c:v>2022-08-26</c:v>
                </c:pt>
                <c:pt idx="1334">
                  <c:v>2022-08-27</c:v>
                </c:pt>
                <c:pt idx="1335">
                  <c:v>2022-08-28</c:v>
                </c:pt>
                <c:pt idx="1336">
                  <c:v>2022-08-29</c:v>
                </c:pt>
                <c:pt idx="1337">
                  <c:v>2022-08-30</c:v>
                </c:pt>
                <c:pt idx="1338">
                  <c:v>2022-08-31</c:v>
                </c:pt>
                <c:pt idx="1339">
                  <c:v>2022-09-01</c:v>
                </c:pt>
                <c:pt idx="1340">
                  <c:v>2022-09-02</c:v>
                </c:pt>
                <c:pt idx="1341">
                  <c:v>2022-09-03</c:v>
                </c:pt>
                <c:pt idx="1342">
                  <c:v>2022-09-04</c:v>
                </c:pt>
                <c:pt idx="1343">
                  <c:v>2022-09-05</c:v>
                </c:pt>
                <c:pt idx="1344">
                  <c:v>2022-09-06</c:v>
                </c:pt>
                <c:pt idx="1345">
                  <c:v>2022-09-07</c:v>
                </c:pt>
                <c:pt idx="1346">
                  <c:v>2022-09-08</c:v>
                </c:pt>
                <c:pt idx="1347">
                  <c:v>2022-09-09</c:v>
                </c:pt>
                <c:pt idx="1348">
                  <c:v>2022-09-10</c:v>
                </c:pt>
                <c:pt idx="1349">
                  <c:v>2022-09-11</c:v>
                </c:pt>
                <c:pt idx="1350">
                  <c:v>2022-09-12</c:v>
                </c:pt>
                <c:pt idx="1351">
                  <c:v>2022-09-13</c:v>
                </c:pt>
                <c:pt idx="1352">
                  <c:v>2022-09-14</c:v>
                </c:pt>
                <c:pt idx="1353">
                  <c:v>2022-09-15</c:v>
                </c:pt>
                <c:pt idx="1354">
                  <c:v>2022-09-16</c:v>
                </c:pt>
                <c:pt idx="1355">
                  <c:v>2022-09-17</c:v>
                </c:pt>
                <c:pt idx="1356">
                  <c:v>2022-09-18</c:v>
                </c:pt>
                <c:pt idx="1357">
                  <c:v>2022-09-19</c:v>
                </c:pt>
                <c:pt idx="1358">
                  <c:v>2022-09-20</c:v>
                </c:pt>
                <c:pt idx="1359">
                  <c:v>2022-09-21</c:v>
                </c:pt>
                <c:pt idx="1360">
                  <c:v>2022-09-22</c:v>
                </c:pt>
                <c:pt idx="1361">
                  <c:v>2022-09-23</c:v>
                </c:pt>
                <c:pt idx="1362">
                  <c:v>2022-09-24</c:v>
                </c:pt>
                <c:pt idx="1363">
                  <c:v>2022-09-25</c:v>
                </c:pt>
                <c:pt idx="1364">
                  <c:v>2022-09-26</c:v>
                </c:pt>
                <c:pt idx="1365">
                  <c:v>2022-09-27</c:v>
                </c:pt>
                <c:pt idx="1366">
                  <c:v>2022-09-28</c:v>
                </c:pt>
                <c:pt idx="1367">
                  <c:v>2022-09-29</c:v>
                </c:pt>
                <c:pt idx="1368">
                  <c:v>2022-09-30</c:v>
                </c:pt>
                <c:pt idx="1369">
                  <c:v>2022-10-01</c:v>
                </c:pt>
                <c:pt idx="1370">
                  <c:v>2022-10-02</c:v>
                </c:pt>
                <c:pt idx="1371">
                  <c:v>2022-10-03</c:v>
                </c:pt>
                <c:pt idx="1372">
                  <c:v>2022-10-04</c:v>
                </c:pt>
                <c:pt idx="1373">
                  <c:v>2022-10-05</c:v>
                </c:pt>
                <c:pt idx="1374">
                  <c:v>2022-10-06</c:v>
                </c:pt>
                <c:pt idx="1375">
                  <c:v>2022-10-07</c:v>
                </c:pt>
                <c:pt idx="1376">
                  <c:v>2022-10-08</c:v>
                </c:pt>
                <c:pt idx="1377">
                  <c:v>2022-10-09</c:v>
                </c:pt>
                <c:pt idx="1378">
                  <c:v>2022-10-10</c:v>
                </c:pt>
                <c:pt idx="1379">
                  <c:v>2022-10-11</c:v>
                </c:pt>
                <c:pt idx="1380">
                  <c:v>2022-10-12</c:v>
                </c:pt>
                <c:pt idx="1381">
                  <c:v>2022-10-13</c:v>
                </c:pt>
                <c:pt idx="1382">
                  <c:v>2022-10-14</c:v>
                </c:pt>
                <c:pt idx="1383">
                  <c:v>2022-10-15</c:v>
                </c:pt>
                <c:pt idx="1384">
                  <c:v>2022-10-16</c:v>
                </c:pt>
                <c:pt idx="1385">
                  <c:v>2022-10-17</c:v>
                </c:pt>
                <c:pt idx="1386">
                  <c:v>2022-10-18</c:v>
                </c:pt>
                <c:pt idx="1387">
                  <c:v>2022-10-19</c:v>
                </c:pt>
                <c:pt idx="1388">
                  <c:v>2022-10-20</c:v>
                </c:pt>
                <c:pt idx="1389">
                  <c:v>2022-10-21</c:v>
                </c:pt>
                <c:pt idx="1390">
                  <c:v>2022-10-22</c:v>
                </c:pt>
                <c:pt idx="1391">
                  <c:v>2022-10-23</c:v>
                </c:pt>
                <c:pt idx="1392">
                  <c:v>2022-10-24</c:v>
                </c:pt>
                <c:pt idx="1393">
                  <c:v>2022-10-25</c:v>
                </c:pt>
                <c:pt idx="1394">
                  <c:v>2022-10-26</c:v>
                </c:pt>
                <c:pt idx="1395">
                  <c:v>2022-10-27</c:v>
                </c:pt>
                <c:pt idx="1396">
                  <c:v>2022-10-28</c:v>
                </c:pt>
                <c:pt idx="1397">
                  <c:v>2022-10-29</c:v>
                </c:pt>
                <c:pt idx="1398">
                  <c:v>2022-10-30</c:v>
                </c:pt>
                <c:pt idx="1399">
                  <c:v>2022-10-31</c:v>
                </c:pt>
                <c:pt idx="1400">
                  <c:v>2022-11-01</c:v>
                </c:pt>
                <c:pt idx="1401">
                  <c:v>2022-11-02</c:v>
                </c:pt>
                <c:pt idx="1402">
                  <c:v>2022-11-03</c:v>
                </c:pt>
                <c:pt idx="1403">
                  <c:v>2022-11-04</c:v>
                </c:pt>
                <c:pt idx="1404">
                  <c:v>2022-11-05</c:v>
                </c:pt>
                <c:pt idx="1405">
                  <c:v>2022-11-06</c:v>
                </c:pt>
                <c:pt idx="1406">
                  <c:v>2022-11-07</c:v>
                </c:pt>
                <c:pt idx="1407">
                  <c:v>2022-11-08</c:v>
                </c:pt>
                <c:pt idx="1408">
                  <c:v>2022-11-09</c:v>
                </c:pt>
                <c:pt idx="1409">
                  <c:v>2022-11-10</c:v>
                </c:pt>
                <c:pt idx="1410">
                  <c:v>2022-11-11</c:v>
                </c:pt>
                <c:pt idx="1411">
                  <c:v>2022-11-12</c:v>
                </c:pt>
                <c:pt idx="1412">
                  <c:v>2022-11-13</c:v>
                </c:pt>
                <c:pt idx="1413">
                  <c:v>2022-11-14</c:v>
                </c:pt>
                <c:pt idx="1414">
                  <c:v>2022-11-15</c:v>
                </c:pt>
                <c:pt idx="1415">
                  <c:v>2022-11-16</c:v>
                </c:pt>
                <c:pt idx="1416">
                  <c:v>2022-11-17</c:v>
                </c:pt>
                <c:pt idx="1417">
                  <c:v>2022-11-18</c:v>
                </c:pt>
                <c:pt idx="1418">
                  <c:v>2022-11-19</c:v>
                </c:pt>
                <c:pt idx="1419">
                  <c:v>2022-11-20</c:v>
                </c:pt>
                <c:pt idx="1420">
                  <c:v>2022-11-21</c:v>
                </c:pt>
                <c:pt idx="1421">
                  <c:v>2022-11-22</c:v>
                </c:pt>
                <c:pt idx="1422">
                  <c:v>2022-11-23</c:v>
                </c:pt>
                <c:pt idx="1423">
                  <c:v>2022-11-24</c:v>
                </c:pt>
                <c:pt idx="1424">
                  <c:v>2022-11-25</c:v>
                </c:pt>
                <c:pt idx="1425">
                  <c:v>2022-11-26</c:v>
                </c:pt>
                <c:pt idx="1426">
                  <c:v>2022-11-27</c:v>
                </c:pt>
                <c:pt idx="1427">
                  <c:v>2022-11-28</c:v>
                </c:pt>
                <c:pt idx="1428">
                  <c:v>2022-11-29</c:v>
                </c:pt>
                <c:pt idx="1429">
                  <c:v>2022-11-30</c:v>
                </c:pt>
                <c:pt idx="1430">
                  <c:v>2022-12-01</c:v>
                </c:pt>
                <c:pt idx="1431">
                  <c:v>2022-12-02</c:v>
                </c:pt>
                <c:pt idx="1432">
                  <c:v>2022-12-03</c:v>
                </c:pt>
                <c:pt idx="1433">
                  <c:v>2022-12-04</c:v>
                </c:pt>
                <c:pt idx="1434">
                  <c:v>2022-12-05</c:v>
                </c:pt>
                <c:pt idx="1435">
                  <c:v>2022-12-06</c:v>
                </c:pt>
                <c:pt idx="1436">
                  <c:v>2022-12-07</c:v>
                </c:pt>
                <c:pt idx="1437">
                  <c:v>2022-12-08</c:v>
                </c:pt>
                <c:pt idx="1438">
                  <c:v>2022-12-09</c:v>
                </c:pt>
                <c:pt idx="1439">
                  <c:v>2022-12-10</c:v>
                </c:pt>
                <c:pt idx="1440">
                  <c:v>2022-12-11</c:v>
                </c:pt>
                <c:pt idx="1441">
                  <c:v>2022-12-12</c:v>
                </c:pt>
                <c:pt idx="1442">
                  <c:v>2022-12-13</c:v>
                </c:pt>
                <c:pt idx="1443">
                  <c:v>2022-12-14</c:v>
                </c:pt>
                <c:pt idx="1444">
                  <c:v>2022-12-15</c:v>
                </c:pt>
                <c:pt idx="1445">
                  <c:v>2022-12-16</c:v>
                </c:pt>
                <c:pt idx="1446">
                  <c:v>2022-12-17</c:v>
                </c:pt>
                <c:pt idx="1447">
                  <c:v>2022-12-18</c:v>
                </c:pt>
                <c:pt idx="1448">
                  <c:v>2022-12-19</c:v>
                </c:pt>
                <c:pt idx="1449">
                  <c:v>2022-12-20</c:v>
                </c:pt>
                <c:pt idx="1450">
                  <c:v>2022-12-21</c:v>
                </c:pt>
                <c:pt idx="1451">
                  <c:v>2022-12-22</c:v>
                </c:pt>
                <c:pt idx="1452">
                  <c:v>2022-12-23</c:v>
                </c:pt>
                <c:pt idx="1453">
                  <c:v>2022-12-24</c:v>
                </c:pt>
                <c:pt idx="1454">
                  <c:v>2022-12-25</c:v>
                </c:pt>
                <c:pt idx="1455">
                  <c:v>2022-12-26</c:v>
                </c:pt>
                <c:pt idx="1456">
                  <c:v>2022-12-27</c:v>
                </c:pt>
                <c:pt idx="1457">
                  <c:v>2022-12-28</c:v>
                </c:pt>
                <c:pt idx="1458">
                  <c:v>2022-12-29</c:v>
                </c:pt>
                <c:pt idx="1459">
                  <c:v>2022-12-30</c:v>
                </c:pt>
                <c:pt idx="1460">
                  <c:v>2022-12-31</c:v>
                </c:pt>
                <c:pt idx="1461">
                  <c:v>2023-01-01</c:v>
                </c:pt>
                <c:pt idx="1462">
                  <c:v>2023-01-02</c:v>
                </c:pt>
                <c:pt idx="1463">
                  <c:v>2023-01-03</c:v>
                </c:pt>
                <c:pt idx="1464">
                  <c:v>2023-01-04</c:v>
                </c:pt>
                <c:pt idx="1465">
                  <c:v>2023-01-05</c:v>
                </c:pt>
                <c:pt idx="1466">
                  <c:v>2023-01-06</c:v>
                </c:pt>
                <c:pt idx="1467">
                  <c:v>2023-01-07</c:v>
                </c:pt>
                <c:pt idx="1468">
                  <c:v>2023-01-08</c:v>
                </c:pt>
                <c:pt idx="1469">
                  <c:v>2023-01-09</c:v>
                </c:pt>
                <c:pt idx="1470">
                  <c:v>2023-01-10</c:v>
                </c:pt>
                <c:pt idx="1471">
                  <c:v>2023-01-11</c:v>
                </c:pt>
                <c:pt idx="1472">
                  <c:v>2023-01-12</c:v>
                </c:pt>
                <c:pt idx="1473">
                  <c:v>2023-01-13</c:v>
                </c:pt>
                <c:pt idx="1474">
                  <c:v>2023-01-14</c:v>
                </c:pt>
                <c:pt idx="1475">
                  <c:v>2023-01-15</c:v>
                </c:pt>
                <c:pt idx="1476">
                  <c:v>2023-01-16</c:v>
                </c:pt>
                <c:pt idx="1477">
                  <c:v>2023-01-17</c:v>
                </c:pt>
                <c:pt idx="1478">
                  <c:v>2023-01-18</c:v>
                </c:pt>
                <c:pt idx="1479">
                  <c:v>2023-01-19</c:v>
                </c:pt>
                <c:pt idx="1480">
                  <c:v>2023-01-20</c:v>
                </c:pt>
                <c:pt idx="1481">
                  <c:v>2023-01-21</c:v>
                </c:pt>
                <c:pt idx="1482">
                  <c:v>2023-01-22</c:v>
                </c:pt>
                <c:pt idx="1483">
                  <c:v>2023-01-23</c:v>
                </c:pt>
                <c:pt idx="1484">
                  <c:v>2023-01-24</c:v>
                </c:pt>
                <c:pt idx="1485">
                  <c:v>2023-01-25</c:v>
                </c:pt>
                <c:pt idx="1486">
                  <c:v>2023-01-26</c:v>
                </c:pt>
                <c:pt idx="1487">
                  <c:v>2023-01-27</c:v>
                </c:pt>
                <c:pt idx="1488">
                  <c:v>2023-01-28</c:v>
                </c:pt>
                <c:pt idx="1489">
                  <c:v>2023-01-29</c:v>
                </c:pt>
                <c:pt idx="1490">
                  <c:v>2023-01-30</c:v>
                </c:pt>
                <c:pt idx="1491">
                  <c:v>2023-01-31</c:v>
                </c:pt>
                <c:pt idx="1492">
                  <c:v>2023-02-01</c:v>
                </c:pt>
                <c:pt idx="1493">
                  <c:v>2023-02-02</c:v>
                </c:pt>
                <c:pt idx="1494">
                  <c:v>2023-02-03</c:v>
                </c:pt>
                <c:pt idx="1495">
                  <c:v>2023-02-04</c:v>
                </c:pt>
                <c:pt idx="1496">
                  <c:v>2023-02-05</c:v>
                </c:pt>
                <c:pt idx="1497">
                  <c:v>2023-02-06</c:v>
                </c:pt>
                <c:pt idx="1498">
                  <c:v>2023-02-07</c:v>
                </c:pt>
                <c:pt idx="1499">
                  <c:v>2023-02-08</c:v>
                </c:pt>
                <c:pt idx="1500">
                  <c:v>2023-02-09</c:v>
                </c:pt>
                <c:pt idx="1501">
                  <c:v>2023-02-10</c:v>
                </c:pt>
                <c:pt idx="1502">
                  <c:v>2023-02-11</c:v>
                </c:pt>
                <c:pt idx="1503">
                  <c:v>2023-02-12</c:v>
                </c:pt>
                <c:pt idx="1504">
                  <c:v>2023-02-13</c:v>
                </c:pt>
                <c:pt idx="1505">
                  <c:v>2023-02-14</c:v>
                </c:pt>
                <c:pt idx="1506">
                  <c:v>2023-02-15</c:v>
                </c:pt>
                <c:pt idx="1507">
                  <c:v>2023-02-16</c:v>
                </c:pt>
                <c:pt idx="1508">
                  <c:v>2023-02-17</c:v>
                </c:pt>
                <c:pt idx="1509">
                  <c:v>2023-02-18</c:v>
                </c:pt>
                <c:pt idx="1510">
                  <c:v>2023-02-19</c:v>
                </c:pt>
                <c:pt idx="1511">
                  <c:v>2023-02-20</c:v>
                </c:pt>
                <c:pt idx="1512">
                  <c:v>2023-02-21</c:v>
                </c:pt>
                <c:pt idx="1513">
                  <c:v>2023-02-22</c:v>
                </c:pt>
                <c:pt idx="1514">
                  <c:v>2023-02-23</c:v>
                </c:pt>
                <c:pt idx="1515">
                  <c:v>2023-02-24</c:v>
                </c:pt>
                <c:pt idx="1516">
                  <c:v>2023-02-25</c:v>
                </c:pt>
                <c:pt idx="1517">
                  <c:v>2023-02-26</c:v>
                </c:pt>
                <c:pt idx="1518">
                  <c:v>2023-02-27</c:v>
                </c:pt>
                <c:pt idx="1519">
                  <c:v>2023-02-28</c:v>
                </c:pt>
                <c:pt idx="1520">
                  <c:v>2023-03-01</c:v>
                </c:pt>
                <c:pt idx="1521">
                  <c:v>2023-03-02</c:v>
                </c:pt>
                <c:pt idx="1522">
                  <c:v>2023-03-03</c:v>
                </c:pt>
                <c:pt idx="1523">
                  <c:v>2023-03-04</c:v>
                </c:pt>
                <c:pt idx="1524">
                  <c:v>2023-03-05</c:v>
                </c:pt>
                <c:pt idx="1525">
                  <c:v>2023-03-06</c:v>
                </c:pt>
                <c:pt idx="1526">
                  <c:v>2023-03-07</c:v>
                </c:pt>
                <c:pt idx="1527">
                  <c:v>2023-03-08</c:v>
                </c:pt>
                <c:pt idx="1528">
                  <c:v>2023-03-09</c:v>
                </c:pt>
                <c:pt idx="1529">
                  <c:v>2023-03-10</c:v>
                </c:pt>
                <c:pt idx="1530">
                  <c:v>2023-03-11</c:v>
                </c:pt>
                <c:pt idx="1531">
                  <c:v>2023-03-12</c:v>
                </c:pt>
                <c:pt idx="1532">
                  <c:v>2023-03-13</c:v>
                </c:pt>
                <c:pt idx="1533">
                  <c:v>2023-03-14</c:v>
                </c:pt>
                <c:pt idx="1534">
                  <c:v>2023-03-15</c:v>
                </c:pt>
                <c:pt idx="1535">
                  <c:v>2023-03-16</c:v>
                </c:pt>
                <c:pt idx="1536">
                  <c:v>2023-03-17</c:v>
                </c:pt>
                <c:pt idx="1537">
                  <c:v>2023-03-18</c:v>
                </c:pt>
                <c:pt idx="1538">
                  <c:v>2023-03-19</c:v>
                </c:pt>
                <c:pt idx="1539">
                  <c:v>2023-03-20</c:v>
                </c:pt>
                <c:pt idx="1540">
                  <c:v>2023-03-21</c:v>
                </c:pt>
                <c:pt idx="1541">
                  <c:v>2023-03-22</c:v>
                </c:pt>
                <c:pt idx="1542">
                  <c:v>2023-03-23</c:v>
                </c:pt>
                <c:pt idx="1543">
                  <c:v>2023-03-24</c:v>
                </c:pt>
                <c:pt idx="1544">
                  <c:v>2023-03-25</c:v>
                </c:pt>
                <c:pt idx="1545">
                  <c:v>2023-03-26</c:v>
                </c:pt>
                <c:pt idx="1546">
                  <c:v>2023-03-27</c:v>
                </c:pt>
                <c:pt idx="1547">
                  <c:v>2023-03-28</c:v>
                </c:pt>
                <c:pt idx="1548">
                  <c:v>2023-03-29</c:v>
                </c:pt>
                <c:pt idx="1549">
                  <c:v>2023-03-30</c:v>
                </c:pt>
                <c:pt idx="1550">
                  <c:v>2023-03-31</c:v>
                </c:pt>
                <c:pt idx="1551">
                  <c:v>2023-04-01</c:v>
                </c:pt>
                <c:pt idx="1552">
                  <c:v>2023-04-02</c:v>
                </c:pt>
                <c:pt idx="1553">
                  <c:v>2023-04-03</c:v>
                </c:pt>
                <c:pt idx="1554">
                  <c:v>2023-04-04</c:v>
                </c:pt>
                <c:pt idx="1555">
                  <c:v>2023-04-05</c:v>
                </c:pt>
                <c:pt idx="1556">
                  <c:v>2023-04-06</c:v>
                </c:pt>
                <c:pt idx="1557">
                  <c:v>2023-04-07</c:v>
                </c:pt>
                <c:pt idx="1558">
                  <c:v>2023-04-08</c:v>
                </c:pt>
                <c:pt idx="1559">
                  <c:v>2023-04-09</c:v>
                </c:pt>
                <c:pt idx="1560">
                  <c:v>2023-04-10</c:v>
                </c:pt>
                <c:pt idx="1561">
                  <c:v>2023-04-11</c:v>
                </c:pt>
                <c:pt idx="1562">
                  <c:v>2023-04-12</c:v>
                </c:pt>
                <c:pt idx="1563">
                  <c:v>2023-04-13</c:v>
                </c:pt>
                <c:pt idx="1564">
                  <c:v>2023-04-14</c:v>
                </c:pt>
                <c:pt idx="1565">
                  <c:v>2023-04-15</c:v>
                </c:pt>
                <c:pt idx="1566">
                  <c:v>2023-04-16</c:v>
                </c:pt>
                <c:pt idx="1567">
                  <c:v>2023-04-17</c:v>
                </c:pt>
                <c:pt idx="1568">
                  <c:v>2023-04-18</c:v>
                </c:pt>
                <c:pt idx="1569">
                  <c:v>2023-04-19</c:v>
                </c:pt>
                <c:pt idx="1570">
                  <c:v>2023-04-20</c:v>
                </c:pt>
                <c:pt idx="1571">
                  <c:v>2023-04-21</c:v>
                </c:pt>
                <c:pt idx="1572">
                  <c:v>2023-04-22</c:v>
                </c:pt>
                <c:pt idx="1573">
                  <c:v>2023-04-23</c:v>
                </c:pt>
                <c:pt idx="1574">
                  <c:v>2023-04-24</c:v>
                </c:pt>
                <c:pt idx="1575">
                  <c:v>2023-04-25</c:v>
                </c:pt>
                <c:pt idx="1576">
                  <c:v>2023-04-26</c:v>
                </c:pt>
                <c:pt idx="1577">
                  <c:v>2023-04-27</c:v>
                </c:pt>
                <c:pt idx="1578">
                  <c:v>2023-04-28</c:v>
                </c:pt>
                <c:pt idx="1579">
                  <c:v>2023-04-29</c:v>
                </c:pt>
                <c:pt idx="1580">
                  <c:v>2023-04-30</c:v>
                </c:pt>
                <c:pt idx="1581">
                  <c:v>2023-05-01</c:v>
                </c:pt>
                <c:pt idx="1582">
                  <c:v>2023-05-02</c:v>
                </c:pt>
                <c:pt idx="1583">
                  <c:v>2023-05-03</c:v>
                </c:pt>
                <c:pt idx="1584">
                  <c:v>2023-05-04</c:v>
                </c:pt>
                <c:pt idx="1585">
                  <c:v>2023-05-05</c:v>
                </c:pt>
                <c:pt idx="1586">
                  <c:v>2023-05-06</c:v>
                </c:pt>
                <c:pt idx="1587">
                  <c:v>2023-05-07</c:v>
                </c:pt>
                <c:pt idx="1588">
                  <c:v>2023-05-08</c:v>
                </c:pt>
                <c:pt idx="1589">
                  <c:v>2023-05-09</c:v>
                </c:pt>
                <c:pt idx="1590">
                  <c:v>2023-05-10</c:v>
                </c:pt>
                <c:pt idx="1591">
                  <c:v>2023-05-11</c:v>
                </c:pt>
                <c:pt idx="1592">
                  <c:v>2023-05-12</c:v>
                </c:pt>
                <c:pt idx="1593">
                  <c:v>2023-05-13</c:v>
                </c:pt>
                <c:pt idx="1594">
                  <c:v>2023-05-14</c:v>
                </c:pt>
                <c:pt idx="1595">
                  <c:v>2023-05-15</c:v>
                </c:pt>
                <c:pt idx="1596">
                  <c:v>2023-05-16</c:v>
                </c:pt>
                <c:pt idx="1597">
                  <c:v>2023-05-17</c:v>
                </c:pt>
                <c:pt idx="1598">
                  <c:v>2023-05-18</c:v>
                </c:pt>
                <c:pt idx="1599">
                  <c:v>2023-05-19</c:v>
                </c:pt>
                <c:pt idx="1600">
                  <c:v>2023-05-20</c:v>
                </c:pt>
                <c:pt idx="1601">
                  <c:v>2023-05-21</c:v>
                </c:pt>
                <c:pt idx="1602">
                  <c:v>2023-05-22</c:v>
                </c:pt>
                <c:pt idx="1603">
                  <c:v>2023-05-23</c:v>
                </c:pt>
                <c:pt idx="1604">
                  <c:v>2023-05-24</c:v>
                </c:pt>
                <c:pt idx="1605">
                  <c:v>2023-05-25</c:v>
                </c:pt>
                <c:pt idx="1606">
                  <c:v>2023-05-26</c:v>
                </c:pt>
                <c:pt idx="1607">
                  <c:v>2023-05-27</c:v>
                </c:pt>
                <c:pt idx="1608">
                  <c:v>2023-05-28</c:v>
                </c:pt>
                <c:pt idx="1609">
                  <c:v>2023-05-29</c:v>
                </c:pt>
                <c:pt idx="1610">
                  <c:v>2023-05-30</c:v>
                </c:pt>
                <c:pt idx="1611">
                  <c:v>2023-05-31</c:v>
                </c:pt>
                <c:pt idx="1612">
                  <c:v>2023-06-01</c:v>
                </c:pt>
                <c:pt idx="1613">
                  <c:v>2023-06-02</c:v>
                </c:pt>
                <c:pt idx="1614">
                  <c:v>2023-06-03</c:v>
                </c:pt>
                <c:pt idx="1615">
                  <c:v>2023-06-04</c:v>
                </c:pt>
                <c:pt idx="1616">
                  <c:v>2023-06-05</c:v>
                </c:pt>
                <c:pt idx="1617">
                  <c:v>2023-06-06</c:v>
                </c:pt>
                <c:pt idx="1618">
                  <c:v>2023-06-07</c:v>
                </c:pt>
                <c:pt idx="1619">
                  <c:v>2023-06-08</c:v>
                </c:pt>
                <c:pt idx="1620">
                  <c:v>2023-06-09</c:v>
                </c:pt>
                <c:pt idx="1621">
                  <c:v>2023-06-10</c:v>
                </c:pt>
                <c:pt idx="1622">
                  <c:v>2023-06-11</c:v>
                </c:pt>
                <c:pt idx="1623">
                  <c:v>2023-06-12</c:v>
                </c:pt>
                <c:pt idx="1624">
                  <c:v>2023-06-13</c:v>
                </c:pt>
                <c:pt idx="1625">
                  <c:v>2023-06-14</c:v>
                </c:pt>
                <c:pt idx="1626">
                  <c:v>2023-06-15</c:v>
                </c:pt>
                <c:pt idx="1627">
                  <c:v>2023-06-16</c:v>
                </c:pt>
                <c:pt idx="1628">
                  <c:v>2023-06-17</c:v>
                </c:pt>
                <c:pt idx="1629">
                  <c:v>2023-06-18</c:v>
                </c:pt>
                <c:pt idx="1630">
                  <c:v>2023-06-19</c:v>
                </c:pt>
                <c:pt idx="1631">
                  <c:v>2023-06-20</c:v>
                </c:pt>
                <c:pt idx="1632">
                  <c:v>2023-06-21</c:v>
                </c:pt>
                <c:pt idx="1633">
                  <c:v>2023-06-22</c:v>
                </c:pt>
                <c:pt idx="1634">
                  <c:v>2023-06-23</c:v>
                </c:pt>
                <c:pt idx="1635">
                  <c:v>2023-06-24</c:v>
                </c:pt>
                <c:pt idx="1636">
                  <c:v>2023-06-25</c:v>
                </c:pt>
                <c:pt idx="1637">
                  <c:v>2023-06-26</c:v>
                </c:pt>
                <c:pt idx="1638">
                  <c:v>2023-06-27</c:v>
                </c:pt>
                <c:pt idx="1639">
                  <c:v>2023-06-28</c:v>
                </c:pt>
                <c:pt idx="1640">
                  <c:v>2023-06-29</c:v>
                </c:pt>
                <c:pt idx="1641">
                  <c:v>2023-06-30</c:v>
                </c:pt>
                <c:pt idx="1642">
                  <c:v>2023-07-01</c:v>
                </c:pt>
                <c:pt idx="1643">
                  <c:v>2023-07-02</c:v>
                </c:pt>
                <c:pt idx="1644">
                  <c:v>2023-07-03</c:v>
                </c:pt>
                <c:pt idx="1645">
                  <c:v>2023-07-04</c:v>
                </c:pt>
                <c:pt idx="1646">
                  <c:v>2023-07-05</c:v>
                </c:pt>
                <c:pt idx="1647">
                  <c:v>2023-07-06</c:v>
                </c:pt>
                <c:pt idx="1648">
                  <c:v>2023-07-07</c:v>
                </c:pt>
                <c:pt idx="1649">
                  <c:v>2023-07-08</c:v>
                </c:pt>
                <c:pt idx="1650">
                  <c:v>2023-07-09</c:v>
                </c:pt>
                <c:pt idx="1651">
                  <c:v>2023-07-10</c:v>
                </c:pt>
                <c:pt idx="1652">
                  <c:v>2023-07-11</c:v>
                </c:pt>
                <c:pt idx="1653">
                  <c:v>2023-07-12</c:v>
                </c:pt>
                <c:pt idx="1654">
                  <c:v>2023-07-13</c:v>
                </c:pt>
                <c:pt idx="1655">
                  <c:v>2023-07-14</c:v>
                </c:pt>
                <c:pt idx="1656">
                  <c:v>2023-07-15</c:v>
                </c:pt>
                <c:pt idx="1657">
                  <c:v>2023-07-16</c:v>
                </c:pt>
                <c:pt idx="1658">
                  <c:v>2023-07-17</c:v>
                </c:pt>
                <c:pt idx="1659">
                  <c:v>2023-07-18</c:v>
                </c:pt>
                <c:pt idx="1660">
                  <c:v>2023-07-19</c:v>
                </c:pt>
                <c:pt idx="1661">
                  <c:v>2023-07-20</c:v>
                </c:pt>
                <c:pt idx="1662">
                  <c:v>2023-07-21</c:v>
                </c:pt>
                <c:pt idx="1663">
                  <c:v>2023-07-22</c:v>
                </c:pt>
                <c:pt idx="1664">
                  <c:v>2023-07-23</c:v>
                </c:pt>
                <c:pt idx="1665">
                  <c:v>2023-07-24</c:v>
                </c:pt>
                <c:pt idx="1666">
                  <c:v>2023-07-25</c:v>
                </c:pt>
                <c:pt idx="1667">
                  <c:v>2023-07-26</c:v>
                </c:pt>
                <c:pt idx="1668">
                  <c:v>2023-07-27</c:v>
                </c:pt>
                <c:pt idx="1669">
                  <c:v>2023-07-28</c:v>
                </c:pt>
                <c:pt idx="1670">
                  <c:v>2023-07-29</c:v>
                </c:pt>
                <c:pt idx="1671">
                  <c:v>2023-07-30</c:v>
                </c:pt>
                <c:pt idx="1672">
                  <c:v>2023-07-31</c:v>
                </c:pt>
                <c:pt idx="1673">
                  <c:v>2023-08-01</c:v>
                </c:pt>
                <c:pt idx="1674">
                  <c:v>2023-08-02</c:v>
                </c:pt>
                <c:pt idx="1675">
                  <c:v>2023-08-03</c:v>
                </c:pt>
                <c:pt idx="1676">
                  <c:v>2023-08-04</c:v>
                </c:pt>
                <c:pt idx="1677">
                  <c:v>2023-08-05</c:v>
                </c:pt>
                <c:pt idx="1678">
                  <c:v>2023-08-06</c:v>
                </c:pt>
                <c:pt idx="1679">
                  <c:v>2023-08-07</c:v>
                </c:pt>
                <c:pt idx="1680">
                  <c:v>2023-08-08</c:v>
                </c:pt>
                <c:pt idx="1681">
                  <c:v>2023-08-09</c:v>
                </c:pt>
                <c:pt idx="1682">
                  <c:v>2023-08-10</c:v>
                </c:pt>
                <c:pt idx="1683">
                  <c:v>2023-08-11</c:v>
                </c:pt>
                <c:pt idx="1684">
                  <c:v>2023-08-12</c:v>
                </c:pt>
                <c:pt idx="1685">
                  <c:v>2023-08-13</c:v>
                </c:pt>
                <c:pt idx="1686">
                  <c:v>2023-08-14</c:v>
                </c:pt>
                <c:pt idx="1687">
                  <c:v>2023-08-15</c:v>
                </c:pt>
                <c:pt idx="1688">
                  <c:v>2023-08-16</c:v>
                </c:pt>
                <c:pt idx="1689">
                  <c:v>2023-08-17</c:v>
                </c:pt>
                <c:pt idx="1690">
                  <c:v>2023-08-18</c:v>
                </c:pt>
                <c:pt idx="1691">
                  <c:v>2023-08-19</c:v>
                </c:pt>
                <c:pt idx="1692">
                  <c:v>2023-08-20</c:v>
                </c:pt>
                <c:pt idx="1693">
                  <c:v>2023-08-21</c:v>
                </c:pt>
                <c:pt idx="1694">
                  <c:v>2023-08-22</c:v>
                </c:pt>
                <c:pt idx="1695">
                  <c:v>2023-08-23</c:v>
                </c:pt>
                <c:pt idx="1696">
                  <c:v>2023-08-24</c:v>
                </c:pt>
                <c:pt idx="1697">
                  <c:v>2023-08-25</c:v>
                </c:pt>
                <c:pt idx="1698">
                  <c:v>2023-08-26</c:v>
                </c:pt>
                <c:pt idx="1699">
                  <c:v>2023-08-27</c:v>
                </c:pt>
                <c:pt idx="1700">
                  <c:v>2023-08-28</c:v>
                </c:pt>
                <c:pt idx="1701">
                  <c:v>2023-08-29</c:v>
                </c:pt>
                <c:pt idx="1702">
                  <c:v>2023-08-30</c:v>
                </c:pt>
                <c:pt idx="1703">
                  <c:v>2023-08-31</c:v>
                </c:pt>
                <c:pt idx="1704">
                  <c:v>2023-09-01</c:v>
                </c:pt>
                <c:pt idx="1705">
                  <c:v>2023-09-02</c:v>
                </c:pt>
                <c:pt idx="1706">
                  <c:v>2023-09-03</c:v>
                </c:pt>
                <c:pt idx="1707">
                  <c:v>2023-09-04</c:v>
                </c:pt>
                <c:pt idx="1708">
                  <c:v>2023-09-05</c:v>
                </c:pt>
                <c:pt idx="1709">
                  <c:v>2023-09-06</c:v>
                </c:pt>
                <c:pt idx="1710">
                  <c:v>2023-09-07</c:v>
                </c:pt>
                <c:pt idx="1711">
                  <c:v>2023-09-08</c:v>
                </c:pt>
                <c:pt idx="1712">
                  <c:v>2023-09-09</c:v>
                </c:pt>
                <c:pt idx="1713">
                  <c:v>2023-09-10</c:v>
                </c:pt>
                <c:pt idx="1714">
                  <c:v>2023-09-11</c:v>
                </c:pt>
                <c:pt idx="1715">
                  <c:v>2023-09-12</c:v>
                </c:pt>
                <c:pt idx="1716">
                  <c:v>2023-09-13</c:v>
                </c:pt>
                <c:pt idx="1717">
                  <c:v>2023-09-14</c:v>
                </c:pt>
                <c:pt idx="1718">
                  <c:v>2023-09-15</c:v>
                </c:pt>
                <c:pt idx="1719">
                  <c:v>2023-09-16</c:v>
                </c:pt>
                <c:pt idx="1720">
                  <c:v>2023-09-17</c:v>
                </c:pt>
                <c:pt idx="1721">
                  <c:v>2023-09-18</c:v>
                </c:pt>
                <c:pt idx="1722">
                  <c:v>2023-09-19</c:v>
                </c:pt>
                <c:pt idx="1723">
                  <c:v>2023-09-20</c:v>
                </c:pt>
                <c:pt idx="1724">
                  <c:v>2023-09-21</c:v>
                </c:pt>
                <c:pt idx="1725">
                  <c:v>2023-09-22</c:v>
                </c:pt>
                <c:pt idx="1726">
                  <c:v>2023-09-23</c:v>
                </c:pt>
                <c:pt idx="1727">
                  <c:v>2023-09-24</c:v>
                </c:pt>
                <c:pt idx="1728">
                  <c:v>2023-09-25</c:v>
                </c:pt>
                <c:pt idx="1729">
                  <c:v>2023-09-26</c:v>
                </c:pt>
                <c:pt idx="1730">
                  <c:v>2023-09-27</c:v>
                </c:pt>
                <c:pt idx="1731">
                  <c:v>2023-09-28</c:v>
                </c:pt>
                <c:pt idx="1732">
                  <c:v>2023-09-29</c:v>
                </c:pt>
                <c:pt idx="1733">
                  <c:v>2023-09-30</c:v>
                </c:pt>
                <c:pt idx="1734">
                  <c:v>2023-10-01</c:v>
                </c:pt>
                <c:pt idx="1735">
                  <c:v>2023-10-02</c:v>
                </c:pt>
                <c:pt idx="1736">
                  <c:v>2023-10-03</c:v>
                </c:pt>
                <c:pt idx="1737">
                  <c:v>2023-10-04</c:v>
                </c:pt>
                <c:pt idx="1738">
                  <c:v>2023-10-05</c:v>
                </c:pt>
                <c:pt idx="1739">
                  <c:v>2023-10-06</c:v>
                </c:pt>
                <c:pt idx="1740">
                  <c:v>2023-10-07</c:v>
                </c:pt>
                <c:pt idx="1741">
                  <c:v>2023-10-08</c:v>
                </c:pt>
                <c:pt idx="1742">
                  <c:v>2023-10-09</c:v>
                </c:pt>
                <c:pt idx="1743">
                  <c:v>2023-10-10</c:v>
                </c:pt>
                <c:pt idx="1744">
                  <c:v>2023-10-11</c:v>
                </c:pt>
                <c:pt idx="1745">
                  <c:v>2023-10-12</c:v>
                </c:pt>
                <c:pt idx="1746">
                  <c:v>2023-10-13</c:v>
                </c:pt>
                <c:pt idx="1747">
                  <c:v>2023-10-14</c:v>
                </c:pt>
                <c:pt idx="1748">
                  <c:v>2023-10-15</c:v>
                </c:pt>
                <c:pt idx="1749">
                  <c:v>2023-10-16</c:v>
                </c:pt>
                <c:pt idx="1750">
                  <c:v>2023-10-17</c:v>
                </c:pt>
                <c:pt idx="1751">
                  <c:v>2023-10-18</c:v>
                </c:pt>
                <c:pt idx="1752">
                  <c:v>2023-10-19</c:v>
                </c:pt>
                <c:pt idx="1753">
                  <c:v>2023-10-20</c:v>
                </c:pt>
                <c:pt idx="1754">
                  <c:v>2023-10-21</c:v>
                </c:pt>
                <c:pt idx="1755">
                  <c:v>2023-10-22</c:v>
                </c:pt>
                <c:pt idx="1756">
                  <c:v>2023-10-23</c:v>
                </c:pt>
                <c:pt idx="1757">
                  <c:v>2023-10-24</c:v>
                </c:pt>
                <c:pt idx="1758">
                  <c:v>2023-10-25</c:v>
                </c:pt>
                <c:pt idx="1759">
                  <c:v>2023-10-26</c:v>
                </c:pt>
                <c:pt idx="1760">
                  <c:v>2023-10-27</c:v>
                </c:pt>
                <c:pt idx="1761">
                  <c:v>2023-10-28</c:v>
                </c:pt>
                <c:pt idx="1762">
                  <c:v>2023-10-29</c:v>
                </c:pt>
                <c:pt idx="1763">
                  <c:v>2023-10-30</c:v>
                </c:pt>
                <c:pt idx="1764">
                  <c:v>2023-10-31</c:v>
                </c:pt>
                <c:pt idx="1765">
                  <c:v>2023-11-01</c:v>
                </c:pt>
                <c:pt idx="1766">
                  <c:v>2023-11-02</c:v>
                </c:pt>
                <c:pt idx="1767">
                  <c:v>2023-11-03</c:v>
                </c:pt>
                <c:pt idx="1768">
                  <c:v>2023-11-04</c:v>
                </c:pt>
                <c:pt idx="1769">
                  <c:v>2023-11-05</c:v>
                </c:pt>
                <c:pt idx="1770">
                  <c:v>2023-11-06</c:v>
                </c:pt>
                <c:pt idx="1771">
                  <c:v>2023-11-07</c:v>
                </c:pt>
                <c:pt idx="1772">
                  <c:v>2023-11-08</c:v>
                </c:pt>
                <c:pt idx="1773">
                  <c:v>2023-11-09</c:v>
                </c:pt>
                <c:pt idx="1774">
                  <c:v>2023-11-10</c:v>
                </c:pt>
                <c:pt idx="1775">
                  <c:v>2023-11-11</c:v>
                </c:pt>
                <c:pt idx="1776">
                  <c:v>2023-11-12</c:v>
                </c:pt>
                <c:pt idx="1777">
                  <c:v>2023-11-13</c:v>
                </c:pt>
                <c:pt idx="1778">
                  <c:v>2023-11-14</c:v>
                </c:pt>
                <c:pt idx="1779">
                  <c:v>2023-11-15</c:v>
                </c:pt>
                <c:pt idx="1780">
                  <c:v>2023-11-16</c:v>
                </c:pt>
                <c:pt idx="1781">
                  <c:v>2023-11-17</c:v>
                </c:pt>
                <c:pt idx="1782">
                  <c:v>2023-11-18</c:v>
                </c:pt>
                <c:pt idx="1783">
                  <c:v>2023-11-19</c:v>
                </c:pt>
                <c:pt idx="1784">
                  <c:v>2023-11-20</c:v>
                </c:pt>
                <c:pt idx="1785">
                  <c:v>2023-11-21</c:v>
                </c:pt>
                <c:pt idx="1786">
                  <c:v>2023-11-22</c:v>
                </c:pt>
                <c:pt idx="1787">
                  <c:v>2023-11-23</c:v>
                </c:pt>
                <c:pt idx="1788">
                  <c:v>2023-11-24</c:v>
                </c:pt>
                <c:pt idx="1789">
                  <c:v>2023-11-25</c:v>
                </c:pt>
                <c:pt idx="1790">
                  <c:v>2023-11-26</c:v>
                </c:pt>
                <c:pt idx="1791">
                  <c:v>2023-11-27</c:v>
                </c:pt>
                <c:pt idx="1792">
                  <c:v>2023-11-28</c:v>
                </c:pt>
                <c:pt idx="1793">
                  <c:v>2023-11-29</c:v>
                </c:pt>
                <c:pt idx="1794">
                  <c:v>2023-11-30</c:v>
                </c:pt>
                <c:pt idx="1795">
                  <c:v>2023-12-01</c:v>
                </c:pt>
                <c:pt idx="1796">
                  <c:v>2023-12-02</c:v>
                </c:pt>
                <c:pt idx="1797">
                  <c:v>2023-12-03</c:v>
                </c:pt>
                <c:pt idx="1798">
                  <c:v>2023-12-04</c:v>
                </c:pt>
                <c:pt idx="1799">
                  <c:v>2023-12-05</c:v>
                </c:pt>
                <c:pt idx="1800">
                  <c:v>2023-12-06</c:v>
                </c:pt>
                <c:pt idx="1801">
                  <c:v>2023-12-07</c:v>
                </c:pt>
                <c:pt idx="1802">
                  <c:v>2023-12-08</c:v>
                </c:pt>
                <c:pt idx="1803">
                  <c:v>2023-12-09</c:v>
                </c:pt>
                <c:pt idx="1804">
                  <c:v>2023-12-10</c:v>
                </c:pt>
                <c:pt idx="1805">
                  <c:v>2023-12-11</c:v>
                </c:pt>
                <c:pt idx="1806">
                  <c:v>2023-12-12</c:v>
                </c:pt>
                <c:pt idx="1807">
                  <c:v>2023-12-13</c:v>
                </c:pt>
                <c:pt idx="1808">
                  <c:v>2023-12-14</c:v>
                </c:pt>
                <c:pt idx="1809">
                  <c:v>2023-12-15</c:v>
                </c:pt>
                <c:pt idx="1810">
                  <c:v>2023-12-16</c:v>
                </c:pt>
                <c:pt idx="1811">
                  <c:v>2023-12-17</c:v>
                </c:pt>
                <c:pt idx="1812">
                  <c:v>2023-12-18</c:v>
                </c:pt>
                <c:pt idx="1813">
                  <c:v>2023-12-19</c:v>
                </c:pt>
                <c:pt idx="1814">
                  <c:v>2023-12-20</c:v>
                </c:pt>
                <c:pt idx="1815">
                  <c:v>2023-12-21</c:v>
                </c:pt>
                <c:pt idx="1816">
                  <c:v>2023-12-22</c:v>
                </c:pt>
                <c:pt idx="1817">
                  <c:v>2023-12-23</c:v>
                </c:pt>
                <c:pt idx="1818">
                  <c:v>2023-12-24</c:v>
                </c:pt>
                <c:pt idx="1819">
                  <c:v>2023-12-25</c:v>
                </c:pt>
                <c:pt idx="1820">
                  <c:v>2023-12-26</c:v>
                </c:pt>
                <c:pt idx="1821">
                  <c:v>2023-12-27</c:v>
                </c:pt>
                <c:pt idx="1822">
                  <c:v>2023-12-28</c:v>
                </c:pt>
                <c:pt idx="1823">
                  <c:v>2023-12-29</c:v>
                </c:pt>
                <c:pt idx="1824">
                  <c:v>2023-12-30</c:v>
                </c:pt>
                <c:pt idx="1825">
                  <c:v>2023-12-31</c:v>
                </c:pt>
                <c:pt idx="1826">
                  <c:v>2024-01-01</c:v>
                </c:pt>
                <c:pt idx="1827">
                  <c:v>2024-01-02</c:v>
                </c:pt>
                <c:pt idx="1828">
                  <c:v>2024-01-03</c:v>
                </c:pt>
                <c:pt idx="1829">
                  <c:v>2024-01-04</c:v>
                </c:pt>
                <c:pt idx="1830">
                  <c:v>2024-01-05</c:v>
                </c:pt>
                <c:pt idx="1831">
                  <c:v>2024-01-06</c:v>
                </c:pt>
                <c:pt idx="1832">
                  <c:v>2024-01-07</c:v>
                </c:pt>
                <c:pt idx="1833">
                  <c:v>2024-01-08</c:v>
                </c:pt>
                <c:pt idx="1834">
                  <c:v>2024-01-09</c:v>
                </c:pt>
                <c:pt idx="1835">
                  <c:v>2024-01-10</c:v>
                </c:pt>
                <c:pt idx="1836">
                  <c:v>2024-01-11</c:v>
                </c:pt>
                <c:pt idx="1837">
                  <c:v>2024-01-12</c:v>
                </c:pt>
                <c:pt idx="1838">
                  <c:v>2024-01-13</c:v>
                </c:pt>
                <c:pt idx="1839">
                  <c:v>2024-01-14</c:v>
                </c:pt>
                <c:pt idx="1840">
                  <c:v>2024-01-15</c:v>
                </c:pt>
                <c:pt idx="1841">
                  <c:v>2024-01-16</c:v>
                </c:pt>
                <c:pt idx="1842">
                  <c:v>2024-01-17</c:v>
                </c:pt>
                <c:pt idx="1843">
                  <c:v>2024-01-18</c:v>
                </c:pt>
                <c:pt idx="1844">
                  <c:v>2024-01-19</c:v>
                </c:pt>
                <c:pt idx="1845">
                  <c:v>2024-01-20</c:v>
                </c:pt>
                <c:pt idx="1846">
                  <c:v>2024-01-21</c:v>
                </c:pt>
                <c:pt idx="1847">
                  <c:v>2024-01-22</c:v>
                </c:pt>
                <c:pt idx="1848">
                  <c:v>2024-01-23</c:v>
                </c:pt>
                <c:pt idx="1849">
                  <c:v>2024-01-24</c:v>
                </c:pt>
                <c:pt idx="1850">
                  <c:v>2024-01-25</c:v>
                </c:pt>
                <c:pt idx="1851">
                  <c:v>2024-01-26</c:v>
                </c:pt>
                <c:pt idx="1852">
                  <c:v>2024-01-27</c:v>
                </c:pt>
                <c:pt idx="1853">
                  <c:v>2024-01-28</c:v>
                </c:pt>
                <c:pt idx="1854">
                  <c:v>2024-01-29</c:v>
                </c:pt>
                <c:pt idx="1855">
                  <c:v>2024-01-30</c:v>
                </c:pt>
                <c:pt idx="1856">
                  <c:v>2024-01-31</c:v>
                </c:pt>
                <c:pt idx="1857">
                  <c:v>2024-02-01</c:v>
                </c:pt>
                <c:pt idx="1858">
                  <c:v>2024-02-02</c:v>
                </c:pt>
                <c:pt idx="1859">
                  <c:v>2024-02-03</c:v>
                </c:pt>
                <c:pt idx="1860">
                  <c:v>2024-02-04</c:v>
                </c:pt>
                <c:pt idx="1861">
                  <c:v>2024-02-05</c:v>
                </c:pt>
                <c:pt idx="1862">
                  <c:v>2024-02-06</c:v>
                </c:pt>
                <c:pt idx="1863">
                  <c:v>2024-02-07</c:v>
                </c:pt>
                <c:pt idx="1864">
                  <c:v>2024-02-08</c:v>
                </c:pt>
                <c:pt idx="1865">
                  <c:v>2024-02-09</c:v>
                </c:pt>
                <c:pt idx="1866">
                  <c:v>2024-02-10</c:v>
                </c:pt>
                <c:pt idx="1867">
                  <c:v>2024-02-11</c:v>
                </c:pt>
                <c:pt idx="1868">
                  <c:v>2024-02-12</c:v>
                </c:pt>
                <c:pt idx="1869">
                  <c:v>2024-02-13</c:v>
                </c:pt>
                <c:pt idx="1870">
                  <c:v>2024-02-14</c:v>
                </c:pt>
                <c:pt idx="1871">
                  <c:v>2024-02-15</c:v>
                </c:pt>
                <c:pt idx="1872">
                  <c:v>2024-02-16</c:v>
                </c:pt>
                <c:pt idx="1873">
                  <c:v>2024-02-17</c:v>
                </c:pt>
                <c:pt idx="1874">
                  <c:v>2024-02-18</c:v>
                </c:pt>
                <c:pt idx="1875">
                  <c:v>2024-02-19</c:v>
                </c:pt>
                <c:pt idx="1876">
                  <c:v>2024-02-20</c:v>
                </c:pt>
                <c:pt idx="1877">
                  <c:v>2024-02-21</c:v>
                </c:pt>
                <c:pt idx="1878">
                  <c:v>2024-02-22</c:v>
                </c:pt>
                <c:pt idx="1879">
                  <c:v>2024-02-23</c:v>
                </c:pt>
                <c:pt idx="1880">
                  <c:v>2024-02-24</c:v>
                </c:pt>
                <c:pt idx="1881">
                  <c:v>2024-02-25</c:v>
                </c:pt>
                <c:pt idx="1882">
                  <c:v>2024-02-26</c:v>
                </c:pt>
                <c:pt idx="1883">
                  <c:v>2024-02-27</c:v>
                </c:pt>
                <c:pt idx="1884">
                  <c:v>2024-02-28</c:v>
                </c:pt>
                <c:pt idx="1885">
                  <c:v>2024-02-29</c:v>
                </c:pt>
                <c:pt idx="1886">
                  <c:v>2024-03-01</c:v>
                </c:pt>
                <c:pt idx="1887">
                  <c:v>2024-03-02</c:v>
                </c:pt>
                <c:pt idx="1888">
                  <c:v>2024-03-03</c:v>
                </c:pt>
                <c:pt idx="1889">
                  <c:v>2024-03-04</c:v>
                </c:pt>
                <c:pt idx="1890">
                  <c:v>2024-03-05</c:v>
                </c:pt>
                <c:pt idx="1891">
                  <c:v>2024-03-06</c:v>
                </c:pt>
                <c:pt idx="1892">
                  <c:v>2024-03-07</c:v>
                </c:pt>
                <c:pt idx="1893">
                  <c:v>2024-03-08</c:v>
                </c:pt>
                <c:pt idx="1894">
                  <c:v>2024-03-09</c:v>
                </c:pt>
                <c:pt idx="1895">
                  <c:v>2024-03-10</c:v>
                </c:pt>
                <c:pt idx="1896">
                  <c:v>2024-03-11</c:v>
                </c:pt>
                <c:pt idx="1897">
                  <c:v>2024-03-12</c:v>
                </c:pt>
                <c:pt idx="1898">
                  <c:v>2024-03-13</c:v>
                </c:pt>
                <c:pt idx="1899">
                  <c:v>2024-03-14</c:v>
                </c:pt>
                <c:pt idx="1900">
                  <c:v>2024-03-15</c:v>
                </c:pt>
                <c:pt idx="1901">
                  <c:v>2024-03-16</c:v>
                </c:pt>
                <c:pt idx="1902">
                  <c:v>2024-03-17</c:v>
                </c:pt>
                <c:pt idx="1903">
                  <c:v>2024-03-18</c:v>
                </c:pt>
                <c:pt idx="1904">
                  <c:v>2024-03-19</c:v>
                </c:pt>
                <c:pt idx="1905">
                  <c:v>2024-03-20</c:v>
                </c:pt>
                <c:pt idx="1906">
                  <c:v>2024-03-21</c:v>
                </c:pt>
                <c:pt idx="1907">
                  <c:v>2024-03-22</c:v>
                </c:pt>
                <c:pt idx="1908">
                  <c:v>2024-03-23</c:v>
                </c:pt>
                <c:pt idx="1909">
                  <c:v>2024-03-24</c:v>
                </c:pt>
                <c:pt idx="1910">
                  <c:v>2024-03-25</c:v>
                </c:pt>
                <c:pt idx="1911">
                  <c:v>2024-03-26</c:v>
                </c:pt>
                <c:pt idx="1912">
                  <c:v>2024-03-27</c:v>
                </c:pt>
                <c:pt idx="1913">
                  <c:v>2024-03-28</c:v>
                </c:pt>
                <c:pt idx="1914">
                  <c:v>2024-03-29</c:v>
                </c:pt>
                <c:pt idx="1915">
                  <c:v>2024-03-30</c:v>
                </c:pt>
                <c:pt idx="1916">
                  <c:v>2024-03-31</c:v>
                </c:pt>
                <c:pt idx="1917">
                  <c:v>2024-04-01</c:v>
                </c:pt>
                <c:pt idx="1918">
                  <c:v>2024-04-02</c:v>
                </c:pt>
                <c:pt idx="1919">
                  <c:v>2024-04-03</c:v>
                </c:pt>
                <c:pt idx="1920">
                  <c:v>2024-04-04</c:v>
                </c:pt>
                <c:pt idx="1921">
                  <c:v>2024-04-05</c:v>
                </c:pt>
                <c:pt idx="1922">
                  <c:v>2024-04-06</c:v>
                </c:pt>
                <c:pt idx="1923">
                  <c:v>2024-04-07</c:v>
                </c:pt>
                <c:pt idx="1924">
                  <c:v>2024-04-08</c:v>
                </c:pt>
                <c:pt idx="1925">
                  <c:v>2024-04-09</c:v>
                </c:pt>
                <c:pt idx="1926">
                  <c:v>2024-04-10</c:v>
                </c:pt>
                <c:pt idx="1927">
                  <c:v>2024-04-11</c:v>
                </c:pt>
                <c:pt idx="1928">
                  <c:v>2024-04-12</c:v>
                </c:pt>
                <c:pt idx="1929">
                  <c:v>2024-04-13</c:v>
                </c:pt>
                <c:pt idx="1930">
                  <c:v>2024-04-14</c:v>
                </c:pt>
                <c:pt idx="1931">
                  <c:v>2024-04-15</c:v>
                </c:pt>
                <c:pt idx="1932">
                  <c:v>2024-04-16</c:v>
                </c:pt>
                <c:pt idx="1933">
                  <c:v>2024-04-17</c:v>
                </c:pt>
                <c:pt idx="1934">
                  <c:v>2024-04-18</c:v>
                </c:pt>
                <c:pt idx="1935">
                  <c:v>2024-04-19</c:v>
                </c:pt>
                <c:pt idx="1936">
                  <c:v>2024-04-20</c:v>
                </c:pt>
                <c:pt idx="1937">
                  <c:v>2024-04-21</c:v>
                </c:pt>
                <c:pt idx="1938">
                  <c:v>2024-04-22</c:v>
                </c:pt>
                <c:pt idx="1939">
                  <c:v>2024-04-23</c:v>
                </c:pt>
                <c:pt idx="1940">
                  <c:v>2024-04-24</c:v>
                </c:pt>
                <c:pt idx="1941">
                  <c:v>2024-04-25</c:v>
                </c:pt>
                <c:pt idx="1942">
                  <c:v>2024-04-26</c:v>
                </c:pt>
                <c:pt idx="1943">
                  <c:v>2024-04-27</c:v>
                </c:pt>
                <c:pt idx="1944">
                  <c:v>2024-04-28</c:v>
                </c:pt>
                <c:pt idx="1945">
                  <c:v>2024-04-29</c:v>
                </c:pt>
                <c:pt idx="1946">
                  <c:v>2024-04-30</c:v>
                </c:pt>
                <c:pt idx="1947">
                  <c:v>2024-05-01</c:v>
                </c:pt>
                <c:pt idx="1948">
                  <c:v>2024-05-02</c:v>
                </c:pt>
                <c:pt idx="1949">
                  <c:v>2024-05-03</c:v>
                </c:pt>
                <c:pt idx="1950">
                  <c:v>2024-05-04</c:v>
                </c:pt>
                <c:pt idx="1951">
                  <c:v>2024-05-05</c:v>
                </c:pt>
                <c:pt idx="1952">
                  <c:v>2024-05-06</c:v>
                </c:pt>
                <c:pt idx="1953">
                  <c:v>2024-05-07</c:v>
                </c:pt>
                <c:pt idx="1954">
                  <c:v>2024-05-08</c:v>
                </c:pt>
                <c:pt idx="1955">
                  <c:v>2024-05-09</c:v>
                </c:pt>
                <c:pt idx="1956">
                  <c:v>2024-05-10</c:v>
                </c:pt>
                <c:pt idx="1957">
                  <c:v>2024-05-11</c:v>
                </c:pt>
                <c:pt idx="1958">
                  <c:v>2024-05-12</c:v>
                </c:pt>
                <c:pt idx="1959">
                  <c:v>2024-05-13</c:v>
                </c:pt>
                <c:pt idx="1960">
                  <c:v>2024-05-14</c:v>
                </c:pt>
                <c:pt idx="1961">
                  <c:v>2024-05-15</c:v>
                </c:pt>
                <c:pt idx="1962">
                  <c:v>2024-05-16</c:v>
                </c:pt>
                <c:pt idx="1963">
                  <c:v>2024-05-17</c:v>
                </c:pt>
                <c:pt idx="1964">
                  <c:v>2024-05-18</c:v>
                </c:pt>
                <c:pt idx="1965">
                  <c:v>2024-05-19</c:v>
                </c:pt>
                <c:pt idx="1966">
                  <c:v>2024-05-20</c:v>
                </c:pt>
                <c:pt idx="1967">
                  <c:v>2024-05-21</c:v>
                </c:pt>
                <c:pt idx="1968">
                  <c:v>2024-05-22</c:v>
                </c:pt>
                <c:pt idx="1969">
                  <c:v>2024-05-23</c:v>
                </c:pt>
                <c:pt idx="1970">
                  <c:v>2024-05-24</c:v>
                </c:pt>
                <c:pt idx="1971">
                  <c:v>2024-05-25</c:v>
                </c:pt>
                <c:pt idx="1972">
                  <c:v>2024-05-26</c:v>
                </c:pt>
                <c:pt idx="1973">
                  <c:v>2024-05-27</c:v>
                </c:pt>
                <c:pt idx="1974">
                  <c:v>2024-05-28</c:v>
                </c:pt>
                <c:pt idx="1975">
                  <c:v>2024-05-29</c:v>
                </c:pt>
                <c:pt idx="1976">
                  <c:v>2024-05-30</c:v>
                </c:pt>
                <c:pt idx="1977">
                  <c:v>2024-05-31</c:v>
                </c:pt>
                <c:pt idx="1978">
                  <c:v>2024-06-01</c:v>
                </c:pt>
                <c:pt idx="1979">
                  <c:v>2024-06-02</c:v>
                </c:pt>
                <c:pt idx="1980">
                  <c:v>2024-06-03</c:v>
                </c:pt>
                <c:pt idx="1981">
                  <c:v>2024-06-04</c:v>
                </c:pt>
                <c:pt idx="1982">
                  <c:v>2024-06-05</c:v>
                </c:pt>
                <c:pt idx="1983">
                  <c:v>2024-06-06</c:v>
                </c:pt>
                <c:pt idx="1984">
                  <c:v>2024-06-07</c:v>
                </c:pt>
                <c:pt idx="1985">
                  <c:v>2024-06-08</c:v>
                </c:pt>
                <c:pt idx="1986">
                  <c:v>2024-06-09</c:v>
                </c:pt>
                <c:pt idx="1987">
                  <c:v>2024-06-10</c:v>
                </c:pt>
                <c:pt idx="1988">
                  <c:v>2024-06-11</c:v>
                </c:pt>
                <c:pt idx="1989">
                  <c:v>2024-06-12</c:v>
                </c:pt>
                <c:pt idx="1990">
                  <c:v>2024-06-13</c:v>
                </c:pt>
                <c:pt idx="1991">
                  <c:v>2024-06-14</c:v>
                </c:pt>
                <c:pt idx="1992">
                  <c:v>2024-06-15</c:v>
                </c:pt>
                <c:pt idx="1993">
                  <c:v>2024-06-16</c:v>
                </c:pt>
                <c:pt idx="1994">
                  <c:v>2024-06-17</c:v>
                </c:pt>
                <c:pt idx="1995">
                  <c:v>2024-06-18</c:v>
                </c:pt>
                <c:pt idx="1996">
                  <c:v>2024-06-19</c:v>
                </c:pt>
                <c:pt idx="1997">
                  <c:v>2024-06-20</c:v>
                </c:pt>
                <c:pt idx="1998">
                  <c:v>2024-06-21</c:v>
                </c:pt>
                <c:pt idx="1999">
                  <c:v>2024-06-22</c:v>
                </c:pt>
                <c:pt idx="2000">
                  <c:v>2024-06-23</c:v>
                </c:pt>
                <c:pt idx="2001">
                  <c:v>2024-06-24</c:v>
                </c:pt>
                <c:pt idx="2002">
                  <c:v>2024-06-25</c:v>
                </c:pt>
                <c:pt idx="2003">
                  <c:v>2024-06-26</c:v>
                </c:pt>
                <c:pt idx="2004">
                  <c:v>2024-06-27</c:v>
                </c:pt>
                <c:pt idx="2005">
                  <c:v>2024-06-28</c:v>
                </c:pt>
                <c:pt idx="2006">
                  <c:v>2024-06-29</c:v>
                </c:pt>
                <c:pt idx="2007">
                  <c:v>2024-06-30</c:v>
                </c:pt>
                <c:pt idx="2008">
                  <c:v>2024-07-01</c:v>
                </c:pt>
                <c:pt idx="2009">
                  <c:v>2024-07-02</c:v>
                </c:pt>
                <c:pt idx="2010">
                  <c:v>2024-07-03</c:v>
                </c:pt>
                <c:pt idx="2011">
                  <c:v>2024-07-04</c:v>
                </c:pt>
                <c:pt idx="2012">
                  <c:v>2024-07-05</c:v>
                </c:pt>
                <c:pt idx="2013">
                  <c:v>2024-07-06</c:v>
                </c:pt>
                <c:pt idx="2014">
                  <c:v>2024-07-07</c:v>
                </c:pt>
                <c:pt idx="2015">
                  <c:v>2024-07-08</c:v>
                </c:pt>
                <c:pt idx="2016">
                  <c:v>2024-07-09</c:v>
                </c:pt>
                <c:pt idx="2017">
                  <c:v>2024-07-10</c:v>
                </c:pt>
                <c:pt idx="2018">
                  <c:v>2024-07-11</c:v>
                </c:pt>
                <c:pt idx="2019">
                  <c:v>2024-07-12</c:v>
                </c:pt>
                <c:pt idx="2020">
                  <c:v>2024-07-13</c:v>
                </c:pt>
                <c:pt idx="2021">
                  <c:v>2024-07-14</c:v>
                </c:pt>
                <c:pt idx="2022">
                  <c:v>2024-07-15</c:v>
                </c:pt>
                <c:pt idx="2023">
                  <c:v>2024-07-16</c:v>
                </c:pt>
                <c:pt idx="2024">
                  <c:v>2024-07-17</c:v>
                </c:pt>
                <c:pt idx="2025">
                  <c:v>2024-07-18</c:v>
                </c:pt>
                <c:pt idx="2026">
                  <c:v>2024-07-19</c:v>
                </c:pt>
                <c:pt idx="2027">
                  <c:v>2024-07-20</c:v>
                </c:pt>
                <c:pt idx="2028">
                  <c:v>2024-07-21</c:v>
                </c:pt>
                <c:pt idx="2029">
                  <c:v>2024-07-22</c:v>
                </c:pt>
                <c:pt idx="2030">
                  <c:v>2024-07-23</c:v>
                </c:pt>
                <c:pt idx="2031">
                  <c:v>2024-07-24</c:v>
                </c:pt>
                <c:pt idx="2032">
                  <c:v>2024-07-25</c:v>
                </c:pt>
                <c:pt idx="2033">
                  <c:v>2024-07-26</c:v>
                </c:pt>
                <c:pt idx="2034">
                  <c:v>2024-07-27</c:v>
                </c:pt>
                <c:pt idx="2035">
                  <c:v>2024-07-28</c:v>
                </c:pt>
                <c:pt idx="2036">
                  <c:v>2024-07-29</c:v>
                </c:pt>
                <c:pt idx="2037">
                  <c:v>2024-07-30</c:v>
                </c:pt>
                <c:pt idx="2038">
                  <c:v>2024-07-31</c:v>
                </c:pt>
                <c:pt idx="2039">
                  <c:v>2024-08-01</c:v>
                </c:pt>
                <c:pt idx="2040">
                  <c:v>2024-08-02</c:v>
                </c:pt>
                <c:pt idx="2041">
                  <c:v>2024-08-03</c:v>
                </c:pt>
                <c:pt idx="2042">
                  <c:v>2024-08-04</c:v>
                </c:pt>
                <c:pt idx="2043">
                  <c:v>2024-08-05</c:v>
                </c:pt>
                <c:pt idx="2044">
                  <c:v>2024-08-06</c:v>
                </c:pt>
                <c:pt idx="2045">
                  <c:v>2024-08-07</c:v>
                </c:pt>
                <c:pt idx="2046">
                  <c:v>2024-08-08</c:v>
                </c:pt>
                <c:pt idx="2047">
                  <c:v>2024-08-09</c:v>
                </c:pt>
                <c:pt idx="2048">
                  <c:v>2024-08-10</c:v>
                </c:pt>
                <c:pt idx="2049">
                  <c:v>2024-08-11</c:v>
                </c:pt>
                <c:pt idx="2050">
                  <c:v>2024-08-12</c:v>
                </c:pt>
                <c:pt idx="2051">
                  <c:v>2024-08-13</c:v>
                </c:pt>
                <c:pt idx="2052">
                  <c:v>2024-08-14</c:v>
                </c:pt>
                <c:pt idx="2053">
                  <c:v>2024-08-15</c:v>
                </c:pt>
                <c:pt idx="2054">
                  <c:v>2024-08-16</c:v>
                </c:pt>
                <c:pt idx="2055">
                  <c:v>2024-08-17</c:v>
                </c:pt>
                <c:pt idx="2056">
                  <c:v>2024-08-18</c:v>
                </c:pt>
                <c:pt idx="2057">
                  <c:v>2024-08-19</c:v>
                </c:pt>
                <c:pt idx="2058">
                  <c:v>2024-08-20</c:v>
                </c:pt>
                <c:pt idx="2059">
                  <c:v>2024-08-21</c:v>
                </c:pt>
                <c:pt idx="2060">
                  <c:v>2024-08-22</c:v>
                </c:pt>
                <c:pt idx="2061">
                  <c:v>2024-08-23</c:v>
                </c:pt>
                <c:pt idx="2062">
                  <c:v>2024-08-24</c:v>
                </c:pt>
                <c:pt idx="2063">
                  <c:v>2024-08-25</c:v>
                </c:pt>
                <c:pt idx="2064">
                  <c:v>2024-08-26</c:v>
                </c:pt>
                <c:pt idx="2065">
                  <c:v>2024-08-27</c:v>
                </c:pt>
                <c:pt idx="2066">
                  <c:v>2024-08-28</c:v>
                </c:pt>
                <c:pt idx="2067">
                  <c:v>2024-08-29</c:v>
                </c:pt>
                <c:pt idx="2068">
                  <c:v>2024-08-30</c:v>
                </c:pt>
                <c:pt idx="2069">
                  <c:v>2024-08-31</c:v>
                </c:pt>
                <c:pt idx="2070">
                  <c:v>2024-09-01</c:v>
                </c:pt>
                <c:pt idx="2071">
                  <c:v>2024-09-02</c:v>
                </c:pt>
                <c:pt idx="2072">
                  <c:v>2024-09-03</c:v>
                </c:pt>
                <c:pt idx="2073">
                  <c:v>2024-09-04</c:v>
                </c:pt>
                <c:pt idx="2074">
                  <c:v>2024-09-05</c:v>
                </c:pt>
                <c:pt idx="2075">
                  <c:v>2024-09-06</c:v>
                </c:pt>
                <c:pt idx="2076">
                  <c:v>2024-09-07</c:v>
                </c:pt>
                <c:pt idx="2077">
                  <c:v>2024-09-08</c:v>
                </c:pt>
                <c:pt idx="2078">
                  <c:v>2024-09-09</c:v>
                </c:pt>
                <c:pt idx="2079">
                  <c:v>2024-09-10</c:v>
                </c:pt>
                <c:pt idx="2080">
                  <c:v>2024-09-11</c:v>
                </c:pt>
                <c:pt idx="2081">
                  <c:v>2024-09-12</c:v>
                </c:pt>
                <c:pt idx="2082">
                  <c:v>2024-09-13</c:v>
                </c:pt>
                <c:pt idx="2083">
                  <c:v>2024-09-14</c:v>
                </c:pt>
                <c:pt idx="2084">
                  <c:v>2024-09-15</c:v>
                </c:pt>
                <c:pt idx="2085">
                  <c:v>2024-09-16</c:v>
                </c:pt>
                <c:pt idx="2086">
                  <c:v>2024-09-17</c:v>
                </c:pt>
                <c:pt idx="2087">
                  <c:v>2024-09-18</c:v>
                </c:pt>
                <c:pt idx="2088">
                  <c:v>2024-09-19</c:v>
                </c:pt>
                <c:pt idx="2089">
                  <c:v>2024-09-20</c:v>
                </c:pt>
                <c:pt idx="2090">
                  <c:v>2024-09-21</c:v>
                </c:pt>
                <c:pt idx="2091">
                  <c:v>2024-09-22</c:v>
                </c:pt>
                <c:pt idx="2092">
                  <c:v>2024-09-23</c:v>
                </c:pt>
                <c:pt idx="2093">
                  <c:v>2024-09-24</c:v>
                </c:pt>
                <c:pt idx="2094">
                  <c:v>2024-09-25</c:v>
                </c:pt>
                <c:pt idx="2095">
                  <c:v>2024-09-26</c:v>
                </c:pt>
                <c:pt idx="2096">
                  <c:v>2024-09-27</c:v>
                </c:pt>
                <c:pt idx="2097">
                  <c:v>2024-09-28</c:v>
                </c:pt>
                <c:pt idx="2098">
                  <c:v>2024-09-29</c:v>
                </c:pt>
                <c:pt idx="2099">
                  <c:v>2024-09-30</c:v>
                </c:pt>
                <c:pt idx="2100">
                  <c:v>2024-10-01</c:v>
                </c:pt>
                <c:pt idx="2101">
                  <c:v>2024-10-02</c:v>
                </c:pt>
                <c:pt idx="2102">
                  <c:v>2024-10-03</c:v>
                </c:pt>
                <c:pt idx="2103">
                  <c:v>2024-10-04</c:v>
                </c:pt>
                <c:pt idx="2104">
                  <c:v>2024-10-05</c:v>
                </c:pt>
                <c:pt idx="2105">
                  <c:v>2024-10-06</c:v>
                </c:pt>
                <c:pt idx="2106">
                  <c:v>2024-10-07</c:v>
                </c:pt>
                <c:pt idx="2107">
                  <c:v>2024-10-08</c:v>
                </c:pt>
                <c:pt idx="2108">
                  <c:v>2024-10-09</c:v>
                </c:pt>
                <c:pt idx="2109">
                  <c:v>2024-10-10</c:v>
                </c:pt>
                <c:pt idx="2110">
                  <c:v>2024-10-11</c:v>
                </c:pt>
                <c:pt idx="2111">
                  <c:v>2024-10-12</c:v>
                </c:pt>
                <c:pt idx="2112">
                  <c:v>2024-10-13</c:v>
                </c:pt>
                <c:pt idx="2113">
                  <c:v>2024-10-14</c:v>
                </c:pt>
                <c:pt idx="2114">
                  <c:v>2024-10-15</c:v>
                </c:pt>
                <c:pt idx="2115">
                  <c:v>2024-10-16</c:v>
                </c:pt>
                <c:pt idx="2116">
                  <c:v>2024-10-17</c:v>
                </c:pt>
                <c:pt idx="2117">
                  <c:v>2024-10-18</c:v>
                </c:pt>
                <c:pt idx="2118">
                  <c:v>2024-10-19</c:v>
                </c:pt>
                <c:pt idx="2119">
                  <c:v>2024-10-20</c:v>
                </c:pt>
                <c:pt idx="2120">
                  <c:v>2024-10-21</c:v>
                </c:pt>
                <c:pt idx="2121">
                  <c:v>2024-10-22</c:v>
                </c:pt>
                <c:pt idx="2122">
                  <c:v>2024-10-23</c:v>
                </c:pt>
                <c:pt idx="2123">
                  <c:v>2024-10-24</c:v>
                </c:pt>
                <c:pt idx="2124">
                  <c:v>2024-10-25</c:v>
                </c:pt>
                <c:pt idx="2125">
                  <c:v>2024-10-26</c:v>
                </c:pt>
                <c:pt idx="2126">
                  <c:v>2024-10-27</c:v>
                </c:pt>
                <c:pt idx="2127">
                  <c:v>2024-10-28</c:v>
                </c:pt>
                <c:pt idx="2128">
                  <c:v>2024-10-29</c:v>
                </c:pt>
                <c:pt idx="2129">
                  <c:v>2024-10-30</c:v>
                </c:pt>
                <c:pt idx="2130">
                  <c:v>2024-10-31</c:v>
                </c:pt>
                <c:pt idx="2131">
                  <c:v>2024-11-01</c:v>
                </c:pt>
                <c:pt idx="2132">
                  <c:v>2024-11-02</c:v>
                </c:pt>
                <c:pt idx="2133">
                  <c:v>2024-11-03</c:v>
                </c:pt>
                <c:pt idx="2134">
                  <c:v>2024-11-04</c:v>
                </c:pt>
                <c:pt idx="2135">
                  <c:v>2024-11-05</c:v>
                </c:pt>
                <c:pt idx="2136">
                  <c:v>2024-11-06</c:v>
                </c:pt>
                <c:pt idx="2137">
                  <c:v>2024-11-07</c:v>
                </c:pt>
                <c:pt idx="2138">
                  <c:v>2024-11-08</c:v>
                </c:pt>
                <c:pt idx="2139">
                  <c:v>2024-11-09</c:v>
                </c:pt>
                <c:pt idx="2140">
                  <c:v>2024-11-10</c:v>
                </c:pt>
                <c:pt idx="2141">
                  <c:v>2024-11-11</c:v>
                </c:pt>
                <c:pt idx="2142">
                  <c:v>2024-11-12</c:v>
                </c:pt>
                <c:pt idx="2143">
                  <c:v>2024-11-13</c:v>
                </c:pt>
                <c:pt idx="2144">
                  <c:v>2024-11-14</c:v>
                </c:pt>
                <c:pt idx="2145">
                  <c:v>2024-11-15</c:v>
                </c:pt>
                <c:pt idx="2146">
                  <c:v>2024-11-16</c:v>
                </c:pt>
                <c:pt idx="2147">
                  <c:v>2024-11-17</c:v>
                </c:pt>
                <c:pt idx="2148">
                  <c:v>2024-11-18</c:v>
                </c:pt>
                <c:pt idx="2149">
                  <c:v>2024-11-19</c:v>
                </c:pt>
                <c:pt idx="2150">
                  <c:v>2024-11-20</c:v>
                </c:pt>
                <c:pt idx="2151">
                  <c:v>2024-11-21</c:v>
                </c:pt>
                <c:pt idx="2152">
                  <c:v>2024-11-22</c:v>
                </c:pt>
                <c:pt idx="2153">
                  <c:v>2024-11-23</c:v>
                </c:pt>
                <c:pt idx="2154">
                  <c:v>2024-11-24</c:v>
                </c:pt>
                <c:pt idx="2155">
                  <c:v>2024-11-25</c:v>
                </c:pt>
                <c:pt idx="2156">
                  <c:v>2024-11-26</c:v>
                </c:pt>
                <c:pt idx="2157">
                  <c:v>2024-11-27</c:v>
                </c:pt>
                <c:pt idx="2158">
                  <c:v>2024-11-28</c:v>
                </c:pt>
                <c:pt idx="2159">
                  <c:v>2024-11-29</c:v>
                </c:pt>
                <c:pt idx="2160">
                  <c:v>2024-11-30</c:v>
                </c:pt>
                <c:pt idx="2161">
                  <c:v>2024-12-01</c:v>
                </c:pt>
                <c:pt idx="2162">
                  <c:v>2024-12-02</c:v>
                </c:pt>
                <c:pt idx="2163">
                  <c:v>2024-12-03</c:v>
                </c:pt>
                <c:pt idx="2164">
                  <c:v>2024-12-04</c:v>
                </c:pt>
                <c:pt idx="2165">
                  <c:v>2024-12-05</c:v>
                </c:pt>
                <c:pt idx="2166">
                  <c:v>2024-12-06</c:v>
                </c:pt>
                <c:pt idx="2167">
                  <c:v>2024-12-07</c:v>
                </c:pt>
                <c:pt idx="2168">
                  <c:v>2024-12-08</c:v>
                </c:pt>
                <c:pt idx="2169">
                  <c:v>2024-12-09</c:v>
                </c:pt>
                <c:pt idx="2170">
                  <c:v>2024-12-10</c:v>
                </c:pt>
                <c:pt idx="2171">
                  <c:v>2024-12-11</c:v>
                </c:pt>
                <c:pt idx="2172">
                  <c:v>2024-12-12</c:v>
                </c:pt>
                <c:pt idx="2173">
                  <c:v>2024-12-13</c:v>
                </c:pt>
                <c:pt idx="2174">
                  <c:v>2024-12-14</c:v>
                </c:pt>
                <c:pt idx="2175">
                  <c:v>2024-12-15</c:v>
                </c:pt>
                <c:pt idx="2176">
                  <c:v>2024-12-16</c:v>
                </c:pt>
                <c:pt idx="2177">
                  <c:v>2024-12-17</c:v>
                </c:pt>
                <c:pt idx="2178">
                  <c:v>2024-12-18</c:v>
                </c:pt>
                <c:pt idx="2179">
                  <c:v>2024-12-19</c:v>
                </c:pt>
                <c:pt idx="2180">
                  <c:v>2024-12-20</c:v>
                </c:pt>
                <c:pt idx="2181">
                  <c:v>2024-12-21</c:v>
                </c:pt>
                <c:pt idx="2182">
                  <c:v>2024-12-22</c:v>
                </c:pt>
                <c:pt idx="2183">
                  <c:v>2024-12-23</c:v>
                </c:pt>
                <c:pt idx="2184">
                  <c:v>2024-12-24</c:v>
                </c:pt>
                <c:pt idx="2185">
                  <c:v>2024-12-25</c:v>
                </c:pt>
                <c:pt idx="2186">
                  <c:v>2024-12-26</c:v>
                </c:pt>
                <c:pt idx="2187">
                  <c:v>2024-12-27</c:v>
                </c:pt>
                <c:pt idx="2188">
                  <c:v>2024-12-28</c:v>
                </c:pt>
                <c:pt idx="2189">
                  <c:v>2024-12-29</c:v>
                </c:pt>
                <c:pt idx="2190">
                  <c:v>2024-12-30</c:v>
                </c:pt>
                <c:pt idx="2191">
                  <c:v>2024-12-31</c:v>
                </c:pt>
                <c:pt idx="2192">
                  <c:v>2025-01-01</c:v>
                </c:pt>
                <c:pt idx="2193">
                  <c:v>2025-01-02</c:v>
                </c:pt>
                <c:pt idx="2194">
                  <c:v>2025-01-03</c:v>
                </c:pt>
                <c:pt idx="2195">
                  <c:v>2025-01-04</c:v>
                </c:pt>
                <c:pt idx="2196">
                  <c:v>2025-01-05</c:v>
                </c:pt>
                <c:pt idx="2197">
                  <c:v>2025-01-06</c:v>
                </c:pt>
                <c:pt idx="2198">
                  <c:v>2025-01-07</c:v>
                </c:pt>
                <c:pt idx="2199">
                  <c:v>2025-01-08</c:v>
                </c:pt>
                <c:pt idx="2200">
                  <c:v>2025-01-09</c:v>
                </c:pt>
                <c:pt idx="2201">
                  <c:v>2025-01-10</c:v>
                </c:pt>
                <c:pt idx="2202">
                  <c:v>2025-01-11</c:v>
                </c:pt>
                <c:pt idx="2203">
                  <c:v>2025-01-12</c:v>
                </c:pt>
                <c:pt idx="2204">
                  <c:v>2025-01-13</c:v>
                </c:pt>
                <c:pt idx="2205">
                  <c:v>2025-01-14</c:v>
                </c:pt>
                <c:pt idx="2206">
                  <c:v>2025-01-15</c:v>
                </c:pt>
                <c:pt idx="2207">
                  <c:v>2025-01-16</c:v>
                </c:pt>
                <c:pt idx="2208">
                  <c:v>2025-01-17</c:v>
                </c:pt>
                <c:pt idx="2209">
                  <c:v>2025-01-18</c:v>
                </c:pt>
                <c:pt idx="2210">
                  <c:v>2025-01-19</c:v>
                </c:pt>
                <c:pt idx="2211">
                  <c:v>2025-01-20</c:v>
                </c:pt>
                <c:pt idx="2212">
                  <c:v>2025-01-21</c:v>
                </c:pt>
                <c:pt idx="2213">
                  <c:v>2025-01-22</c:v>
                </c:pt>
                <c:pt idx="2214">
                  <c:v>2025-01-23</c:v>
                </c:pt>
                <c:pt idx="2215">
                  <c:v>2025-01-24</c:v>
                </c:pt>
                <c:pt idx="2216">
                  <c:v>2025-01-25</c:v>
                </c:pt>
                <c:pt idx="2217">
                  <c:v>2025-01-26</c:v>
                </c:pt>
                <c:pt idx="2218">
                  <c:v>2025-01-27</c:v>
                </c:pt>
                <c:pt idx="2219">
                  <c:v>2025-01-28</c:v>
                </c:pt>
                <c:pt idx="2220">
                  <c:v>2025-01-29</c:v>
                </c:pt>
                <c:pt idx="2221">
                  <c:v>2025-01-30</c:v>
                </c:pt>
                <c:pt idx="2222">
                  <c:v>2025-01-31</c:v>
                </c:pt>
                <c:pt idx="2223">
                  <c:v>2025-02-01</c:v>
                </c:pt>
                <c:pt idx="2224">
                  <c:v>2025-02-02</c:v>
                </c:pt>
                <c:pt idx="2225">
                  <c:v>2025-02-03</c:v>
                </c:pt>
                <c:pt idx="2226">
                  <c:v>2025-02-04</c:v>
                </c:pt>
                <c:pt idx="2227">
                  <c:v>2025-02-05</c:v>
                </c:pt>
                <c:pt idx="2228">
                  <c:v>2025-02-06</c:v>
                </c:pt>
                <c:pt idx="2229">
                  <c:v>2025-02-07</c:v>
                </c:pt>
                <c:pt idx="2230">
                  <c:v>2025-02-08</c:v>
                </c:pt>
                <c:pt idx="2231">
                  <c:v>2025-02-09</c:v>
                </c:pt>
                <c:pt idx="2232">
                  <c:v>2025-02-10</c:v>
                </c:pt>
                <c:pt idx="2233">
                  <c:v>2025-02-11</c:v>
                </c:pt>
                <c:pt idx="2234">
                  <c:v>2025-02-12</c:v>
                </c:pt>
                <c:pt idx="2235">
                  <c:v>2025-02-13</c:v>
                </c:pt>
                <c:pt idx="2236">
                  <c:v>2025-02-14</c:v>
                </c:pt>
                <c:pt idx="2237">
                  <c:v>2025-02-15</c:v>
                </c:pt>
                <c:pt idx="2238">
                  <c:v>2025-02-16</c:v>
                </c:pt>
                <c:pt idx="2239">
                  <c:v>2025-02-17</c:v>
                </c:pt>
                <c:pt idx="2240">
                  <c:v>2025-02-18</c:v>
                </c:pt>
                <c:pt idx="2241">
                  <c:v>2025-02-19</c:v>
                </c:pt>
                <c:pt idx="2242">
                  <c:v>2025-02-20</c:v>
                </c:pt>
                <c:pt idx="2243">
                  <c:v>2025-02-21</c:v>
                </c:pt>
                <c:pt idx="2244">
                  <c:v>2025-02-22</c:v>
                </c:pt>
                <c:pt idx="2245">
                  <c:v>2025-02-23</c:v>
                </c:pt>
                <c:pt idx="2246">
                  <c:v>2025-02-24</c:v>
                </c:pt>
                <c:pt idx="2247">
                  <c:v>2025-02-25</c:v>
                </c:pt>
                <c:pt idx="2248">
                  <c:v>2025-02-26</c:v>
                </c:pt>
                <c:pt idx="2249">
                  <c:v>2025-02-27</c:v>
                </c:pt>
                <c:pt idx="2250">
                  <c:v>2025-02-28</c:v>
                </c:pt>
                <c:pt idx="2251">
                  <c:v>2025-03-01</c:v>
                </c:pt>
                <c:pt idx="2252">
                  <c:v>2025-03-02</c:v>
                </c:pt>
                <c:pt idx="2253">
                  <c:v>2025-03-03</c:v>
                </c:pt>
                <c:pt idx="2254">
                  <c:v>2025-03-04</c:v>
                </c:pt>
                <c:pt idx="2255">
                  <c:v>2025-03-05</c:v>
                </c:pt>
                <c:pt idx="2256">
                  <c:v>2025-03-06</c:v>
                </c:pt>
                <c:pt idx="2257">
                  <c:v>2025-03-07</c:v>
                </c:pt>
                <c:pt idx="2258">
                  <c:v>2025-03-08</c:v>
                </c:pt>
                <c:pt idx="2259">
                  <c:v>2025-03-09</c:v>
                </c:pt>
                <c:pt idx="2260">
                  <c:v>2025-03-10</c:v>
                </c:pt>
                <c:pt idx="2261">
                  <c:v>2025-03-11</c:v>
                </c:pt>
                <c:pt idx="2262">
                  <c:v>2025-03-12</c:v>
                </c:pt>
                <c:pt idx="2263">
                  <c:v>2025-03-13</c:v>
                </c:pt>
                <c:pt idx="2264">
                  <c:v>2025-03-14</c:v>
                </c:pt>
                <c:pt idx="2265">
                  <c:v>2025-03-15</c:v>
                </c:pt>
                <c:pt idx="2266">
                  <c:v>2025-03-16</c:v>
                </c:pt>
                <c:pt idx="2267">
                  <c:v>2025-03-17</c:v>
                </c:pt>
                <c:pt idx="2268">
                  <c:v>2025-03-18</c:v>
                </c:pt>
                <c:pt idx="2269">
                  <c:v>2025-03-19</c:v>
                </c:pt>
                <c:pt idx="2270">
                  <c:v>2025-03-20</c:v>
                </c:pt>
                <c:pt idx="2271">
                  <c:v>2025-03-21</c:v>
                </c:pt>
                <c:pt idx="2272">
                  <c:v>2025-03-22</c:v>
                </c:pt>
                <c:pt idx="2273">
                  <c:v>2025-03-23</c:v>
                </c:pt>
                <c:pt idx="2274">
                  <c:v>2025-03-24</c:v>
                </c:pt>
                <c:pt idx="2275">
                  <c:v>2025-03-25</c:v>
                </c:pt>
                <c:pt idx="2276">
                  <c:v>2025-03-26</c:v>
                </c:pt>
                <c:pt idx="2277">
                  <c:v>2025-03-27</c:v>
                </c:pt>
                <c:pt idx="2278">
                  <c:v>2025-03-28</c:v>
                </c:pt>
                <c:pt idx="2279">
                  <c:v>2025-03-29</c:v>
                </c:pt>
                <c:pt idx="2280">
                  <c:v>2025-03-30</c:v>
                </c:pt>
                <c:pt idx="2281">
                  <c:v>2025-03-31</c:v>
                </c:pt>
                <c:pt idx="2282">
                  <c:v>2025-04-01</c:v>
                </c:pt>
                <c:pt idx="2283">
                  <c:v>2025-04-02</c:v>
                </c:pt>
                <c:pt idx="2284">
                  <c:v>2025-04-03</c:v>
                </c:pt>
                <c:pt idx="2285">
                  <c:v>2025-04-04</c:v>
                </c:pt>
                <c:pt idx="2286">
                  <c:v>2025-04-05</c:v>
                </c:pt>
                <c:pt idx="2287">
                  <c:v>2025-04-06</c:v>
                </c:pt>
                <c:pt idx="2288">
                  <c:v>2025-04-07</c:v>
                </c:pt>
                <c:pt idx="2289">
                  <c:v>2025-04-08</c:v>
                </c:pt>
                <c:pt idx="2290">
                  <c:v>2025-04-09</c:v>
                </c:pt>
                <c:pt idx="2291">
                  <c:v>2025-04-10</c:v>
                </c:pt>
                <c:pt idx="2292">
                  <c:v>2025-04-11</c:v>
                </c:pt>
                <c:pt idx="2293">
                  <c:v>2025-04-12</c:v>
                </c:pt>
                <c:pt idx="2294">
                  <c:v>2025-04-13</c:v>
                </c:pt>
                <c:pt idx="2295">
                  <c:v>2025-04-14</c:v>
                </c:pt>
                <c:pt idx="2296">
                  <c:v>2025-04-15</c:v>
                </c:pt>
                <c:pt idx="2297">
                  <c:v>2025-04-16</c:v>
                </c:pt>
                <c:pt idx="2298">
                  <c:v>2025-04-17</c:v>
                </c:pt>
                <c:pt idx="2299">
                  <c:v>2025-04-18</c:v>
                </c:pt>
                <c:pt idx="2300">
                  <c:v>2025-04-19</c:v>
                </c:pt>
                <c:pt idx="2301">
                  <c:v>2025-04-20</c:v>
                </c:pt>
                <c:pt idx="2302">
                  <c:v>2025-04-21</c:v>
                </c:pt>
                <c:pt idx="2303">
                  <c:v>2025-04-22</c:v>
                </c:pt>
                <c:pt idx="2304">
                  <c:v>2025-04-23</c:v>
                </c:pt>
                <c:pt idx="2305">
                  <c:v>2025-04-24</c:v>
                </c:pt>
                <c:pt idx="2306">
                  <c:v>2025-04-25</c:v>
                </c:pt>
                <c:pt idx="2307">
                  <c:v>2025-04-26</c:v>
                </c:pt>
                <c:pt idx="2308">
                  <c:v>2025-04-27</c:v>
                </c:pt>
                <c:pt idx="2309">
                  <c:v>2025-04-28</c:v>
                </c:pt>
                <c:pt idx="2310">
                  <c:v>2025-04-29</c:v>
                </c:pt>
                <c:pt idx="2311">
                  <c:v>2025-04-30</c:v>
                </c:pt>
                <c:pt idx="2312">
                  <c:v>2025-05-01</c:v>
                </c:pt>
                <c:pt idx="2313">
                  <c:v>2025-05-02</c:v>
                </c:pt>
                <c:pt idx="2314">
                  <c:v>2025-05-03</c:v>
                </c:pt>
                <c:pt idx="2315">
                  <c:v>2025-05-04</c:v>
                </c:pt>
                <c:pt idx="2316">
                  <c:v>2025-05-05</c:v>
                </c:pt>
                <c:pt idx="2317">
                  <c:v>2025-05-06</c:v>
                </c:pt>
                <c:pt idx="2318">
                  <c:v>2025-05-07</c:v>
                </c:pt>
                <c:pt idx="2319">
                  <c:v>2025-05-08</c:v>
                </c:pt>
                <c:pt idx="2320">
                  <c:v>2025-05-09</c:v>
                </c:pt>
                <c:pt idx="2321">
                  <c:v>2025-05-10</c:v>
                </c:pt>
                <c:pt idx="2322">
                  <c:v>2025-05-11</c:v>
                </c:pt>
                <c:pt idx="2323">
                  <c:v>2025-05-12</c:v>
                </c:pt>
                <c:pt idx="2324">
                  <c:v>2025-05-13</c:v>
                </c:pt>
                <c:pt idx="2325">
                  <c:v>2025-05-14</c:v>
                </c:pt>
                <c:pt idx="2326">
                  <c:v>2025-05-15</c:v>
                </c:pt>
                <c:pt idx="2327">
                  <c:v>2025-05-16</c:v>
                </c:pt>
                <c:pt idx="2328">
                  <c:v>2025-05-17</c:v>
                </c:pt>
                <c:pt idx="2329">
                  <c:v>2025-05-18</c:v>
                </c:pt>
                <c:pt idx="2330">
                  <c:v>2025-05-19</c:v>
                </c:pt>
                <c:pt idx="2331">
                  <c:v>2025-05-20</c:v>
                </c:pt>
                <c:pt idx="2332">
                  <c:v>2025-05-21</c:v>
                </c:pt>
                <c:pt idx="2333">
                  <c:v>2025-05-22</c:v>
                </c:pt>
                <c:pt idx="2334">
                  <c:v>2025-05-23</c:v>
                </c:pt>
                <c:pt idx="2335">
                  <c:v>2025-05-24</c:v>
                </c:pt>
                <c:pt idx="2336">
                  <c:v>2025-05-25</c:v>
                </c:pt>
                <c:pt idx="2337">
                  <c:v>2025-05-26</c:v>
                </c:pt>
                <c:pt idx="2338">
                  <c:v>2025-05-27</c:v>
                </c:pt>
                <c:pt idx="2339">
                  <c:v>2025-05-28</c:v>
                </c:pt>
                <c:pt idx="2340">
                  <c:v>2025-05-29</c:v>
                </c:pt>
                <c:pt idx="2341">
                  <c:v>2025-05-30</c:v>
                </c:pt>
                <c:pt idx="2342">
                  <c:v>2025-05-31</c:v>
                </c:pt>
                <c:pt idx="2343">
                  <c:v>2025-06-01</c:v>
                </c:pt>
                <c:pt idx="2344">
                  <c:v>2025-06-02</c:v>
                </c:pt>
                <c:pt idx="2345">
                  <c:v>2025-06-03</c:v>
                </c:pt>
                <c:pt idx="2346">
                  <c:v>2025-06-04</c:v>
                </c:pt>
                <c:pt idx="2347">
                  <c:v>2025-06-05</c:v>
                </c:pt>
                <c:pt idx="2348">
                  <c:v>2025-06-06</c:v>
                </c:pt>
                <c:pt idx="2349">
                  <c:v>2025-06-07</c:v>
                </c:pt>
                <c:pt idx="2350">
                  <c:v>2025-06-08</c:v>
                </c:pt>
                <c:pt idx="2351">
                  <c:v>2025-06-09</c:v>
                </c:pt>
                <c:pt idx="2352">
                  <c:v>2025-06-10</c:v>
                </c:pt>
                <c:pt idx="2353">
                  <c:v>2025-06-11</c:v>
                </c:pt>
                <c:pt idx="2354">
                  <c:v>2025-06-12</c:v>
                </c:pt>
                <c:pt idx="2355">
                  <c:v>2025-06-13</c:v>
                </c:pt>
                <c:pt idx="2356">
                  <c:v>2025-06-14</c:v>
                </c:pt>
                <c:pt idx="2357">
                  <c:v>2025-06-15</c:v>
                </c:pt>
                <c:pt idx="2358">
                  <c:v>2025-06-16</c:v>
                </c:pt>
                <c:pt idx="2359">
                  <c:v>2025-06-17</c:v>
                </c:pt>
                <c:pt idx="2360">
                  <c:v>2025-06-18</c:v>
                </c:pt>
                <c:pt idx="2361">
                  <c:v>2025-06-19</c:v>
                </c:pt>
                <c:pt idx="2362">
                  <c:v>2025-06-20</c:v>
                </c:pt>
                <c:pt idx="2363">
                  <c:v>2025-06-21</c:v>
                </c:pt>
                <c:pt idx="2364">
                  <c:v>2025-06-22</c:v>
                </c:pt>
                <c:pt idx="2365">
                  <c:v>2025-06-23</c:v>
                </c:pt>
                <c:pt idx="2366">
                  <c:v>2025-06-24</c:v>
                </c:pt>
                <c:pt idx="2367">
                  <c:v>2025-06-25</c:v>
                </c:pt>
                <c:pt idx="2368">
                  <c:v>2025-06-26</c:v>
                </c:pt>
                <c:pt idx="2369">
                  <c:v>2025-06-27</c:v>
                </c:pt>
                <c:pt idx="2370">
                  <c:v>2025-06-28</c:v>
                </c:pt>
                <c:pt idx="2371">
                  <c:v>2025-06-29</c:v>
                </c:pt>
                <c:pt idx="2372">
                  <c:v>2025-06-30</c:v>
                </c:pt>
                <c:pt idx="2373">
                  <c:v>2025-07-01</c:v>
                </c:pt>
                <c:pt idx="2374">
                  <c:v>2025-07-02</c:v>
                </c:pt>
                <c:pt idx="2375">
                  <c:v>2025-07-03</c:v>
                </c:pt>
                <c:pt idx="2376">
                  <c:v>2025-07-04</c:v>
                </c:pt>
                <c:pt idx="2377">
                  <c:v>2025-07-05</c:v>
                </c:pt>
                <c:pt idx="2378">
                  <c:v>2025-07-06</c:v>
                </c:pt>
                <c:pt idx="2379">
                  <c:v>2025-07-07</c:v>
                </c:pt>
                <c:pt idx="2380">
                  <c:v>2025-07-08</c:v>
                </c:pt>
                <c:pt idx="2381">
                  <c:v>2025-07-09</c:v>
                </c:pt>
                <c:pt idx="2382">
                  <c:v>2025-07-10</c:v>
                </c:pt>
                <c:pt idx="2383">
                  <c:v>2025-07-11</c:v>
                </c:pt>
                <c:pt idx="2384">
                  <c:v>2025-07-12</c:v>
                </c:pt>
                <c:pt idx="2385">
                  <c:v>2025-07-13</c:v>
                </c:pt>
                <c:pt idx="2386">
                  <c:v>2025-07-14</c:v>
                </c:pt>
                <c:pt idx="2387">
                  <c:v>2025-07-15</c:v>
                </c:pt>
                <c:pt idx="2388">
                  <c:v>2025-07-16</c:v>
                </c:pt>
                <c:pt idx="2389">
                  <c:v>2025-07-17</c:v>
                </c:pt>
                <c:pt idx="2390">
                  <c:v>2025-07-18</c:v>
                </c:pt>
                <c:pt idx="2391">
                  <c:v>2025-07-19</c:v>
                </c:pt>
                <c:pt idx="2392">
                  <c:v>2025-07-20</c:v>
                </c:pt>
                <c:pt idx="2393">
                  <c:v>2025-07-21</c:v>
                </c:pt>
                <c:pt idx="2394">
                  <c:v>2025-07-22</c:v>
                </c:pt>
                <c:pt idx="2395">
                  <c:v>2025-07-23</c:v>
                </c:pt>
                <c:pt idx="2396">
                  <c:v>2025-07-24</c:v>
                </c:pt>
                <c:pt idx="2397">
                  <c:v>2025-07-25</c:v>
                </c:pt>
                <c:pt idx="2398">
                  <c:v>2025-07-26</c:v>
                </c:pt>
                <c:pt idx="2399">
                  <c:v>2025-07-27</c:v>
                </c:pt>
                <c:pt idx="2400">
                  <c:v>2025-07-28</c:v>
                </c:pt>
                <c:pt idx="2401">
                  <c:v>2025-07-29</c:v>
                </c:pt>
                <c:pt idx="2402">
                  <c:v>2025-07-30</c:v>
                </c:pt>
                <c:pt idx="2403">
                  <c:v>2025-07-31</c:v>
                </c:pt>
                <c:pt idx="2404">
                  <c:v>2025-08-01</c:v>
                </c:pt>
                <c:pt idx="2405">
                  <c:v>2025-08-02</c:v>
                </c:pt>
                <c:pt idx="2406">
                  <c:v>2025-08-03</c:v>
                </c:pt>
                <c:pt idx="2407">
                  <c:v>2025-08-04</c:v>
                </c:pt>
                <c:pt idx="2408">
                  <c:v>2025-08-05</c:v>
                </c:pt>
                <c:pt idx="2409">
                  <c:v>2025-08-06</c:v>
                </c:pt>
                <c:pt idx="2410">
                  <c:v>2025-08-07</c:v>
                </c:pt>
                <c:pt idx="2411">
                  <c:v>2025-08-08</c:v>
                </c:pt>
                <c:pt idx="2412">
                  <c:v>2025-08-09</c:v>
                </c:pt>
                <c:pt idx="2413">
                  <c:v>2025-08-10</c:v>
                </c:pt>
                <c:pt idx="2414">
                  <c:v>2025-08-11</c:v>
                </c:pt>
                <c:pt idx="2415">
                  <c:v>2025-08-12</c:v>
                </c:pt>
                <c:pt idx="2416">
                  <c:v>2025-08-13</c:v>
                </c:pt>
                <c:pt idx="2417">
                  <c:v>2025-08-14</c:v>
                </c:pt>
                <c:pt idx="2418">
                  <c:v>2025-08-15</c:v>
                </c:pt>
                <c:pt idx="2419">
                  <c:v>2025-08-16</c:v>
                </c:pt>
                <c:pt idx="2420">
                  <c:v>2025-08-17</c:v>
                </c:pt>
                <c:pt idx="2421">
                  <c:v>2025-08-18</c:v>
                </c:pt>
                <c:pt idx="2422">
                  <c:v>2025-08-19</c:v>
                </c:pt>
                <c:pt idx="2423">
                  <c:v>2025-08-20</c:v>
                </c:pt>
                <c:pt idx="2424">
                  <c:v>2025-08-21</c:v>
                </c:pt>
                <c:pt idx="2425">
                  <c:v>2025-08-22</c:v>
                </c:pt>
                <c:pt idx="2426">
                  <c:v>2025-08-23</c:v>
                </c:pt>
                <c:pt idx="2427">
                  <c:v>2025-08-24</c:v>
                </c:pt>
                <c:pt idx="2428">
                  <c:v>2025-08-25</c:v>
                </c:pt>
                <c:pt idx="2429">
                  <c:v>2025-08-26</c:v>
                </c:pt>
                <c:pt idx="2430">
                  <c:v>2025-08-27</c:v>
                </c:pt>
                <c:pt idx="2431">
                  <c:v>2025-08-28</c:v>
                </c:pt>
                <c:pt idx="2432">
                  <c:v>2025-08-29</c:v>
                </c:pt>
                <c:pt idx="2433">
                  <c:v>2025-08-30</c:v>
                </c:pt>
                <c:pt idx="2434">
                  <c:v>2025-08-31</c:v>
                </c:pt>
                <c:pt idx="2435">
                  <c:v>2025-09-01</c:v>
                </c:pt>
                <c:pt idx="2436">
                  <c:v>2025-09-02</c:v>
                </c:pt>
                <c:pt idx="2437">
                  <c:v>2025-09-03</c:v>
                </c:pt>
                <c:pt idx="2438">
                  <c:v>2025-09-04</c:v>
                </c:pt>
                <c:pt idx="2439">
                  <c:v>2025-09-05</c:v>
                </c:pt>
                <c:pt idx="2440">
                  <c:v>2025-09-06</c:v>
                </c:pt>
                <c:pt idx="2441">
                  <c:v>2025-09-07</c:v>
                </c:pt>
                <c:pt idx="2442">
                  <c:v>2025-09-08</c:v>
                </c:pt>
                <c:pt idx="2443">
                  <c:v>2025-09-09</c:v>
                </c:pt>
                <c:pt idx="2444">
                  <c:v>2025-09-10</c:v>
                </c:pt>
                <c:pt idx="2445">
                  <c:v>2025-09-11</c:v>
                </c:pt>
                <c:pt idx="2446">
                  <c:v>2025-09-12</c:v>
                </c:pt>
                <c:pt idx="2447">
                  <c:v>2025-09-13</c:v>
                </c:pt>
                <c:pt idx="2448">
                  <c:v>2025-09-14</c:v>
                </c:pt>
                <c:pt idx="2449">
                  <c:v>2025-09-15</c:v>
                </c:pt>
                <c:pt idx="2450">
                  <c:v>2025-09-16</c:v>
                </c:pt>
                <c:pt idx="2451">
                  <c:v>2025-09-17</c:v>
                </c:pt>
                <c:pt idx="2452">
                  <c:v>2025-09-18</c:v>
                </c:pt>
                <c:pt idx="2453">
                  <c:v>2025-09-19</c:v>
                </c:pt>
                <c:pt idx="2454">
                  <c:v>2025-09-20</c:v>
                </c:pt>
                <c:pt idx="2455">
                  <c:v>2025-09-21</c:v>
                </c:pt>
                <c:pt idx="2456">
                  <c:v>2025-09-22</c:v>
                </c:pt>
                <c:pt idx="2457">
                  <c:v>2025-09-23</c:v>
                </c:pt>
                <c:pt idx="2458">
                  <c:v>2025-09-24</c:v>
                </c:pt>
                <c:pt idx="2459">
                  <c:v>2025-09-25</c:v>
                </c:pt>
                <c:pt idx="2460">
                  <c:v>2025-09-26</c:v>
                </c:pt>
                <c:pt idx="2461">
                  <c:v>2025-09-27</c:v>
                </c:pt>
                <c:pt idx="2462">
                  <c:v>2025-09-28</c:v>
                </c:pt>
                <c:pt idx="2463">
                  <c:v>2025-09-29</c:v>
                </c:pt>
                <c:pt idx="2464">
                  <c:v>2025-09-30</c:v>
                </c:pt>
                <c:pt idx="2465">
                  <c:v>2025-10-01</c:v>
                </c:pt>
                <c:pt idx="2466">
                  <c:v>2025-10-02</c:v>
                </c:pt>
                <c:pt idx="2467">
                  <c:v>2025-10-03</c:v>
                </c:pt>
                <c:pt idx="2468">
                  <c:v>2025-10-04</c:v>
                </c:pt>
                <c:pt idx="2469">
                  <c:v>2025-10-05</c:v>
                </c:pt>
                <c:pt idx="2470">
                  <c:v>2025-10-06</c:v>
                </c:pt>
                <c:pt idx="2471">
                  <c:v>2025-10-07</c:v>
                </c:pt>
                <c:pt idx="2472">
                  <c:v>2025-10-08</c:v>
                </c:pt>
                <c:pt idx="2473">
                  <c:v>2025-10-09</c:v>
                </c:pt>
                <c:pt idx="2474">
                  <c:v>2025-10-10</c:v>
                </c:pt>
                <c:pt idx="2475">
                  <c:v>2025-10-11</c:v>
                </c:pt>
                <c:pt idx="2476">
                  <c:v>2025-10-12</c:v>
                </c:pt>
                <c:pt idx="2477">
                  <c:v>2025-10-13</c:v>
                </c:pt>
                <c:pt idx="2478">
                  <c:v>2025-10-14</c:v>
                </c:pt>
                <c:pt idx="2479">
                  <c:v>2025-10-15</c:v>
                </c:pt>
                <c:pt idx="2480">
                  <c:v>2025-10-16</c:v>
                </c:pt>
                <c:pt idx="2481">
                  <c:v>2025-10-17</c:v>
                </c:pt>
                <c:pt idx="2482">
                  <c:v>2025-10-18</c:v>
                </c:pt>
                <c:pt idx="2483">
                  <c:v>2025-10-19</c:v>
                </c:pt>
                <c:pt idx="2484">
                  <c:v>2025-10-20</c:v>
                </c:pt>
                <c:pt idx="2485">
                  <c:v>2025-10-21</c:v>
                </c:pt>
                <c:pt idx="2486">
                  <c:v>2025-10-22</c:v>
                </c:pt>
                <c:pt idx="2487">
                  <c:v>2025-10-23</c:v>
                </c:pt>
                <c:pt idx="2488">
                  <c:v>2025-10-24</c:v>
                </c:pt>
                <c:pt idx="2489">
                  <c:v>2025-10-25</c:v>
                </c:pt>
                <c:pt idx="2490">
                  <c:v>2025-10-26</c:v>
                </c:pt>
                <c:pt idx="2491">
                  <c:v>2025-10-27</c:v>
                </c:pt>
                <c:pt idx="2492">
                  <c:v>2025-10-28</c:v>
                </c:pt>
                <c:pt idx="2493">
                  <c:v>2025-10-29</c:v>
                </c:pt>
                <c:pt idx="2494">
                  <c:v>2025-10-30</c:v>
                </c:pt>
                <c:pt idx="2495">
                  <c:v>2025-10-31</c:v>
                </c:pt>
                <c:pt idx="2496">
                  <c:v>2025-11-01</c:v>
                </c:pt>
                <c:pt idx="2497">
                  <c:v>2025-11-02</c:v>
                </c:pt>
                <c:pt idx="2498">
                  <c:v>2025-11-03</c:v>
                </c:pt>
                <c:pt idx="2499">
                  <c:v>2025-11-04</c:v>
                </c:pt>
                <c:pt idx="2500">
                  <c:v>2025-11-05</c:v>
                </c:pt>
                <c:pt idx="2501">
                  <c:v>2025-11-06</c:v>
                </c:pt>
                <c:pt idx="2502">
                  <c:v>2025-11-07</c:v>
                </c:pt>
                <c:pt idx="2503">
                  <c:v>2025-11-08</c:v>
                </c:pt>
                <c:pt idx="2504">
                  <c:v>2025-11-09</c:v>
                </c:pt>
                <c:pt idx="2505">
                  <c:v>2025-11-10</c:v>
                </c:pt>
                <c:pt idx="2506">
                  <c:v>2025-11-11</c:v>
                </c:pt>
                <c:pt idx="2507">
                  <c:v>2025-11-12</c:v>
                </c:pt>
                <c:pt idx="2508">
                  <c:v>2025-11-13</c:v>
                </c:pt>
                <c:pt idx="2509">
                  <c:v>2025-11-14</c:v>
                </c:pt>
                <c:pt idx="2510">
                  <c:v>2025-11-15</c:v>
                </c:pt>
                <c:pt idx="2511">
                  <c:v>2025-11-16</c:v>
                </c:pt>
                <c:pt idx="2512">
                  <c:v>2025-11-17</c:v>
                </c:pt>
                <c:pt idx="2513">
                  <c:v>2025-11-18</c:v>
                </c:pt>
                <c:pt idx="2514">
                  <c:v>2025-11-19</c:v>
                </c:pt>
                <c:pt idx="2515">
                  <c:v>2025-11-20</c:v>
                </c:pt>
                <c:pt idx="2516">
                  <c:v>2025-11-21</c:v>
                </c:pt>
                <c:pt idx="2517">
                  <c:v>2025-11-22</c:v>
                </c:pt>
                <c:pt idx="2518">
                  <c:v>2025-11-23</c:v>
                </c:pt>
                <c:pt idx="2519">
                  <c:v>2025-11-24</c:v>
                </c:pt>
                <c:pt idx="2520">
                  <c:v>2025-11-25</c:v>
                </c:pt>
                <c:pt idx="2521">
                  <c:v>2025-11-26</c:v>
                </c:pt>
                <c:pt idx="2522">
                  <c:v>2025-11-27</c:v>
                </c:pt>
                <c:pt idx="2523">
                  <c:v>2025-11-28</c:v>
                </c:pt>
                <c:pt idx="2524">
                  <c:v>2025-11-29</c:v>
                </c:pt>
                <c:pt idx="2525">
                  <c:v>2025-11-30</c:v>
                </c:pt>
                <c:pt idx="2526">
                  <c:v>2025-12-01</c:v>
                </c:pt>
                <c:pt idx="2527">
                  <c:v>2025-12-02</c:v>
                </c:pt>
                <c:pt idx="2528">
                  <c:v>2025-12-03</c:v>
                </c:pt>
                <c:pt idx="2529">
                  <c:v>2025-12-04</c:v>
                </c:pt>
                <c:pt idx="2530">
                  <c:v>2025-12-05</c:v>
                </c:pt>
                <c:pt idx="2531">
                  <c:v>2025-12-06</c:v>
                </c:pt>
                <c:pt idx="2532">
                  <c:v>2025-12-07</c:v>
                </c:pt>
                <c:pt idx="2533">
                  <c:v>2025-12-08</c:v>
                </c:pt>
                <c:pt idx="2534">
                  <c:v>2025-12-09</c:v>
                </c:pt>
                <c:pt idx="2535">
                  <c:v>2025-12-10</c:v>
                </c:pt>
                <c:pt idx="2536">
                  <c:v>2025-12-11</c:v>
                </c:pt>
                <c:pt idx="2537">
                  <c:v>2025-12-12</c:v>
                </c:pt>
                <c:pt idx="2538">
                  <c:v>2025-12-13</c:v>
                </c:pt>
                <c:pt idx="2539">
                  <c:v>2025-12-14</c:v>
                </c:pt>
                <c:pt idx="2540">
                  <c:v>2025-12-15</c:v>
                </c:pt>
                <c:pt idx="2541">
                  <c:v>2025-12-16</c:v>
                </c:pt>
                <c:pt idx="2542">
                  <c:v>2025-12-17</c:v>
                </c:pt>
                <c:pt idx="2543">
                  <c:v>2025-12-18</c:v>
                </c:pt>
                <c:pt idx="2544">
                  <c:v>2025-12-19</c:v>
                </c:pt>
                <c:pt idx="2545">
                  <c:v>2025-12-20</c:v>
                </c:pt>
                <c:pt idx="2546">
                  <c:v>2025-12-21</c:v>
                </c:pt>
                <c:pt idx="2547">
                  <c:v>2025-12-22</c:v>
                </c:pt>
                <c:pt idx="2548">
                  <c:v>2025-12-23</c:v>
                </c:pt>
                <c:pt idx="2549">
                  <c:v>2025-12-24</c:v>
                </c:pt>
                <c:pt idx="2550">
                  <c:v>2025-12-25</c:v>
                </c:pt>
                <c:pt idx="2551">
                  <c:v>2025-12-26</c:v>
                </c:pt>
                <c:pt idx="2552">
                  <c:v>2025-12-27</c:v>
                </c:pt>
                <c:pt idx="2553">
                  <c:v>2025-12-28</c:v>
                </c:pt>
                <c:pt idx="2554">
                  <c:v>2025-12-29</c:v>
                </c:pt>
                <c:pt idx="2555">
                  <c:v>2025-12-30</c:v>
                </c:pt>
                <c:pt idx="2556">
                  <c:v>2025-12-31</c:v>
                </c:pt>
                <c:pt idx="2557">
                  <c:v>2026-01-01</c:v>
                </c:pt>
                <c:pt idx="2558">
                  <c:v>2026-01-02</c:v>
                </c:pt>
                <c:pt idx="2559">
                  <c:v>2026-01-03</c:v>
                </c:pt>
                <c:pt idx="2560">
                  <c:v>2026-01-04</c:v>
                </c:pt>
                <c:pt idx="2561">
                  <c:v>2026-01-05</c:v>
                </c:pt>
                <c:pt idx="2562">
                  <c:v>2026-01-06</c:v>
                </c:pt>
                <c:pt idx="2563">
                  <c:v>2026-01-07</c:v>
                </c:pt>
                <c:pt idx="2564">
                  <c:v>2026-01-08</c:v>
                </c:pt>
                <c:pt idx="2565">
                  <c:v>2026-01-09</c:v>
                </c:pt>
                <c:pt idx="2566">
                  <c:v>2026-01-10</c:v>
                </c:pt>
                <c:pt idx="2567">
                  <c:v>2026-01-11</c:v>
                </c:pt>
                <c:pt idx="2568">
                  <c:v>2026-01-12</c:v>
                </c:pt>
                <c:pt idx="2569">
                  <c:v>2026-01-13</c:v>
                </c:pt>
                <c:pt idx="2570">
                  <c:v>2026-01-14</c:v>
                </c:pt>
                <c:pt idx="2571">
                  <c:v>2026-01-15</c:v>
                </c:pt>
                <c:pt idx="2572">
                  <c:v>2026-01-16</c:v>
                </c:pt>
                <c:pt idx="2573">
                  <c:v>2026-01-17</c:v>
                </c:pt>
                <c:pt idx="2574">
                  <c:v>2026-01-18</c:v>
                </c:pt>
                <c:pt idx="2575">
                  <c:v>2026-01-19</c:v>
                </c:pt>
                <c:pt idx="2576">
                  <c:v>2026-01-20</c:v>
                </c:pt>
                <c:pt idx="2577">
                  <c:v>2026-01-21</c:v>
                </c:pt>
                <c:pt idx="2578">
                  <c:v>2026-01-22</c:v>
                </c:pt>
                <c:pt idx="2579">
                  <c:v>2026-01-23</c:v>
                </c:pt>
                <c:pt idx="2580">
                  <c:v>2026-01-24</c:v>
                </c:pt>
                <c:pt idx="2581">
                  <c:v>2026-01-25</c:v>
                </c:pt>
                <c:pt idx="2582">
                  <c:v>2026-01-26</c:v>
                </c:pt>
                <c:pt idx="2583">
                  <c:v>2026-01-27</c:v>
                </c:pt>
                <c:pt idx="2584">
                  <c:v>2026-01-28</c:v>
                </c:pt>
                <c:pt idx="2585">
                  <c:v>2026-01-29</c:v>
                </c:pt>
                <c:pt idx="2586">
                  <c:v>2026-01-30</c:v>
                </c:pt>
                <c:pt idx="2587">
                  <c:v>2026-01-31</c:v>
                </c:pt>
                <c:pt idx="2588">
                  <c:v>2026-02-01</c:v>
                </c:pt>
                <c:pt idx="2589">
                  <c:v>2026-02-02</c:v>
                </c:pt>
                <c:pt idx="2590">
                  <c:v>2026-02-03</c:v>
                </c:pt>
                <c:pt idx="2591">
                  <c:v>2026-02-04</c:v>
                </c:pt>
                <c:pt idx="2592">
                  <c:v>2026-02-05</c:v>
                </c:pt>
                <c:pt idx="2593">
                  <c:v>2026-02-06</c:v>
                </c:pt>
                <c:pt idx="2594">
                  <c:v>2026-02-07</c:v>
                </c:pt>
                <c:pt idx="2595">
                  <c:v>2026-02-08</c:v>
                </c:pt>
                <c:pt idx="2596">
                  <c:v>2026-02-09</c:v>
                </c:pt>
                <c:pt idx="2597">
                  <c:v>2026-02-10</c:v>
                </c:pt>
                <c:pt idx="2598">
                  <c:v>2026-02-11</c:v>
                </c:pt>
                <c:pt idx="2599">
                  <c:v>2026-02-12</c:v>
                </c:pt>
                <c:pt idx="2600">
                  <c:v>2026-02-13</c:v>
                </c:pt>
                <c:pt idx="2601">
                  <c:v>2026-02-14</c:v>
                </c:pt>
                <c:pt idx="2602">
                  <c:v>2026-02-15</c:v>
                </c:pt>
                <c:pt idx="2603">
                  <c:v>2026-02-16</c:v>
                </c:pt>
                <c:pt idx="2604">
                  <c:v>2026-02-17</c:v>
                </c:pt>
                <c:pt idx="2605">
                  <c:v>2026-02-18</c:v>
                </c:pt>
                <c:pt idx="2606">
                  <c:v>2026-02-19</c:v>
                </c:pt>
                <c:pt idx="2607">
                  <c:v>2026-02-20</c:v>
                </c:pt>
                <c:pt idx="2608">
                  <c:v>2026-02-21</c:v>
                </c:pt>
                <c:pt idx="2609">
                  <c:v>2026-02-22</c:v>
                </c:pt>
                <c:pt idx="2610">
                  <c:v>2026-02-23</c:v>
                </c:pt>
                <c:pt idx="2611">
                  <c:v>2026-02-24</c:v>
                </c:pt>
                <c:pt idx="2612">
                  <c:v>2026-02-25</c:v>
                </c:pt>
                <c:pt idx="2613">
                  <c:v>2026-02-26</c:v>
                </c:pt>
                <c:pt idx="2614">
                  <c:v>2026-02-27</c:v>
                </c:pt>
                <c:pt idx="2615">
                  <c:v>2026-02-28</c:v>
                </c:pt>
                <c:pt idx="2616">
                  <c:v>2026-03-01</c:v>
                </c:pt>
                <c:pt idx="2617">
                  <c:v>2026-03-02</c:v>
                </c:pt>
                <c:pt idx="2618">
                  <c:v>2026-03-03</c:v>
                </c:pt>
                <c:pt idx="2619">
                  <c:v>2026-03-04</c:v>
                </c:pt>
                <c:pt idx="2620">
                  <c:v>2026-03-05</c:v>
                </c:pt>
                <c:pt idx="2621">
                  <c:v>2026-03-06</c:v>
                </c:pt>
                <c:pt idx="2622">
                  <c:v>2026-03-07</c:v>
                </c:pt>
                <c:pt idx="2623">
                  <c:v>2026-03-08</c:v>
                </c:pt>
                <c:pt idx="2624">
                  <c:v>2026-03-09</c:v>
                </c:pt>
                <c:pt idx="2625">
                  <c:v>2026-03-10</c:v>
                </c:pt>
                <c:pt idx="2626">
                  <c:v>2026-03-11</c:v>
                </c:pt>
                <c:pt idx="2627">
                  <c:v>2026-03-12</c:v>
                </c:pt>
                <c:pt idx="2628">
                  <c:v>2026-03-13</c:v>
                </c:pt>
                <c:pt idx="2629">
                  <c:v>2026-03-14</c:v>
                </c:pt>
                <c:pt idx="2630">
                  <c:v>2026-03-15</c:v>
                </c:pt>
                <c:pt idx="2631">
                  <c:v>2026-03-16</c:v>
                </c:pt>
                <c:pt idx="2632">
                  <c:v>2026-03-17</c:v>
                </c:pt>
                <c:pt idx="2633">
                  <c:v>2026-03-18</c:v>
                </c:pt>
                <c:pt idx="2634">
                  <c:v>2026-03-19</c:v>
                </c:pt>
                <c:pt idx="2635">
                  <c:v>2026-03-20</c:v>
                </c:pt>
                <c:pt idx="2636">
                  <c:v>2026-03-21</c:v>
                </c:pt>
                <c:pt idx="2637">
                  <c:v>2026-03-22</c:v>
                </c:pt>
                <c:pt idx="2638">
                  <c:v>2026-03-23</c:v>
                </c:pt>
                <c:pt idx="2639">
                  <c:v>2026-03-24</c:v>
                </c:pt>
                <c:pt idx="2640">
                  <c:v>2026-03-25</c:v>
                </c:pt>
                <c:pt idx="2641">
                  <c:v>2026-03-26</c:v>
                </c:pt>
                <c:pt idx="2642">
                  <c:v>2026-03-27</c:v>
                </c:pt>
                <c:pt idx="2643">
                  <c:v>2026-03-28</c:v>
                </c:pt>
                <c:pt idx="2644">
                  <c:v>2026-03-29</c:v>
                </c:pt>
                <c:pt idx="2645">
                  <c:v>2026-03-30</c:v>
                </c:pt>
                <c:pt idx="2646">
                  <c:v>2026-03-31</c:v>
                </c:pt>
                <c:pt idx="2647">
                  <c:v>2026-04-01</c:v>
                </c:pt>
                <c:pt idx="2648">
                  <c:v>2026-04-02</c:v>
                </c:pt>
                <c:pt idx="2649">
                  <c:v>2026-04-03</c:v>
                </c:pt>
                <c:pt idx="2650">
                  <c:v>2026-04-04</c:v>
                </c:pt>
                <c:pt idx="2651">
                  <c:v>2026-04-05</c:v>
                </c:pt>
                <c:pt idx="2652">
                  <c:v>2026-04-06</c:v>
                </c:pt>
                <c:pt idx="2653">
                  <c:v>2026-04-07</c:v>
                </c:pt>
                <c:pt idx="2654">
                  <c:v>2026-04-08</c:v>
                </c:pt>
                <c:pt idx="2655">
                  <c:v>2026-04-09</c:v>
                </c:pt>
                <c:pt idx="2656">
                  <c:v>2026-04-10</c:v>
                </c:pt>
                <c:pt idx="2657">
                  <c:v>2026-04-11</c:v>
                </c:pt>
                <c:pt idx="2658">
                  <c:v>2026-04-12</c:v>
                </c:pt>
                <c:pt idx="2659">
                  <c:v>2026-04-13</c:v>
                </c:pt>
                <c:pt idx="2660">
                  <c:v>2026-04-14</c:v>
                </c:pt>
                <c:pt idx="2661">
                  <c:v>2026-04-15</c:v>
                </c:pt>
                <c:pt idx="2662">
                  <c:v>2026-04-16</c:v>
                </c:pt>
                <c:pt idx="2663">
                  <c:v>2026-04-17</c:v>
                </c:pt>
                <c:pt idx="2664">
                  <c:v>2026-04-18</c:v>
                </c:pt>
                <c:pt idx="2665">
                  <c:v>2026-04-19</c:v>
                </c:pt>
                <c:pt idx="2666">
                  <c:v>2026-04-20</c:v>
                </c:pt>
                <c:pt idx="2667">
                  <c:v>2026-04-21</c:v>
                </c:pt>
                <c:pt idx="2668">
                  <c:v>2026-04-22</c:v>
                </c:pt>
                <c:pt idx="2669">
                  <c:v>2026-04-23</c:v>
                </c:pt>
                <c:pt idx="2670">
                  <c:v>2026-04-24</c:v>
                </c:pt>
                <c:pt idx="2671">
                  <c:v>2026-04-25</c:v>
                </c:pt>
                <c:pt idx="2672">
                  <c:v>2026-04-26</c:v>
                </c:pt>
                <c:pt idx="2673">
                  <c:v>2026-04-27</c:v>
                </c:pt>
                <c:pt idx="2674">
                  <c:v>2026-04-28</c:v>
                </c:pt>
                <c:pt idx="2675">
                  <c:v>2026-04-29</c:v>
                </c:pt>
                <c:pt idx="2676">
                  <c:v>2026-04-30</c:v>
                </c:pt>
                <c:pt idx="2677">
                  <c:v>2026-05-01</c:v>
                </c:pt>
                <c:pt idx="2678">
                  <c:v>2026-05-02</c:v>
                </c:pt>
                <c:pt idx="2679">
                  <c:v>2026-05-03</c:v>
                </c:pt>
                <c:pt idx="2680">
                  <c:v>2026-05-04</c:v>
                </c:pt>
                <c:pt idx="2681">
                  <c:v>2026-05-05</c:v>
                </c:pt>
                <c:pt idx="2682">
                  <c:v>2026-05-06</c:v>
                </c:pt>
                <c:pt idx="2683">
                  <c:v>2026-05-07</c:v>
                </c:pt>
                <c:pt idx="2684">
                  <c:v>2026-05-08</c:v>
                </c:pt>
                <c:pt idx="2685">
                  <c:v>2026-05-09</c:v>
                </c:pt>
                <c:pt idx="2686">
                  <c:v>2026-05-10</c:v>
                </c:pt>
                <c:pt idx="2687">
                  <c:v>2026-05-11</c:v>
                </c:pt>
                <c:pt idx="2688">
                  <c:v>2026-05-12</c:v>
                </c:pt>
                <c:pt idx="2689">
                  <c:v>2026-05-13</c:v>
                </c:pt>
                <c:pt idx="2690">
                  <c:v>2026-05-14</c:v>
                </c:pt>
                <c:pt idx="2691">
                  <c:v>2026-05-15</c:v>
                </c:pt>
                <c:pt idx="2692">
                  <c:v>2026-05-16</c:v>
                </c:pt>
                <c:pt idx="2693">
                  <c:v>2026-05-17</c:v>
                </c:pt>
                <c:pt idx="2694">
                  <c:v>2026-05-18</c:v>
                </c:pt>
                <c:pt idx="2695">
                  <c:v>2026-05-19</c:v>
                </c:pt>
                <c:pt idx="2696">
                  <c:v>2026-05-20</c:v>
                </c:pt>
                <c:pt idx="2697">
                  <c:v>2026-05-21</c:v>
                </c:pt>
                <c:pt idx="2698">
                  <c:v>2026-05-22</c:v>
                </c:pt>
                <c:pt idx="2699">
                  <c:v>2026-05-23</c:v>
                </c:pt>
                <c:pt idx="2700">
                  <c:v>2026-05-24</c:v>
                </c:pt>
                <c:pt idx="2701">
                  <c:v>2026-05-25</c:v>
                </c:pt>
                <c:pt idx="2702">
                  <c:v>2026-05-26</c:v>
                </c:pt>
                <c:pt idx="2703">
                  <c:v>2026-05-27</c:v>
                </c:pt>
                <c:pt idx="2704">
                  <c:v>2026-05-28</c:v>
                </c:pt>
                <c:pt idx="2705">
                  <c:v>2026-05-29</c:v>
                </c:pt>
                <c:pt idx="2706">
                  <c:v>2026-05-30</c:v>
                </c:pt>
                <c:pt idx="2707">
                  <c:v>2026-05-31</c:v>
                </c:pt>
                <c:pt idx="2708">
                  <c:v>2026-06-01</c:v>
                </c:pt>
                <c:pt idx="2709">
                  <c:v>2026-06-02</c:v>
                </c:pt>
                <c:pt idx="2710">
                  <c:v>2026-06-03</c:v>
                </c:pt>
                <c:pt idx="2711">
                  <c:v>2026-06-04</c:v>
                </c:pt>
                <c:pt idx="2712">
                  <c:v>2026-06-05</c:v>
                </c:pt>
                <c:pt idx="2713">
                  <c:v>2026-06-06</c:v>
                </c:pt>
                <c:pt idx="2714">
                  <c:v>2026-06-07</c:v>
                </c:pt>
                <c:pt idx="2715">
                  <c:v>2026-06-08</c:v>
                </c:pt>
                <c:pt idx="2716">
                  <c:v>2026-06-09</c:v>
                </c:pt>
                <c:pt idx="2717">
                  <c:v>2026-06-10</c:v>
                </c:pt>
                <c:pt idx="2718">
                  <c:v>2026-06-11</c:v>
                </c:pt>
                <c:pt idx="2719">
                  <c:v>2026-06-12</c:v>
                </c:pt>
                <c:pt idx="2720">
                  <c:v>2026-06-13</c:v>
                </c:pt>
                <c:pt idx="2721">
                  <c:v>2026-06-14</c:v>
                </c:pt>
                <c:pt idx="2722">
                  <c:v>2026-06-15</c:v>
                </c:pt>
                <c:pt idx="2723">
                  <c:v>2026-06-16</c:v>
                </c:pt>
                <c:pt idx="2724">
                  <c:v>2026-06-17</c:v>
                </c:pt>
                <c:pt idx="2725">
                  <c:v>2026-06-18</c:v>
                </c:pt>
                <c:pt idx="2726">
                  <c:v>2026-06-19</c:v>
                </c:pt>
                <c:pt idx="2727">
                  <c:v>2026-06-20</c:v>
                </c:pt>
                <c:pt idx="2728">
                  <c:v>2026-06-21</c:v>
                </c:pt>
                <c:pt idx="2729">
                  <c:v>2026-06-22</c:v>
                </c:pt>
                <c:pt idx="2730">
                  <c:v>2026-06-23</c:v>
                </c:pt>
                <c:pt idx="2731">
                  <c:v>2026-06-24</c:v>
                </c:pt>
                <c:pt idx="2732">
                  <c:v>2026-06-25</c:v>
                </c:pt>
                <c:pt idx="2733">
                  <c:v>2026-06-26</c:v>
                </c:pt>
                <c:pt idx="2734">
                  <c:v>2026-06-27</c:v>
                </c:pt>
                <c:pt idx="2735">
                  <c:v>2026-06-28</c:v>
                </c:pt>
                <c:pt idx="2736">
                  <c:v>2026-06-29</c:v>
                </c:pt>
                <c:pt idx="2737">
                  <c:v>2026-06-30</c:v>
                </c:pt>
                <c:pt idx="2738">
                  <c:v>2026-07-01</c:v>
                </c:pt>
                <c:pt idx="2739">
                  <c:v>2026-07-02</c:v>
                </c:pt>
                <c:pt idx="2740">
                  <c:v>2026-07-03</c:v>
                </c:pt>
                <c:pt idx="2741">
                  <c:v>2026-07-04</c:v>
                </c:pt>
                <c:pt idx="2742">
                  <c:v>2026-07-05</c:v>
                </c:pt>
                <c:pt idx="2743">
                  <c:v>2026-07-06</c:v>
                </c:pt>
                <c:pt idx="2744">
                  <c:v>2026-07-07</c:v>
                </c:pt>
                <c:pt idx="2745">
                  <c:v>2026-07-08</c:v>
                </c:pt>
                <c:pt idx="2746">
                  <c:v>2026-07-09</c:v>
                </c:pt>
                <c:pt idx="2747">
                  <c:v>2026-07-10</c:v>
                </c:pt>
                <c:pt idx="2748">
                  <c:v>2026-07-11</c:v>
                </c:pt>
                <c:pt idx="2749">
                  <c:v>2026-07-12</c:v>
                </c:pt>
                <c:pt idx="2750">
                  <c:v>2026-07-13</c:v>
                </c:pt>
                <c:pt idx="2751">
                  <c:v>2026-07-14</c:v>
                </c:pt>
                <c:pt idx="2752">
                  <c:v>2026-07-15</c:v>
                </c:pt>
                <c:pt idx="2753">
                  <c:v>2026-07-16</c:v>
                </c:pt>
                <c:pt idx="2754">
                  <c:v>2026-07-17</c:v>
                </c:pt>
                <c:pt idx="2755">
                  <c:v>2026-07-18</c:v>
                </c:pt>
                <c:pt idx="2756">
                  <c:v>2026-07-19</c:v>
                </c:pt>
                <c:pt idx="2757">
                  <c:v>2026-07-20</c:v>
                </c:pt>
                <c:pt idx="2758">
                  <c:v>2026-07-21</c:v>
                </c:pt>
                <c:pt idx="2759">
                  <c:v>2026-07-22</c:v>
                </c:pt>
                <c:pt idx="2760">
                  <c:v>2026-07-23</c:v>
                </c:pt>
                <c:pt idx="2761">
                  <c:v>2026-07-24</c:v>
                </c:pt>
                <c:pt idx="2762">
                  <c:v>2026-07-25</c:v>
                </c:pt>
                <c:pt idx="2763">
                  <c:v>2026-07-26</c:v>
                </c:pt>
                <c:pt idx="2764">
                  <c:v>2026-07-27</c:v>
                </c:pt>
                <c:pt idx="2765">
                  <c:v>2026-07-28</c:v>
                </c:pt>
                <c:pt idx="2766">
                  <c:v>2026-07-29</c:v>
                </c:pt>
                <c:pt idx="2767">
                  <c:v>2026-07-30</c:v>
                </c:pt>
                <c:pt idx="2768">
                  <c:v>2026-07-31</c:v>
                </c:pt>
                <c:pt idx="2769">
                  <c:v>2026-08-01</c:v>
                </c:pt>
                <c:pt idx="2770">
                  <c:v>2026-08-02</c:v>
                </c:pt>
                <c:pt idx="2771">
                  <c:v>2026-08-03</c:v>
                </c:pt>
                <c:pt idx="2772">
                  <c:v>2026-08-04</c:v>
                </c:pt>
                <c:pt idx="2773">
                  <c:v>2026-08-05</c:v>
                </c:pt>
                <c:pt idx="2774">
                  <c:v>2026-08-06</c:v>
                </c:pt>
                <c:pt idx="2775">
                  <c:v>2026-08-07</c:v>
                </c:pt>
                <c:pt idx="2776">
                  <c:v>2026-08-08</c:v>
                </c:pt>
                <c:pt idx="2777">
                  <c:v>2026-08-09</c:v>
                </c:pt>
                <c:pt idx="2778">
                  <c:v>2026-08-10</c:v>
                </c:pt>
                <c:pt idx="2779">
                  <c:v>2026-08-11</c:v>
                </c:pt>
                <c:pt idx="2780">
                  <c:v>2026-08-12</c:v>
                </c:pt>
                <c:pt idx="2781">
                  <c:v>2026-08-13</c:v>
                </c:pt>
                <c:pt idx="2782">
                  <c:v>2026-08-14</c:v>
                </c:pt>
                <c:pt idx="2783">
                  <c:v>2026-08-15</c:v>
                </c:pt>
                <c:pt idx="2784">
                  <c:v>2026-08-16</c:v>
                </c:pt>
                <c:pt idx="2785">
                  <c:v>2026-08-17</c:v>
                </c:pt>
                <c:pt idx="2786">
                  <c:v>2026-08-18</c:v>
                </c:pt>
                <c:pt idx="2787">
                  <c:v>2026-08-19</c:v>
                </c:pt>
                <c:pt idx="2788">
                  <c:v>2026-08-20</c:v>
                </c:pt>
                <c:pt idx="2789">
                  <c:v>2026-08-21</c:v>
                </c:pt>
                <c:pt idx="2790">
                  <c:v>2026-08-22</c:v>
                </c:pt>
                <c:pt idx="2791">
                  <c:v>2026-08-23</c:v>
                </c:pt>
                <c:pt idx="2792">
                  <c:v>2026-08-24</c:v>
                </c:pt>
                <c:pt idx="2793">
                  <c:v>2026-08-25</c:v>
                </c:pt>
                <c:pt idx="2794">
                  <c:v>2026-08-26</c:v>
                </c:pt>
                <c:pt idx="2795">
                  <c:v>2026-08-27</c:v>
                </c:pt>
                <c:pt idx="2796">
                  <c:v>2026-08-28</c:v>
                </c:pt>
                <c:pt idx="2797">
                  <c:v>2026-08-29</c:v>
                </c:pt>
                <c:pt idx="2798">
                  <c:v>2026-08-30</c:v>
                </c:pt>
                <c:pt idx="2799">
                  <c:v>2026-08-31</c:v>
                </c:pt>
                <c:pt idx="2800">
                  <c:v>2026-09-01</c:v>
                </c:pt>
                <c:pt idx="2801">
                  <c:v>2026-09-02</c:v>
                </c:pt>
                <c:pt idx="2802">
                  <c:v>2026-09-03</c:v>
                </c:pt>
                <c:pt idx="2803">
                  <c:v>2026-09-04</c:v>
                </c:pt>
                <c:pt idx="2804">
                  <c:v>2026-09-05</c:v>
                </c:pt>
                <c:pt idx="2805">
                  <c:v>2026-09-06</c:v>
                </c:pt>
                <c:pt idx="2806">
                  <c:v>2026-09-07</c:v>
                </c:pt>
                <c:pt idx="2807">
                  <c:v>2026-09-08</c:v>
                </c:pt>
                <c:pt idx="2808">
                  <c:v>2026-09-09</c:v>
                </c:pt>
                <c:pt idx="2809">
                  <c:v>2026-09-10</c:v>
                </c:pt>
                <c:pt idx="2810">
                  <c:v>2026-09-11</c:v>
                </c:pt>
                <c:pt idx="2811">
                  <c:v>2026-09-12</c:v>
                </c:pt>
                <c:pt idx="2812">
                  <c:v>2026-09-13</c:v>
                </c:pt>
                <c:pt idx="2813">
                  <c:v>2026-09-14</c:v>
                </c:pt>
                <c:pt idx="2814">
                  <c:v>2026-09-15</c:v>
                </c:pt>
                <c:pt idx="2815">
                  <c:v>2026-09-16</c:v>
                </c:pt>
                <c:pt idx="2816">
                  <c:v>2026-09-17</c:v>
                </c:pt>
                <c:pt idx="2817">
                  <c:v>2026-09-18</c:v>
                </c:pt>
                <c:pt idx="2818">
                  <c:v>2026-09-19</c:v>
                </c:pt>
                <c:pt idx="2819">
                  <c:v>2026-09-20</c:v>
                </c:pt>
                <c:pt idx="2820">
                  <c:v>2026-09-21</c:v>
                </c:pt>
                <c:pt idx="2821">
                  <c:v>2026-09-22</c:v>
                </c:pt>
                <c:pt idx="2822">
                  <c:v>2026-09-23</c:v>
                </c:pt>
                <c:pt idx="2823">
                  <c:v>2026-09-24</c:v>
                </c:pt>
                <c:pt idx="2824">
                  <c:v>2026-09-25</c:v>
                </c:pt>
                <c:pt idx="2825">
                  <c:v>2026-09-26</c:v>
                </c:pt>
                <c:pt idx="2826">
                  <c:v>2026-09-27</c:v>
                </c:pt>
                <c:pt idx="2827">
                  <c:v>2026-09-28</c:v>
                </c:pt>
                <c:pt idx="2828">
                  <c:v>2026-09-29</c:v>
                </c:pt>
                <c:pt idx="2829">
                  <c:v>2026-09-30</c:v>
                </c:pt>
                <c:pt idx="2830">
                  <c:v>2026-10-01</c:v>
                </c:pt>
                <c:pt idx="2831">
                  <c:v>2026-10-02</c:v>
                </c:pt>
                <c:pt idx="2832">
                  <c:v>2026-10-03</c:v>
                </c:pt>
                <c:pt idx="2833">
                  <c:v>2026-10-04</c:v>
                </c:pt>
                <c:pt idx="2834">
                  <c:v>2026-10-05</c:v>
                </c:pt>
                <c:pt idx="2835">
                  <c:v>2026-10-06</c:v>
                </c:pt>
                <c:pt idx="2836">
                  <c:v>2026-10-07</c:v>
                </c:pt>
                <c:pt idx="2837">
                  <c:v>2026-10-08</c:v>
                </c:pt>
                <c:pt idx="2838">
                  <c:v>2026-10-09</c:v>
                </c:pt>
                <c:pt idx="2839">
                  <c:v>2026-10-10</c:v>
                </c:pt>
                <c:pt idx="2840">
                  <c:v>2026-10-11</c:v>
                </c:pt>
                <c:pt idx="2841">
                  <c:v>2026-10-12</c:v>
                </c:pt>
                <c:pt idx="2842">
                  <c:v>2026-10-13</c:v>
                </c:pt>
                <c:pt idx="2843">
                  <c:v>2026-10-14</c:v>
                </c:pt>
                <c:pt idx="2844">
                  <c:v>2026-10-15</c:v>
                </c:pt>
                <c:pt idx="2845">
                  <c:v>2026-10-16</c:v>
                </c:pt>
                <c:pt idx="2846">
                  <c:v>2026-10-17</c:v>
                </c:pt>
                <c:pt idx="2847">
                  <c:v>2026-10-18</c:v>
                </c:pt>
                <c:pt idx="2848">
                  <c:v>2026-10-19</c:v>
                </c:pt>
                <c:pt idx="2849">
                  <c:v>2026-10-20</c:v>
                </c:pt>
                <c:pt idx="2850">
                  <c:v>2026-10-21</c:v>
                </c:pt>
                <c:pt idx="2851">
                  <c:v>2026-10-22</c:v>
                </c:pt>
                <c:pt idx="2852">
                  <c:v>2026-10-23</c:v>
                </c:pt>
                <c:pt idx="2853">
                  <c:v>2026-10-24</c:v>
                </c:pt>
                <c:pt idx="2854">
                  <c:v>2026-10-25</c:v>
                </c:pt>
                <c:pt idx="2855">
                  <c:v>2026-10-26</c:v>
                </c:pt>
                <c:pt idx="2856">
                  <c:v>2026-10-27</c:v>
                </c:pt>
                <c:pt idx="2857">
                  <c:v>2026-10-28</c:v>
                </c:pt>
                <c:pt idx="2858">
                  <c:v>2026-10-29</c:v>
                </c:pt>
                <c:pt idx="2859">
                  <c:v>2026-10-30</c:v>
                </c:pt>
                <c:pt idx="2860">
                  <c:v>2026-10-31</c:v>
                </c:pt>
                <c:pt idx="2861">
                  <c:v>2026-11-01</c:v>
                </c:pt>
                <c:pt idx="2862">
                  <c:v>2026-11-02</c:v>
                </c:pt>
                <c:pt idx="2863">
                  <c:v>2026-11-03</c:v>
                </c:pt>
                <c:pt idx="2864">
                  <c:v>2026-11-04</c:v>
                </c:pt>
                <c:pt idx="2865">
                  <c:v>2026-11-05</c:v>
                </c:pt>
                <c:pt idx="2866">
                  <c:v>2026-11-06</c:v>
                </c:pt>
                <c:pt idx="2867">
                  <c:v>2026-11-07</c:v>
                </c:pt>
                <c:pt idx="2868">
                  <c:v>2026-11-08</c:v>
                </c:pt>
                <c:pt idx="2869">
                  <c:v>2026-11-09</c:v>
                </c:pt>
                <c:pt idx="2870">
                  <c:v>2026-11-10</c:v>
                </c:pt>
                <c:pt idx="2871">
                  <c:v>2026-11-11</c:v>
                </c:pt>
                <c:pt idx="2872">
                  <c:v>2026-11-12</c:v>
                </c:pt>
                <c:pt idx="2873">
                  <c:v>2026-11-13</c:v>
                </c:pt>
                <c:pt idx="2874">
                  <c:v>2026-11-14</c:v>
                </c:pt>
                <c:pt idx="2875">
                  <c:v>2026-11-15</c:v>
                </c:pt>
                <c:pt idx="2876">
                  <c:v>2026-11-16</c:v>
                </c:pt>
                <c:pt idx="2877">
                  <c:v>2026-11-17</c:v>
                </c:pt>
                <c:pt idx="2878">
                  <c:v>2026-11-18</c:v>
                </c:pt>
                <c:pt idx="2879">
                  <c:v>2026-11-19</c:v>
                </c:pt>
                <c:pt idx="2880">
                  <c:v>2026-11-20</c:v>
                </c:pt>
                <c:pt idx="2881">
                  <c:v>2026-11-21</c:v>
                </c:pt>
                <c:pt idx="2882">
                  <c:v>2026-11-22</c:v>
                </c:pt>
                <c:pt idx="2883">
                  <c:v>2026-11-23</c:v>
                </c:pt>
                <c:pt idx="2884">
                  <c:v>2026-11-24</c:v>
                </c:pt>
                <c:pt idx="2885">
                  <c:v>2026-11-25</c:v>
                </c:pt>
                <c:pt idx="2886">
                  <c:v>2026-11-26</c:v>
                </c:pt>
                <c:pt idx="2887">
                  <c:v>2026-11-27</c:v>
                </c:pt>
                <c:pt idx="2888">
                  <c:v>2026-11-28</c:v>
                </c:pt>
                <c:pt idx="2889">
                  <c:v>2026-11-29</c:v>
                </c:pt>
                <c:pt idx="2890">
                  <c:v>2026-11-30</c:v>
                </c:pt>
                <c:pt idx="2891">
                  <c:v>2026-12-01</c:v>
                </c:pt>
                <c:pt idx="2892">
                  <c:v>2026-12-02</c:v>
                </c:pt>
                <c:pt idx="2893">
                  <c:v>2026-12-03</c:v>
                </c:pt>
                <c:pt idx="2894">
                  <c:v>2026-12-04</c:v>
                </c:pt>
                <c:pt idx="2895">
                  <c:v>2026-12-05</c:v>
                </c:pt>
                <c:pt idx="2896">
                  <c:v>2026-12-06</c:v>
                </c:pt>
                <c:pt idx="2897">
                  <c:v>2026-12-07</c:v>
                </c:pt>
                <c:pt idx="2898">
                  <c:v>2026-12-08</c:v>
                </c:pt>
                <c:pt idx="2899">
                  <c:v>2026-12-09</c:v>
                </c:pt>
                <c:pt idx="2900">
                  <c:v>2026-12-10</c:v>
                </c:pt>
                <c:pt idx="2901">
                  <c:v>2026-12-11</c:v>
                </c:pt>
                <c:pt idx="2902">
                  <c:v>2026-12-12</c:v>
                </c:pt>
                <c:pt idx="2903">
                  <c:v>2026-12-13</c:v>
                </c:pt>
                <c:pt idx="2904">
                  <c:v>2026-12-14</c:v>
                </c:pt>
                <c:pt idx="2905">
                  <c:v>2026-12-15</c:v>
                </c:pt>
                <c:pt idx="2906">
                  <c:v>2026-12-16</c:v>
                </c:pt>
                <c:pt idx="2907">
                  <c:v>2026-12-17</c:v>
                </c:pt>
                <c:pt idx="2908">
                  <c:v>2026-12-18</c:v>
                </c:pt>
                <c:pt idx="2909">
                  <c:v>2026-12-19</c:v>
                </c:pt>
                <c:pt idx="2910">
                  <c:v>2026-12-20</c:v>
                </c:pt>
                <c:pt idx="2911">
                  <c:v>2026-12-21</c:v>
                </c:pt>
                <c:pt idx="2912">
                  <c:v>2026-12-22</c:v>
                </c:pt>
                <c:pt idx="2913">
                  <c:v>2026-12-23</c:v>
                </c:pt>
                <c:pt idx="2914">
                  <c:v>2026-12-24</c:v>
                </c:pt>
                <c:pt idx="2915">
                  <c:v>2026-12-25</c:v>
                </c:pt>
                <c:pt idx="2916">
                  <c:v>2026-12-26</c:v>
                </c:pt>
                <c:pt idx="2917">
                  <c:v>2026-12-27</c:v>
                </c:pt>
                <c:pt idx="2918">
                  <c:v>2026-12-28</c:v>
                </c:pt>
                <c:pt idx="2919">
                  <c:v>2026-12-29</c:v>
                </c:pt>
                <c:pt idx="2920">
                  <c:v>2026-12-30</c:v>
                </c:pt>
                <c:pt idx="2921">
                  <c:v>2026-12-31</c:v>
                </c:pt>
                <c:pt idx="2922">
                  <c:v>2027-01-01</c:v>
                </c:pt>
                <c:pt idx="2923">
                  <c:v>2027-01-02</c:v>
                </c:pt>
                <c:pt idx="2924">
                  <c:v>2027-01-03</c:v>
                </c:pt>
                <c:pt idx="2925">
                  <c:v>2027-01-04</c:v>
                </c:pt>
                <c:pt idx="2926">
                  <c:v>2027-01-05</c:v>
                </c:pt>
                <c:pt idx="2927">
                  <c:v>2027-01-06</c:v>
                </c:pt>
                <c:pt idx="2928">
                  <c:v>2027-01-07</c:v>
                </c:pt>
                <c:pt idx="2929">
                  <c:v>2027-01-08</c:v>
                </c:pt>
                <c:pt idx="2930">
                  <c:v>2027-01-09</c:v>
                </c:pt>
                <c:pt idx="2931">
                  <c:v>2027-01-10</c:v>
                </c:pt>
                <c:pt idx="2932">
                  <c:v>2027-01-11</c:v>
                </c:pt>
                <c:pt idx="2933">
                  <c:v>2027-01-12</c:v>
                </c:pt>
                <c:pt idx="2934">
                  <c:v>2027-01-13</c:v>
                </c:pt>
                <c:pt idx="2935">
                  <c:v>2027-01-14</c:v>
                </c:pt>
                <c:pt idx="2936">
                  <c:v>2027-01-15</c:v>
                </c:pt>
                <c:pt idx="2937">
                  <c:v>2027-01-16</c:v>
                </c:pt>
                <c:pt idx="2938">
                  <c:v>2027-01-17</c:v>
                </c:pt>
                <c:pt idx="2939">
                  <c:v>2027-01-18</c:v>
                </c:pt>
                <c:pt idx="2940">
                  <c:v>2027-01-19</c:v>
                </c:pt>
                <c:pt idx="2941">
                  <c:v>2027-01-20</c:v>
                </c:pt>
                <c:pt idx="2942">
                  <c:v>2027-01-21</c:v>
                </c:pt>
                <c:pt idx="2943">
                  <c:v>2027-01-22</c:v>
                </c:pt>
                <c:pt idx="2944">
                  <c:v>2027-01-23</c:v>
                </c:pt>
                <c:pt idx="2945">
                  <c:v>2027-01-24</c:v>
                </c:pt>
                <c:pt idx="2946">
                  <c:v>2027-01-25</c:v>
                </c:pt>
                <c:pt idx="2947">
                  <c:v>2027-01-26</c:v>
                </c:pt>
                <c:pt idx="2948">
                  <c:v>2027-01-27</c:v>
                </c:pt>
                <c:pt idx="2949">
                  <c:v>2027-01-28</c:v>
                </c:pt>
                <c:pt idx="2950">
                  <c:v>2027-01-29</c:v>
                </c:pt>
                <c:pt idx="2951">
                  <c:v>2027-01-30</c:v>
                </c:pt>
                <c:pt idx="2952">
                  <c:v>2027-01-31</c:v>
                </c:pt>
                <c:pt idx="2953">
                  <c:v>2027-02-01</c:v>
                </c:pt>
                <c:pt idx="2954">
                  <c:v>2027-02-02</c:v>
                </c:pt>
                <c:pt idx="2955">
                  <c:v>2027-02-03</c:v>
                </c:pt>
                <c:pt idx="2956">
                  <c:v>2027-02-04</c:v>
                </c:pt>
                <c:pt idx="2957">
                  <c:v>2027-02-05</c:v>
                </c:pt>
                <c:pt idx="2958">
                  <c:v>2027-02-06</c:v>
                </c:pt>
                <c:pt idx="2959">
                  <c:v>2027-02-07</c:v>
                </c:pt>
                <c:pt idx="2960">
                  <c:v>2027-02-08</c:v>
                </c:pt>
                <c:pt idx="2961">
                  <c:v>2027-02-09</c:v>
                </c:pt>
                <c:pt idx="2962">
                  <c:v>2027-02-10</c:v>
                </c:pt>
                <c:pt idx="2963">
                  <c:v>2027-02-11</c:v>
                </c:pt>
                <c:pt idx="2964">
                  <c:v>2027-02-12</c:v>
                </c:pt>
                <c:pt idx="2965">
                  <c:v>2027-02-13</c:v>
                </c:pt>
                <c:pt idx="2966">
                  <c:v>2027-02-14</c:v>
                </c:pt>
                <c:pt idx="2967">
                  <c:v>2027-02-15</c:v>
                </c:pt>
                <c:pt idx="2968">
                  <c:v>2027-02-16</c:v>
                </c:pt>
                <c:pt idx="2969">
                  <c:v>2027-02-17</c:v>
                </c:pt>
                <c:pt idx="2970">
                  <c:v>2027-02-18</c:v>
                </c:pt>
                <c:pt idx="2971">
                  <c:v>2027-02-19</c:v>
                </c:pt>
                <c:pt idx="2972">
                  <c:v>2027-02-20</c:v>
                </c:pt>
                <c:pt idx="2973">
                  <c:v>2027-02-21</c:v>
                </c:pt>
                <c:pt idx="2974">
                  <c:v>2027-02-22</c:v>
                </c:pt>
                <c:pt idx="2975">
                  <c:v>2027-02-23</c:v>
                </c:pt>
                <c:pt idx="2976">
                  <c:v>2027-02-24</c:v>
                </c:pt>
                <c:pt idx="2977">
                  <c:v>2027-02-25</c:v>
                </c:pt>
                <c:pt idx="2978">
                  <c:v>2027-02-26</c:v>
                </c:pt>
                <c:pt idx="2979">
                  <c:v>2027-02-27</c:v>
                </c:pt>
                <c:pt idx="2980">
                  <c:v>2027-02-28</c:v>
                </c:pt>
                <c:pt idx="2981">
                  <c:v>2027-03-01</c:v>
                </c:pt>
                <c:pt idx="2982">
                  <c:v>2027-03-02</c:v>
                </c:pt>
                <c:pt idx="2983">
                  <c:v>2027-03-03</c:v>
                </c:pt>
                <c:pt idx="2984">
                  <c:v>2027-03-04</c:v>
                </c:pt>
                <c:pt idx="2985">
                  <c:v>2027-03-05</c:v>
                </c:pt>
                <c:pt idx="2986">
                  <c:v>2027-03-06</c:v>
                </c:pt>
                <c:pt idx="2987">
                  <c:v>2027-03-07</c:v>
                </c:pt>
                <c:pt idx="2988">
                  <c:v>2027-03-08</c:v>
                </c:pt>
                <c:pt idx="2989">
                  <c:v>2027-03-09</c:v>
                </c:pt>
                <c:pt idx="2990">
                  <c:v>2027-03-10</c:v>
                </c:pt>
                <c:pt idx="2991">
                  <c:v>2027-03-11</c:v>
                </c:pt>
                <c:pt idx="2992">
                  <c:v>2027-03-12</c:v>
                </c:pt>
                <c:pt idx="2993">
                  <c:v>2027-03-13</c:v>
                </c:pt>
                <c:pt idx="2994">
                  <c:v>2027-03-14</c:v>
                </c:pt>
                <c:pt idx="2995">
                  <c:v>2027-03-15</c:v>
                </c:pt>
                <c:pt idx="2996">
                  <c:v>2027-03-16</c:v>
                </c:pt>
                <c:pt idx="2997">
                  <c:v>2027-03-17</c:v>
                </c:pt>
                <c:pt idx="2998">
                  <c:v>2027-03-18</c:v>
                </c:pt>
                <c:pt idx="2999">
                  <c:v>2027-03-19</c:v>
                </c:pt>
                <c:pt idx="3000">
                  <c:v>2027-03-20</c:v>
                </c:pt>
                <c:pt idx="3001">
                  <c:v>2027-03-21</c:v>
                </c:pt>
                <c:pt idx="3002">
                  <c:v>2027-03-22</c:v>
                </c:pt>
                <c:pt idx="3003">
                  <c:v>2027-03-23</c:v>
                </c:pt>
                <c:pt idx="3004">
                  <c:v>2027-03-24</c:v>
                </c:pt>
                <c:pt idx="3005">
                  <c:v>2027-03-25</c:v>
                </c:pt>
                <c:pt idx="3006">
                  <c:v>2027-03-26</c:v>
                </c:pt>
                <c:pt idx="3007">
                  <c:v>2027-03-27</c:v>
                </c:pt>
                <c:pt idx="3008">
                  <c:v>2027-03-28</c:v>
                </c:pt>
                <c:pt idx="3009">
                  <c:v>2027-03-29</c:v>
                </c:pt>
                <c:pt idx="3010">
                  <c:v>2027-03-30</c:v>
                </c:pt>
                <c:pt idx="3011">
                  <c:v>2027-03-31</c:v>
                </c:pt>
                <c:pt idx="3012">
                  <c:v>2027-04-01</c:v>
                </c:pt>
                <c:pt idx="3013">
                  <c:v>2027-04-02</c:v>
                </c:pt>
                <c:pt idx="3014">
                  <c:v>2027-04-03</c:v>
                </c:pt>
                <c:pt idx="3015">
                  <c:v>2027-04-04</c:v>
                </c:pt>
                <c:pt idx="3016">
                  <c:v>2027-04-05</c:v>
                </c:pt>
                <c:pt idx="3017">
                  <c:v>2027-04-06</c:v>
                </c:pt>
                <c:pt idx="3018">
                  <c:v>2027-04-07</c:v>
                </c:pt>
                <c:pt idx="3019">
                  <c:v>2027-04-08</c:v>
                </c:pt>
                <c:pt idx="3020">
                  <c:v>2027-04-09</c:v>
                </c:pt>
                <c:pt idx="3021">
                  <c:v>2027-04-10</c:v>
                </c:pt>
                <c:pt idx="3022">
                  <c:v>2027-04-11</c:v>
                </c:pt>
                <c:pt idx="3023">
                  <c:v>2027-04-12</c:v>
                </c:pt>
                <c:pt idx="3024">
                  <c:v>2027-04-13</c:v>
                </c:pt>
                <c:pt idx="3025">
                  <c:v>2027-04-14</c:v>
                </c:pt>
                <c:pt idx="3026">
                  <c:v>2027-04-15</c:v>
                </c:pt>
                <c:pt idx="3027">
                  <c:v>2027-04-16</c:v>
                </c:pt>
                <c:pt idx="3028">
                  <c:v>2027-04-17</c:v>
                </c:pt>
                <c:pt idx="3029">
                  <c:v>2027-04-18</c:v>
                </c:pt>
                <c:pt idx="3030">
                  <c:v>2027-04-19</c:v>
                </c:pt>
                <c:pt idx="3031">
                  <c:v>2027-04-20</c:v>
                </c:pt>
                <c:pt idx="3032">
                  <c:v>2027-04-21</c:v>
                </c:pt>
                <c:pt idx="3033">
                  <c:v>2027-04-22</c:v>
                </c:pt>
                <c:pt idx="3034">
                  <c:v>2027-04-23</c:v>
                </c:pt>
                <c:pt idx="3035">
                  <c:v>2027-04-24</c:v>
                </c:pt>
                <c:pt idx="3036">
                  <c:v>2027-04-25</c:v>
                </c:pt>
                <c:pt idx="3037">
                  <c:v>2027-04-26</c:v>
                </c:pt>
                <c:pt idx="3038">
                  <c:v>2027-04-27</c:v>
                </c:pt>
                <c:pt idx="3039">
                  <c:v>2027-04-28</c:v>
                </c:pt>
                <c:pt idx="3040">
                  <c:v>2027-04-29</c:v>
                </c:pt>
                <c:pt idx="3041">
                  <c:v>2027-04-30</c:v>
                </c:pt>
                <c:pt idx="3042">
                  <c:v>2027-05-01</c:v>
                </c:pt>
                <c:pt idx="3043">
                  <c:v>2027-05-02</c:v>
                </c:pt>
                <c:pt idx="3044">
                  <c:v>2027-05-03</c:v>
                </c:pt>
                <c:pt idx="3045">
                  <c:v>2027-05-04</c:v>
                </c:pt>
                <c:pt idx="3046">
                  <c:v>2027-05-05</c:v>
                </c:pt>
                <c:pt idx="3047">
                  <c:v>2027-05-06</c:v>
                </c:pt>
                <c:pt idx="3048">
                  <c:v>2027-05-07</c:v>
                </c:pt>
                <c:pt idx="3049">
                  <c:v>2027-05-08</c:v>
                </c:pt>
                <c:pt idx="3050">
                  <c:v>2027-05-09</c:v>
                </c:pt>
                <c:pt idx="3051">
                  <c:v>2027-05-10</c:v>
                </c:pt>
                <c:pt idx="3052">
                  <c:v>2027-05-11</c:v>
                </c:pt>
                <c:pt idx="3053">
                  <c:v>2027-05-12</c:v>
                </c:pt>
                <c:pt idx="3054">
                  <c:v>2027-05-13</c:v>
                </c:pt>
                <c:pt idx="3055">
                  <c:v>2027-05-14</c:v>
                </c:pt>
                <c:pt idx="3056">
                  <c:v>2027-05-15</c:v>
                </c:pt>
                <c:pt idx="3057">
                  <c:v>2027-05-16</c:v>
                </c:pt>
                <c:pt idx="3058">
                  <c:v>2027-05-17</c:v>
                </c:pt>
                <c:pt idx="3059">
                  <c:v>2027-05-18</c:v>
                </c:pt>
                <c:pt idx="3060">
                  <c:v>2027-05-19</c:v>
                </c:pt>
                <c:pt idx="3061">
                  <c:v>2027-05-20</c:v>
                </c:pt>
                <c:pt idx="3062">
                  <c:v>2027-05-21</c:v>
                </c:pt>
                <c:pt idx="3063">
                  <c:v>2027-05-22</c:v>
                </c:pt>
                <c:pt idx="3064">
                  <c:v>2027-05-23</c:v>
                </c:pt>
                <c:pt idx="3065">
                  <c:v>2027-05-24</c:v>
                </c:pt>
                <c:pt idx="3066">
                  <c:v>2027-05-25</c:v>
                </c:pt>
                <c:pt idx="3067">
                  <c:v>2027-05-26</c:v>
                </c:pt>
                <c:pt idx="3068">
                  <c:v>2027-05-27</c:v>
                </c:pt>
                <c:pt idx="3069">
                  <c:v>2027-05-28</c:v>
                </c:pt>
                <c:pt idx="3070">
                  <c:v>2027-05-29</c:v>
                </c:pt>
                <c:pt idx="3071">
                  <c:v>2027-05-30</c:v>
                </c:pt>
                <c:pt idx="3072">
                  <c:v>2027-05-31</c:v>
                </c:pt>
                <c:pt idx="3073">
                  <c:v>2027-06-01</c:v>
                </c:pt>
                <c:pt idx="3074">
                  <c:v>2027-06-02</c:v>
                </c:pt>
                <c:pt idx="3075">
                  <c:v>2027-06-03</c:v>
                </c:pt>
                <c:pt idx="3076">
                  <c:v>2027-06-04</c:v>
                </c:pt>
                <c:pt idx="3077">
                  <c:v>2027-06-05</c:v>
                </c:pt>
                <c:pt idx="3078">
                  <c:v>2027-06-06</c:v>
                </c:pt>
                <c:pt idx="3079">
                  <c:v>2027-06-07</c:v>
                </c:pt>
                <c:pt idx="3080">
                  <c:v>2027-06-08</c:v>
                </c:pt>
                <c:pt idx="3081">
                  <c:v>2027-06-09</c:v>
                </c:pt>
                <c:pt idx="3082">
                  <c:v>2027-06-10</c:v>
                </c:pt>
                <c:pt idx="3083">
                  <c:v>2027-06-11</c:v>
                </c:pt>
                <c:pt idx="3084">
                  <c:v>2027-06-12</c:v>
                </c:pt>
                <c:pt idx="3085">
                  <c:v>2027-06-13</c:v>
                </c:pt>
                <c:pt idx="3086">
                  <c:v>2027-06-14</c:v>
                </c:pt>
                <c:pt idx="3087">
                  <c:v>2027-06-15</c:v>
                </c:pt>
                <c:pt idx="3088">
                  <c:v>2027-06-16</c:v>
                </c:pt>
                <c:pt idx="3089">
                  <c:v>2027-06-17</c:v>
                </c:pt>
                <c:pt idx="3090">
                  <c:v>2027-06-18</c:v>
                </c:pt>
                <c:pt idx="3091">
                  <c:v>2027-06-19</c:v>
                </c:pt>
                <c:pt idx="3092">
                  <c:v>2027-06-20</c:v>
                </c:pt>
                <c:pt idx="3093">
                  <c:v>2027-06-21</c:v>
                </c:pt>
                <c:pt idx="3094">
                  <c:v>2027-06-22</c:v>
                </c:pt>
                <c:pt idx="3095">
                  <c:v>2027-06-23</c:v>
                </c:pt>
                <c:pt idx="3096">
                  <c:v>2027-06-24</c:v>
                </c:pt>
                <c:pt idx="3097">
                  <c:v>2027-06-25</c:v>
                </c:pt>
                <c:pt idx="3098">
                  <c:v>2027-06-26</c:v>
                </c:pt>
                <c:pt idx="3099">
                  <c:v>2027-06-27</c:v>
                </c:pt>
                <c:pt idx="3100">
                  <c:v>2027-06-28</c:v>
                </c:pt>
                <c:pt idx="3101">
                  <c:v>2027-06-29</c:v>
                </c:pt>
                <c:pt idx="3102">
                  <c:v>2027-06-30</c:v>
                </c:pt>
                <c:pt idx="3103">
                  <c:v>2027-07-01</c:v>
                </c:pt>
                <c:pt idx="3104">
                  <c:v>2027-07-02</c:v>
                </c:pt>
                <c:pt idx="3105">
                  <c:v>2027-07-03</c:v>
                </c:pt>
                <c:pt idx="3106">
                  <c:v>2027-07-04</c:v>
                </c:pt>
                <c:pt idx="3107">
                  <c:v>2027-07-05</c:v>
                </c:pt>
                <c:pt idx="3108">
                  <c:v>2027-07-06</c:v>
                </c:pt>
                <c:pt idx="3109">
                  <c:v>2027-07-07</c:v>
                </c:pt>
                <c:pt idx="3110">
                  <c:v>2027-07-08</c:v>
                </c:pt>
                <c:pt idx="3111">
                  <c:v>2027-07-09</c:v>
                </c:pt>
                <c:pt idx="3112">
                  <c:v>2027-07-10</c:v>
                </c:pt>
                <c:pt idx="3113">
                  <c:v>2027-07-11</c:v>
                </c:pt>
                <c:pt idx="3114">
                  <c:v>2027-07-12</c:v>
                </c:pt>
                <c:pt idx="3115">
                  <c:v>2027-07-13</c:v>
                </c:pt>
                <c:pt idx="3116">
                  <c:v>2027-07-14</c:v>
                </c:pt>
                <c:pt idx="3117">
                  <c:v>2027-07-15</c:v>
                </c:pt>
                <c:pt idx="3118">
                  <c:v>2027-07-16</c:v>
                </c:pt>
                <c:pt idx="3119">
                  <c:v>2027-07-17</c:v>
                </c:pt>
                <c:pt idx="3120">
                  <c:v>2027-07-18</c:v>
                </c:pt>
                <c:pt idx="3121">
                  <c:v>2027-07-19</c:v>
                </c:pt>
                <c:pt idx="3122">
                  <c:v>2027-07-20</c:v>
                </c:pt>
                <c:pt idx="3123">
                  <c:v>2027-07-21</c:v>
                </c:pt>
                <c:pt idx="3124">
                  <c:v>2027-07-22</c:v>
                </c:pt>
                <c:pt idx="3125">
                  <c:v>2027-07-23</c:v>
                </c:pt>
                <c:pt idx="3126">
                  <c:v>2027-07-24</c:v>
                </c:pt>
                <c:pt idx="3127">
                  <c:v>2027-07-25</c:v>
                </c:pt>
                <c:pt idx="3128">
                  <c:v>2027-07-26</c:v>
                </c:pt>
                <c:pt idx="3129">
                  <c:v>2027-07-27</c:v>
                </c:pt>
                <c:pt idx="3130">
                  <c:v>2027-07-28</c:v>
                </c:pt>
                <c:pt idx="3131">
                  <c:v>2027-07-29</c:v>
                </c:pt>
                <c:pt idx="3132">
                  <c:v>2027-07-30</c:v>
                </c:pt>
                <c:pt idx="3133">
                  <c:v>2027-07-31</c:v>
                </c:pt>
                <c:pt idx="3134">
                  <c:v>2027-08-01</c:v>
                </c:pt>
                <c:pt idx="3135">
                  <c:v>2027-08-02</c:v>
                </c:pt>
                <c:pt idx="3136">
                  <c:v>2027-08-03</c:v>
                </c:pt>
                <c:pt idx="3137">
                  <c:v>2027-08-04</c:v>
                </c:pt>
                <c:pt idx="3138">
                  <c:v>2027-08-05</c:v>
                </c:pt>
                <c:pt idx="3139">
                  <c:v>2027-08-06</c:v>
                </c:pt>
                <c:pt idx="3140">
                  <c:v>2027-08-07</c:v>
                </c:pt>
                <c:pt idx="3141">
                  <c:v>2027-08-08</c:v>
                </c:pt>
                <c:pt idx="3142">
                  <c:v>2027-08-09</c:v>
                </c:pt>
                <c:pt idx="3143">
                  <c:v>2027-08-10</c:v>
                </c:pt>
                <c:pt idx="3144">
                  <c:v>2027-08-11</c:v>
                </c:pt>
                <c:pt idx="3145">
                  <c:v>2027-08-12</c:v>
                </c:pt>
                <c:pt idx="3146">
                  <c:v>2027-08-13</c:v>
                </c:pt>
                <c:pt idx="3147">
                  <c:v>2027-08-14</c:v>
                </c:pt>
                <c:pt idx="3148">
                  <c:v>2027-08-15</c:v>
                </c:pt>
                <c:pt idx="3149">
                  <c:v>2027-08-16</c:v>
                </c:pt>
                <c:pt idx="3150">
                  <c:v>2027-08-17</c:v>
                </c:pt>
                <c:pt idx="3151">
                  <c:v>2027-08-18</c:v>
                </c:pt>
                <c:pt idx="3152">
                  <c:v>2027-08-19</c:v>
                </c:pt>
                <c:pt idx="3153">
                  <c:v>2027-08-20</c:v>
                </c:pt>
                <c:pt idx="3154">
                  <c:v>2027-08-21</c:v>
                </c:pt>
                <c:pt idx="3155">
                  <c:v>2027-08-22</c:v>
                </c:pt>
                <c:pt idx="3156">
                  <c:v>2027-08-23</c:v>
                </c:pt>
                <c:pt idx="3157">
                  <c:v>2027-08-24</c:v>
                </c:pt>
                <c:pt idx="3158">
                  <c:v>2027-08-25</c:v>
                </c:pt>
                <c:pt idx="3159">
                  <c:v>2027-08-26</c:v>
                </c:pt>
                <c:pt idx="3160">
                  <c:v>2027-08-27</c:v>
                </c:pt>
                <c:pt idx="3161">
                  <c:v>2027-08-28</c:v>
                </c:pt>
                <c:pt idx="3162">
                  <c:v>2027-08-29</c:v>
                </c:pt>
                <c:pt idx="3163">
                  <c:v>2027-08-30</c:v>
                </c:pt>
                <c:pt idx="3164">
                  <c:v>2027-08-31</c:v>
                </c:pt>
                <c:pt idx="3165">
                  <c:v>2027-09-01</c:v>
                </c:pt>
                <c:pt idx="3166">
                  <c:v>2027-09-02</c:v>
                </c:pt>
                <c:pt idx="3167">
                  <c:v>2027-09-03</c:v>
                </c:pt>
                <c:pt idx="3168">
                  <c:v>2027-09-04</c:v>
                </c:pt>
                <c:pt idx="3169">
                  <c:v>2027-09-05</c:v>
                </c:pt>
                <c:pt idx="3170">
                  <c:v>2027-09-06</c:v>
                </c:pt>
                <c:pt idx="3171">
                  <c:v>2027-09-07</c:v>
                </c:pt>
                <c:pt idx="3172">
                  <c:v>2027-09-08</c:v>
                </c:pt>
                <c:pt idx="3173">
                  <c:v>2027-09-09</c:v>
                </c:pt>
                <c:pt idx="3174">
                  <c:v>2027-09-10</c:v>
                </c:pt>
                <c:pt idx="3175">
                  <c:v>2027-09-11</c:v>
                </c:pt>
                <c:pt idx="3176">
                  <c:v>2027-09-12</c:v>
                </c:pt>
                <c:pt idx="3177">
                  <c:v>2027-09-13</c:v>
                </c:pt>
                <c:pt idx="3178">
                  <c:v>2027-09-14</c:v>
                </c:pt>
                <c:pt idx="3179">
                  <c:v>2027-09-15</c:v>
                </c:pt>
                <c:pt idx="3180">
                  <c:v>2027-09-16</c:v>
                </c:pt>
                <c:pt idx="3181">
                  <c:v>2027-09-17</c:v>
                </c:pt>
                <c:pt idx="3182">
                  <c:v>2027-09-18</c:v>
                </c:pt>
                <c:pt idx="3183">
                  <c:v>2027-09-19</c:v>
                </c:pt>
                <c:pt idx="3184">
                  <c:v>2027-09-20</c:v>
                </c:pt>
                <c:pt idx="3185">
                  <c:v>2027-09-21</c:v>
                </c:pt>
                <c:pt idx="3186">
                  <c:v>2027-09-22</c:v>
                </c:pt>
                <c:pt idx="3187">
                  <c:v>2027-09-23</c:v>
                </c:pt>
                <c:pt idx="3188">
                  <c:v>2027-09-24</c:v>
                </c:pt>
                <c:pt idx="3189">
                  <c:v>2027-09-25</c:v>
                </c:pt>
                <c:pt idx="3190">
                  <c:v>2027-09-26</c:v>
                </c:pt>
                <c:pt idx="3191">
                  <c:v>2027-09-27</c:v>
                </c:pt>
                <c:pt idx="3192">
                  <c:v>2027-09-28</c:v>
                </c:pt>
                <c:pt idx="3193">
                  <c:v>2027-09-29</c:v>
                </c:pt>
                <c:pt idx="3194">
                  <c:v>2027-09-30</c:v>
                </c:pt>
                <c:pt idx="3195">
                  <c:v>2027-10-01</c:v>
                </c:pt>
                <c:pt idx="3196">
                  <c:v>2027-10-02</c:v>
                </c:pt>
                <c:pt idx="3197">
                  <c:v>2027-10-03</c:v>
                </c:pt>
                <c:pt idx="3198">
                  <c:v>2027-10-04</c:v>
                </c:pt>
                <c:pt idx="3199">
                  <c:v>2027-10-05</c:v>
                </c:pt>
                <c:pt idx="3200">
                  <c:v>2027-10-06</c:v>
                </c:pt>
                <c:pt idx="3201">
                  <c:v>2027-10-07</c:v>
                </c:pt>
                <c:pt idx="3202">
                  <c:v>2027-10-08</c:v>
                </c:pt>
                <c:pt idx="3203">
                  <c:v>2027-10-09</c:v>
                </c:pt>
                <c:pt idx="3204">
                  <c:v>2027-10-10</c:v>
                </c:pt>
                <c:pt idx="3205">
                  <c:v>2027-10-11</c:v>
                </c:pt>
                <c:pt idx="3206">
                  <c:v>2027-10-12</c:v>
                </c:pt>
                <c:pt idx="3207">
                  <c:v>2027-10-13</c:v>
                </c:pt>
                <c:pt idx="3208">
                  <c:v>2027-10-14</c:v>
                </c:pt>
                <c:pt idx="3209">
                  <c:v>2027-10-15</c:v>
                </c:pt>
                <c:pt idx="3210">
                  <c:v>2027-10-16</c:v>
                </c:pt>
                <c:pt idx="3211">
                  <c:v>2027-10-17</c:v>
                </c:pt>
                <c:pt idx="3212">
                  <c:v>2027-10-18</c:v>
                </c:pt>
                <c:pt idx="3213">
                  <c:v>2027-10-19</c:v>
                </c:pt>
                <c:pt idx="3214">
                  <c:v>2027-10-20</c:v>
                </c:pt>
                <c:pt idx="3215">
                  <c:v>2027-10-21</c:v>
                </c:pt>
                <c:pt idx="3216">
                  <c:v>2027-10-22</c:v>
                </c:pt>
                <c:pt idx="3217">
                  <c:v>2027-10-23</c:v>
                </c:pt>
                <c:pt idx="3218">
                  <c:v>2027-10-24</c:v>
                </c:pt>
                <c:pt idx="3219">
                  <c:v>2027-10-25</c:v>
                </c:pt>
                <c:pt idx="3220">
                  <c:v>2027-10-26</c:v>
                </c:pt>
                <c:pt idx="3221">
                  <c:v>2027-10-27</c:v>
                </c:pt>
                <c:pt idx="3222">
                  <c:v>2027-10-28</c:v>
                </c:pt>
                <c:pt idx="3223">
                  <c:v>2027-10-29</c:v>
                </c:pt>
                <c:pt idx="3224">
                  <c:v>2027-10-30</c:v>
                </c:pt>
                <c:pt idx="3225">
                  <c:v>2027-10-31</c:v>
                </c:pt>
                <c:pt idx="3226">
                  <c:v>2027-11-01</c:v>
                </c:pt>
                <c:pt idx="3227">
                  <c:v>2027-11-02</c:v>
                </c:pt>
                <c:pt idx="3228">
                  <c:v>2027-11-03</c:v>
                </c:pt>
                <c:pt idx="3229">
                  <c:v>2027-11-04</c:v>
                </c:pt>
                <c:pt idx="3230">
                  <c:v>2027-11-05</c:v>
                </c:pt>
                <c:pt idx="3231">
                  <c:v>2027-11-06</c:v>
                </c:pt>
                <c:pt idx="3232">
                  <c:v>2027-11-07</c:v>
                </c:pt>
                <c:pt idx="3233">
                  <c:v>2027-11-08</c:v>
                </c:pt>
                <c:pt idx="3234">
                  <c:v>2027-11-09</c:v>
                </c:pt>
                <c:pt idx="3235">
                  <c:v>2027-11-10</c:v>
                </c:pt>
                <c:pt idx="3236">
                  <c:v>2027-11-11</c:v>
                </c:pt>
                <c:pt idx="3237">
                  <c:v>2027-11-12</c:v>
                </c:pt>
                <c:pt idx="3238">
                  <c:v>2027-11-13</c:v>
                </c:pt>
                <c:pt idx="3239">
                  <c:v>2027-11-14</c:v>
                </c:pt>
                <c:pt idx="3240">
                  <c:v>2027-11-15</c:v>
                </c:pt>
                <c:pt idx="3241">
                  <c:v>2027-11-16</c:v>
                </c:pt>
                <c:pt idx="3242">
                  <c:v>2027-11-17</c:v>
                </c:pt>
                <c:pt idx="3243">
                  <c:v>2027-11-18</c:v>
                </c:pt>
                <c:pt idx="3244">
                  <c:v>2027-11-19</c:v>
                </c:pt>
                <c:pt idx="3245">
                  <c:v>2027-11-20</c:v>
                </c:pt>
                <c:pt idx="3246">
                  <c:v>2027-11-21</c:v>
                </c:pt>
                <c:pt idx="3247">
                  <c:v>2027-11-22</c:v>
                </c:pt>
                <c:pt idx="3248">
                  <c:v>2027-11-23</c:v>
                </c:pt>
                <c:pt idx="3249">
                  <c:v>2027-11-24</c:v>
                </c:pt>
                <c:pt idx="3250">
                  <c:v>2027-11-25</c:v>
                </c:pt>
                <c:pt idx="3251">
                  <c:v>2027-11-26</c:v>
                </c:pt>
                <c:pt idx="3252">
                  <c:v>2027-11-27</c:v>
                </c:pt>
                <c:pt idx="3253">
                  <c:v>2027-11-28</c:v>
                </c:pt>
                <c:pt idx="3254">
                  <c:v>2027-11-29</c:v>
                </c:pt>
                <c:pt idx="3255">
                  <c:v>2027-11-30</c:v>
                </c:pt>
                <c:pt idx="3256">
                  <c:v>2027-12-01</c:v>
                </c:pt>
                <c:pt idx="3257">
                  <c:v>2027-12-02</c:v>
                </c:pt>
                <c:pt idx="3258">
                  <c:v>2027-12-03</c:v>
                </c:pt>
                <c:pt idx="3259">
                  <c:v>2027-12-04</c:v>
                </c:pt>
                <c:pt idx="3260">
                  <c:v>2027-12-05</c:v>
                </c:pt>
                <c:pt idx="3261">
                  <c:v>2027-12-06</c:v>
                </c:pt>
                <c:pt idx="3262">
                  <c:v>2027-12-07</c:v>
                </c:pt>
                <c:pt idx="3263">
                  <c:v>2027-12-08</c:v>
                </c:pt>
                <c:pt idx="3264">
                  <c:v>2027-12-09</c:v>
                </c:pt>
                <c:pt idx="3265">
                  <c:v>2027-12-10</c:v>
                </c:pt>
                <c:pt idx="3266">
                  <c:v>2027-12-11</c:v>
                </c:pt>
                <c:pt idx="3267">
                  <c:v>2027-12-12</c:v>
                </c:pt>
                <c:pt idx="3268">
                  <c:v>2027-12-13</c:v>
                </c:pt>
                <c:pt idx="3269">
                  <c:v>2027-12-14</c:v>
                </c:pt>
                <c:pt idx="3270">
                  <c:v>2027-12-15</c:v>
                </c:pt>
                <c:pt idx="3271">
                  <c:v>2027-12-16</c:v>
                </c:pt>
                <c:pt idx="3272">
                  <c:v>2027-12-17</c:v>
                </c:pt>
                <c:pt idx="3273">
                  <c:v>2027-12-18</c:v>
                </c:pt>
                <c:pt idx="3274">
                  <c:v>2027-12-19</c:v>
                </c:pt>
                <c:pt idx="3275">
                  <c:v>2027-12-20</c:v>
                </c:pt>
                <c:pt idx="3276">
                  <c:v>2027-12-21</c:v>
                </c:pt>
                <c:pt idx="3277">
                  <c:v>2027-12-22</c:v>
                </c:pt>
                <c:pt idx="3278">
                  <c:v>2027-12-23</c:v>
                </c:pt>
                <c:pt idx="3279">
                  <c:v>2027-12-24</c:v>
                </c:pt>
                <c:pt idx="3280">
                  <c:v>2027-12-25</c:v>
                </c:pt>
                <c:pt idx="3281">
                  <c:v>2027-12-26</c:v>
                </c:pt>
                <c:pt idx="3282">
                  <c:v>2027-12-27</c:v>
                </c:pt>
                <c:pt idx="3283">
                  <c:v>2027-12-28</c:v>
                </c:pt>
                <c:pt idx="3284">
                  <c:v>2027-12-29</c:v>
                </c:pt>
                <c:pt idx="3285">
                  <c:v>2027-12-30</c:v>
                </c:pt>
                <c:pt idx="3286">
                  <c:v>2027-12-31</c:v>
                </c:pt>
                <c:pt idx="3287">
                  <c:v>2028-01-01</c:v>
                </c:pt>
                <c:pt idx="3288">
                  <c:v>2028-01-02</c:v>
                </c:pt>
                <c:pt idx="3289">
                  <c:v>2028-01-03</c:v>
                </c:pt>
                <c:pt idx="3290">
                  <c:v>2028-01-04</c:v>
                </c:pt>
                <c:pt idx="3291">
                  <c:v>2028-01-05</c:v>
                </c:pt>
                <c:pt idx="3292">
                  <c:v>2028-01-06</c:v>
                </c:pt>
                <c:pt idx="3293">
                  <c:v>2028-01-07</c:v>
                </c:pt>
                <c:pt idx="3294">
                  <c:v>2028-01-08</c:v>
                </c:pt>
                <c:pt idx="3295">
                  <c:v>2028-01-09</c:v>
                </c:pt>
                <c:pt idx="3296">
                  <c:v>2028-01-10</c:v>
                </c:pt>
                <c:pt idx="3297">
                  <c:v>2028-01-11</c:v>
                </c:pt>
                <c:pt idx="3298">
                  <c:v>2028-01-12</c:v>
                </c:pt>
                <c:pt idx="3299">
                  <c:v>2028-01-13</c:v>
                </c:pt>
                <c:pt idx="3300">
                  <c:v>2028-01-14</c:v>
                </c:pt>
                <c:pt idx="3301">
                  <c:v>2028-01-15</c:v>
                </c:pt>
                <c:pt idx="3302">
                  <c:v>2028-01-16</c:v>
                </c:pt>
                <c:pt idx="3303">
                  <c:v>2028-01-17</c:v>
                </c:pt>
                <c:pt idx="3304">
                  <c:v>2028-01-18</c:v>
                </c:pt>
                <c:pt idx="3305">
                  <c:v>2028-01-19</c:v>
                </c:pt>
                <c:pt idx="3306">
                  <c:v>2028-01-20</c:v>
                </c:pt>
                <c:pt idx="3307">
                  <c:v>2028-01-21</c:v>
                </c:pt>
                <c:pt idx="3308">
                  <c:v>2028-01-22</c:v>
                </c:pt>
                <c:pt idx="3309">
                  <c:v>2028-01-23</c:v>
                </c:pt>
                <c:pt idx="3310">
                  <c:v>2028-01-24</c:v>
                </c:pt>
                <c:pt idx="3311">
                  <c:v>2028-01-25</c:v>
                </c:pt>
                <c:pt idx="3312">
                  <c:v>2028-01-26</c:v>
                </c:pt>
                <c:pt idx="3313">
                  <c:v>2028-01-27</c:v>
                </c:pt>
                <c:pt idx="3314">
                  <c:v>2028-01-28</c:v>
                </c:pt>
                <c:pt idx="3315">
                  <c:v>2028-01-29</c:v>
                </c:pt>
                <c:pt idx="3316">
                  <c:v>2028-01-30</c:v>
                </c:pt>
                <c:pt idx="3317">
                  <c:v>2028-01-31</c:v>
                </c:pt>
                <c:pt idx="3318">
                  <c:v>2028-02-01</c:v>
                </c:pt>
                <c:pt idx="3319">
                  <c:v>2028-02-02</c:v>
                </c:pt>
                <c:pt idx="3320">
                  <c:v>2028-02-03</c:v>
                </c:pt>
                <c:pt idx="3321">
                  <c:v>2028-02-04</c:v>
                </c:pt>
                <c:pt idx="3322">
                  <c:v>2028-02-05</c:v>
                </c:pt>
                <c:pt idx="3323">
                  <c:v>2028-02-06</c:v>
                </c:pt>
                <c:pt idx="3324">
                  <c:v>2028-02-07</c:v>
                </c:pt>
                <c:pt idx="3325">
                  <c:v>2028-02-08</c:v>
                </c:pt>
                <c:pt idx="3326">
                  <c:v>2028-02-09</c:v>
                </c:pt>
                <c:pt idx="3327">
                  <c:v>2028-02-10</c:v>
                </c:pt>
                <c:pt idx="3328">
                  <c:v>2028-02-11</c:v>
                </c:pt>
                <c:pt idx="3329">
                  <c:v>2028-02-12</c:v>
                </c:pt>
                <c:pt idx="3330">
                  <c:v>2028-02-13</c:v>
                </c:pt>
                <c:pt idx="3331">
                  <c:v>2028-02-14</c:v>
                </c:pt>
                <c:pt idx="3332">
                  <c:v>2028-02-15</c:v>
                </c:pt>
                <c:pt idx="3333">
                  <c:v>2028-02-16</c:v>
                </c:pt>
                <c:pt idx="3334">
                  <c:v>2028-02-17</c:v>
                </c:pt>
                <c:pt idx="3335">
                  <c:v>2028-02-18</c:v>
                </c:pt>
                <c:pt idx="3336">
                  <c:v>2028-02-19</c:v>
                </c:pt>
                <c:pt idx="3337">
                  <c:v>2028-02-20</c:v>
                </c:pt>
                <c:pt idx="3338">
                  <c:v>2028-02-21</c:v>
                </c:pt>
                <c:pt idx="3339">
                  <c:v>2028-02-22</c:v>
                </c:pt>
                <c:pt idx="3340">
                  <c:v>2028-02-23</c:v>
                </c:pt>
                <c:pt idx="3341">
                  <c:v>2028-02-24</c:v>
                </c:pt>
                <c:pt idx="3342">
                  <c:v>2028-02-25</c:v>
                </c:pt>
                <c:pt idx="3343">
                  <c:v>2028-02-26</c:v>
                </c:pt>
                <c:pt idx="3344">
                  <c:v>2028-02-27</c:v>
                </c:pt>
                <c:pt idx="3345">
                  <c:v>2028-02-28</c:v>
                </c:pt>
                <c:pt idx="3346">
                  <c:v>2028-02-29</c:v>
                </c:pt>
                <c:pt idx="3347">
                  <c:v>2028-03-01</c:v>
                </c:pt>
                <c:pt idx="3348">
                  <c:v>2028-03-02</c:v>
                </c:pt>
                <c:pt idx="3349">
                  <c:v>2028-03-03</c:v>
                </c:pt>
                <c:pt idx="3350">
                  <c:v>2028-03-04</c:v>
                </c:pt>
                <c:pt idx="3351">
                  <c:v>2028-03-05</c:v>
                </c:pt>
                <c:pt idx="3352">
                  <c:v>2028-03-06</c:v>
                </c:pt>
                <c:pt idx="3353">
                  <c:v>2028-03-07</c:v>
                </c:pt>
                <c:pt idx="3354">
                  <c:v>2028-03-08</c:v>
                </c:pt>
                <c:pt idx="3355">
                  <c:v>2028-03-09</c:v>
                </c:pt>
                <c:pt idx="3356">
                  <c:v>2028-03-10</c:v>
                </c:pt>
                <c:pt idx="3357">
                  <c:v>2028-03-11</c:v>
                </c:pt>
                <c:pt idx="3358">
                  <c:v>2028-03-12</c:v>
                </c:pt>
                <c:pt idx="3359">
                  <c:v>2028-03-13</c:v>
                </c:pt>
                <c:pt idx="3360">
                  <c:v>2028-03-14</c:v>
                </c:pt>
                <c:pt idx="3361">
                  <c:v>2028-03-15</c:v>
                </c:pt>
                <c:pt idx="3362">
                  <c:v>2028-03-16</c:v>
                </c:pt>
                <c:pt idx="3363">
                  <c:v>2028-03-17</c:v>
                </c:pt>
                <c:pt idx="3364">
                  <c:v>2028-03-18</c:v>
                </c:pt>
                <c:pt idx="3365">
                  <c:v>2028-03-19</c:v>
                </c:pt>
                <c:pt idx="3366">
                  <c:v>2028-03-20</c:v>
                </c:pt>
                <c:pt idx="3367">
                  <c:v>2028-03-21</c:v>
                </c:pt>
                <c:pt idx="3368">
                  <c:v>2028-03-22</c:v>
                </c:pt>
                <c:pt idx="3369">
                  <c:v>2028-03-23</c:v>
                </c:pt>
                <c:pt idx="3370">
                  <c:v>2028-03-24</c:v>
                </c:pt>
                <c:pt idx="3371">
                  <c:v>2028-03-25</c:v>
                </c:pt>
                <c:pt idx="3372">
                  <c:v>2028-03-26</c:v>
                </c:pt>
                <c:pt idx="3373">
                  <c:v>2028-03-27</c:v>
                </c:pt>
                <c:pt idx="3374">
                  <c:v>2028-03-28</c:v>
                </c:pt>
                <c:pt idx="3375">
                  <c:v>2028-03-29</c:v>
                </c:pt>
                <c:pt idx="3376">
                  <c:v>2028-03-30</c:v>
                </c:pt>
                <c:pt idx="3377">
                  <c:v>2028-03-31</c:v>
                </c:pt>
                <c:pt idx="3378">
                  <c:v>2028-04-01</c:v>
                </c:pt>
                <c:pt idx="3379">
                  <c:v>2028-04-02</c:v>
                </c:pt>
                <c:pt idx="3380">
                  <c:v>2028-04-03</c:v>
                </c:pt>
                <c:pt idx="3381">
                  <c:v>2028-04-04</c:v>
                </c:pt>
                <c:pt idx="3382">
                  <c:v>2028-04-05</c:v>
                </c:pt>
                <c:pt idx="3383">
                  <c:v>2028-04-06</c:v>
                </c:pt>
                <c:pt idx="3384">
                  <c:v>2028-04-07</c:v>
                </c:pt>
                <c:pt idx="3385">
                  <c:v>2028-04-08</c:v>
                </c:pt>
                <c:pt idx="3386">
                  <c:v>2028-04-09</c:v>
                </c:pt>
                <c:pt idx="3387">
                  <c:v>2028-04-10</c:v>
                </c:pt>
                <c:pt idx="3388">
                  <c:v>2028-04-11</c:v>
                </c:pt>
                <c:pt idx="3389">
                  <c:v>2028-04-12</c:v>
                </c:pt>
                <c:pt idx="3390">
                  <c:v>2028-04-13</c:v>
                </c:pt>
                <c:pt idx="3391">
                  <c:v>2028-04-14</c:v>
                </c:pt>
                <c:pt idx="3392">
                  <c:v>2028-04-15</c:v>
                </c:pt>
                <c:pt idx="3393">
                  <c:v>2028-04-16</c:v>
                </c:pt>
                <c:pt idx="3394">
                  <c:v>2028-04-17</c:v>
                </c:pt>
                <c:pt idx="3395">
                  <c:v>2028-04-18</c:v>
                </c:pt>
                <c:pt idx="3396">
                  <c:v>2028-04-19</c:v>
                </c:pt>
                <c:pt idx="3397">
                  <c:v>2028-04-20</c:v>
                </c:pt>
                <c:pt idx="3398">
                  <c:v>2028-04-21</c:v>
                </c:pt>
                <c:pt idx="3399">
                  <c:v>2028-04-22</c:v>
                </c:pt>
                <c:pt idx="3400">
                  <c:v>2028-04-23</c:v>
                </c:pt>
                <c:pt idx="3401">
                  <c:v>2028-04-24</c:v>
                </c:pt>
                <c:pt idx="3402">
                  <c:v>2028-04-25</c:v>
                </c:pt>
                <c:pt idx="3403">
                  <c:v>2028-04-26</c:v>
                </c:pt>
                <c:pt idx="3404">
                  <c:v>2028-04-27</c:v>
                </c:pt>
                <c:pt idx="3405">
                  <c:v>2028-04-28</c:v>
                </c:pt>
                <c:pt idx="3406">
                  <c:v>2028-04-29</c:v>
                </c:pt>
                <c:pt idx="3407">
                  <c:v>2028-04-30</c:v>
                </c:pt>
                <c:pt idx="3408">
                  <c:v>2028-05-01</c:v>
                </c:pt>
                <c:pt idx="3409">
                  <c:v>2028-05-02</c:v>
                </c:pt>
                <c:pt idx="3410">
                  <c:v>2028-05-03</c:v>
                </c:pt>
                <c:pt idx="3411">
                  <c:v>2028-05-04</c:v>
                </c:pt>
                <c:pt idx="3412">
                  <c:v>2028-05-05</c:v>
                </c:pt>
                <c:pt idx="3413">
                  <c:v>2028-05-06</c:v>
                </c:pt>
                <c:pt idx="3414">
                  <c:v>2028-05-07</c:v>
                </c:pt>
                <c:pt idx="3415">
                  <c:v>2028-05-08</c:v>
                </c:pt>
                <c:pt idx="3416">
                  <c:v>2028-05-09</c:v>
                </c:pt>
                <c:pt idx="3417">
                  <c:v>2028-05-10</c:v>
                </c:pt>
                <c:pt idx="3418">
                  <c:v>2028-05-11</c:v>
                </c:pt>
                <c:pt idx="3419">
                  <c:v>2028-05-12</c:v>
                </c:pt>
                <c:pt idx="3420">
                  <c:v>2028-05-13</c:v>
                </c:pt>
                <c:pt idx="3421">
                  <c:v>2028-05-14</c:v>
                </c:pt>
                <c:pt idx="3422">
                  <c:v>2028-05-15</c:v>
                </c:pt>
                <c:pt idx="3423">
                  <c:v>2028-05-16</c:v>
                </c:pt>
                <c:pt idx="3424">
                  <c:v>2028-05-17</c:v>
                </c:pt>
                <c:pt idx="3425">
                  <c:v>2028-05-18</c:v>
                </c:pt>
                <c:pt idx="3426">
                  <c:v>2028-05-19</c:v>
                </c:pt>
                <c:pt idx="3427">
                  <c:v>2028-05-20</c:v>
                </c:pt>
                <c:pt idx="3428">
                  <c:v>2028-05-21</c:v>
                </c:pt>
                <c:pt idx="3429">
                  <c:v>2028-05-22</c:v>
                </c:pt>
                <c:pt idx="3430">
                  <c:v>2028-05-23</c:v>
                </c:pt>
                <c:pt idx="3431">
                  <c:v>2028-05-24</c:v>
                </c:pt>
                <c:pt idx="3432">
                  <c:v>2028-05-25</c:v>
                </c:pt>
                <c:pt idx="3433">
                  <c:v>2028-05-26</c:v>
                </c:pt>
                <c:pt idx="3434">
                  <c:v>2028-05-27</c:v>
                </c:pt>
                <c:pt idx="3435">
                  <c:v>2028-05-28</c:v>
                </c:pt>
                <c:pt idx="3436">
                  <c:v>2028-05-29</c:v>
                </c:pt>
                <c:pt idx="3437">
                  <c:v>2028-05-30</c:v>
                </c:pt>
                <c:pt idx="3438">
                  <c:v>2028-05-31</c:v>
                </c:pt>
                <c:pt idx="3439">
                  <c:v>2028-06-01</c:v>
                </c:pt>
                <c:pt idx="3440">
                  <c:v>2028-06-02</c:v>
                </c:pt>
                <c:pt idx="3441">
                  <c:v>2028-06-03</c:v>
                </c:pt>
                <c:pt idx="3442">
                  <c:v>2028-06-04</c:v>
                </c:pt>
                <c:pt idx="3443">
                  <c:v>2028-06-05</c:v>
                </c:pt>
                <c:pt idx="3444">
                  <c:v>2028-06-06</c:v>
                </c:pt>
                <c:pt idx="3445">
                  <c:v>2028-06-07</c:v>
                </c:pt>
                <c:pt idx="3446">
                  <c:v>2028-06-08</c:v>
                </c:pt>
                <c:pt idx="3447">
                  <c:v>2028-06-09</c:v>
                </c:pt>
                <c:pt idx="3448">
                  <c:v>2028-06-10</c:v>
                </c:pt>
                <c:pt idx="3449">
                  <c:v>2028-06-11</c:v>
                </c:pt>
                <c:pt idx="3450">
                  <c:v>2028-06-12</c:v>
                </c:pt>
                <c:pt idx="3451">
                  <c:v>2028-06-13</c:v>
                </c:pt>
                <c:pt idx="3452">
                  <c:v>2028-06-14</c:v>
                </c:pt>
                <c:pt idx="3453">
                  <c:v>2028-06-15</c:v>
                </c:pt>
                <c:pt idx="3454">
                  <c:v>2028-06-16</c:v>
                </c:pt>
                <c:pt idx="3455">
                  <c:v>2028-06-17</c:v>
                </c:pt>
                <c:pt idx="3456">
                  <c:v>2028-06-18</c:v>
                </c:pt>
                <c:pt idx="3457">
                  <c:v>2028-06-19</c:v>
                </c:pt>
                <c:pt idx="3458">
                  <c:v>2028-06-20</c:v>
                </c:pt>
                <c:pt idx="3459">
                  <c:v>2028-06-21</c:v>
                </c:pt>
                <c:pt idx="3460">
                  <c:v>2028-06-22</c:v>
                </c:pt>
                <c:pt idx="3461">
                  <c:v>2028-06-23</c:v>
                </c:pt>
                <c:pt idx="3462">
                  <c:v>2028-06-24</c:v>
                </c:pt>
                <c:pt idx="3463">
                  <c:v>2028-06-25</c:v>
                </c:pt>
                <c:pt idx="3464">
                  <c:v>2028-06-26</c:v>
                </c:pt>
                <c:pt idx="3465">
                  <c:v>2028-06-27</c:v>
                </c:pt>
                <c:pt idx="3466">
                  <c:v>2028-06-28</c:v>
                </c:pt>
                <c:pt idx="3467">
                  <c:v>2028-06-29</c:v>
                </c:pt>
                <c:pt idx="3468">
                  <c:v>2028-06-30</c:v>
                </c:pt>
                <c:pt idx="3469">
                  <c:v>2028-07-01</c:v>
                </c:pt>
                <c:pt idx="3470">
                  <c:v>2028-07-02</c:v>
                </c:pt>
                <c:pt idx="3471">
                  <c:v>2028-07-03</c:v>
                </c:pt>
                <c:pt idx="3472">
                  <c:v>2028-07-04</c:v>
                </c:pt>
                <c:pt idx="3473">
                  <c:v>2028-07-05</c:v>
                </c:pt>
                <c:pt idx="3474">
                  <c:v>2028-07-06</c:v>
                </c:pt>
                <c:pt idx="3475">
                  <c:v>2028-07-07</c:v>
                </c:pt>
                <c:pt idx="3476">
                  <c:v>2028-07-08</c:v>
                </c:pt>
                <c:pt idx="3477">
                  <c:v>2028-07-09</c:v>
                </c:pt>
                <c:pt idx="3478">
                  <c:v>2028-07-10</c:v>
                </c:pt>
                <c:pt idx="3479">
                  <c:v>2028-07-11</c:v>
                </c:pt>
                <c:pt idx="3480">
                  <c:v>2028-07-12</c:v>
                </c:pt>
                <c:pt idx="3481">
                  <c:v>2028-07-13</c:v>
                </c:pt>
                <c:pt idx="3482">
                  <c:v>2028-07-14</c:v>
                </c:pt>
                <c:pt idx="3483">
                  <c:v>2028-07-15</c:v>
                </c:pt>
                <c:pt idx="3484">
                  <c:v>2028-07-16</c:v>
                </c:pt>
                <c:pt idx="3485">
                  <c:v>2028-07-17</c:v>
                </c:pt>
                <c:pt idx="3486">
                  <c:v>2028-07-18</c:v>
                </c:pt>
                <c:pt idx="3487">
                  <c:v>2028-07-19</c:v>
                </c:pt>
                <c:pt idx="3488">
                  <c:v>2028-07-20</c:v>
                </c:pt>
                <c:pt idx="3489">
                  <c:v>2028-07-21</c:v>
                </c:pt>
                <c:pt idx="3490">
                  <c:v>2028-07-22</c:v>
                </c:pt>
                <c:pt idx="3491">
                  <c:v>2028-07-23</c:v>
                </c:pt>
                <c:pt idx="3492">
                  <c:v>2028-07-24</c:v>
                </c:pt>
                <c:pt idx="3493">
                  <c:v>2028-07-25</c:v>
                </c:pt>
                <c:pt idx="3494">
                  <c:v>2028-07-26</c:v>
                </c:pt>
                <c:pt idx="3495">
                  <c:v>2028-07-27</c:v>
                </c:pt>
                <c:pt idx="3496">
                  <c:v>2028-07-28</c:v>
                </c:pt>
                <c:pt idx="3497">
                  <c:v>2028-07-29</c:v>
                </c:pt>
                <c:pt idx="3498">
                  <c:v>2028-07-30</c:v>
                </c:pt>
                <c:pt idx="3499">
                  <c:v>2028-07-31</c:v>
                </c:pt>
                <c:pt idx="3500">
                  <c:v>2028-08-01</c:v>
                </c:pt>
                <c:pt idx="3501">
                  <c:v>2028-08-02</c:v>
                </c:pt>
                <c:pt idx="3502">
                  <c:v>2028-08-03</c:v>
                </c:pt>
                <c:pt idx="3503">
                  <c:v>2028-08-04</c:v>
                </c:pt>
                <c:pt idx="3504">
                  <c:v>2028-08-05</c:v>
                </c:pt>
                <c:pt idx="3505">
                  <c:v>2028-08-06</c:v>
                </c:pt>
                <c:pt idx="3506">
                  <c:v>2028-08-07</c:v>
                </c:pt>
                <c:pt idx="3507">
                  <c:v>2028-08-08</c:v>
                </c:pt>
                <c:pt idx="3508">
                  <c:v>2028-08-09</c:v>
                </c:pt>
                <c:pt idx="3509">
                  <c:v>2028-08-10</c:v>
                </c:pt>
                <c:pt idx="3510">
                  <c:v>2028-08-11</c:v>
                </c:pt>
                <c:pt idx="3511">
                  <c:v>2028-08-12</c:v>
                </c:pt>
                <c:pt idx="3512">
                  <c:v>2028-08-13</c:v>
                </c:pt>
                <c:pt idx="3513">
                  <c:v>2028-08-14</c:v>
                </c:pt>
                <c:pt idx="3514">
                  <c:v>2028-08-15</c:v>
                </c:pt>
                <c:pt idx="3515">
                  <c:v>2028-08-16</c:v>
                </c:pt>
                <c:pt idx="3516">
                  <c:v>2028-08-17</c:v>
                </c:pt>
                <c:pt idx="3517">
                  <c:v>2028-08-18</c:v>
                </c:pt>
                <c:pt idx="3518">
                  <c:v>2028-08-19</c:v>
                </c:pt>
                <c:pt idx="3519">
                  <c:v>2028-08-20</c:v>
                </c:pt>
                <c:pt idx="3520">
                  <c:v>2028-08-21</c:v>
                </c:pt>
                <c:pt idx="3521">
                  <c:v>2028-08-22</c:v>
                </c:pt>
                <c:pt idx="3522">
                  <c:v>2028-08-23</c:v>
                </c:pt>
                <c:pt idx="3523">
                  <c:v>2028-08-24</c:v>
                </c:pt>
                <c:pt idx="3524">
                  <c:v>2028-08-25</c:v>
                </c:pt>
                <c:pt idx="3525">
                  <c:v>2028-08-26</c:v>
                </c:pt>
                <c:pt idx="3526">
                  <c:v>2028-08-27</c:v>
                </c:pt>
                <c:pt idx="3527">
                  <c:v>2028-08-28</c:v>
                </c:pt>
                <c:pt idx="3528">
                  <c:v>2028-08-29</c:v>
                </c:pt>
                <c:pt idx="3529">
                  <c:v>2028-08-30</c:v>
                </c:pt>
                <c:pt idx="3530">
                  <c:v>2028-08-31</c:v>
                </c:pt>
                <c:pt idx="3531">
                  <c:v>2028-09-01</c:v>
                </c:pt>
                <c:pt idx="3532">
                  <c:v>2028-09-02</c:v>
                </c:pt>
                <c:pt idx="3533">
                  <c:v>2028-09-03</c:v>
                </c:pt>
                <c:pt idx="3534">
                  <c:v>2028-09-04</c:v>
                </c:pt>
                <c:pt idx="3535">
                  <c:v>2028-09-05</c:v>
                </c:pt>
                <c:pt idx="3536">
                  <c:v>2028-09-06</c:v>
                </c:pt>
                <c:pt idx="3537">
                  <c:v>2028-09-07</c:v>
                </c:pt>
                <c:pt idx="3538">
                  <c:v>2028-09-08</c:v>
                </c:pt>
                <c:pt idx="3539">
                  <c:v>2028-09-09</c:v>
                </c:pt>
                <c:pt idx="3540">
                  <c:v>2028-09-10</c:v>
                </c:pt>
                <c:pt idx="3541">
                  <c:v>2028-09-11</c:v>
                </c:pt>
                <c:pt idx="3542">
                  <c:v>2028-09-12</c:v>
                </c:pt>
                <c:pt idx="3543">
                  <c:v>2028-09-13</c:v>
                </c:pt>
                <c:pt idx="3544">
                  <c:v>2028-09-14</c:v>
                </c:pt>
                <c:pt idx="3545">
                  <c:v>2028-09-15</c:v>
                </c:pt>
                <c:pt idx="3546">
                  <c:v>2028-09-16</c:v>
                </c:pt>
                <c:pt idx="3547">
                  <c:v>2028-09-17</c:v>
                </c:pt>
                <c:pt idx="3548">
                  <c:v>2028-09-18</c:v>
                </c:pt>
                <c:pt idx="3549">
                  <c:v>2028-09-19</c:v>
                </c:pt>
                <c:pt idx="3550">
                  <c:v>2028-09-20</c:v>
                </c:pt>
                <c:pt idx="3551">
                  <c:v>2028-09-21</c:v>
                </c:pt>
                <c:pt idx="3552">
                  <c:v>2028-09-22</c:v>
                </c:pt>
                <c:pt idx="3553">
                  <c:v>2028-09-23</c:v>
                </c:pt>
                <c:pt idx="3554">
                  <c:v>2028-09-24</c:v>
                </c:pt>
                <c:pt idx="3555">
                  <c:v>2028-09-25</c:v>
                </c:pt>
                <c:pt idx="3556">
                  <c:v>2028-09-26</c:v>
                </c:pt>
                <c:pt idx="3557">
                  <c:v>2028-09-27</c:v>
                </c:pt>
                <c:pt idx="3558">
                  <c:v>2028-09-28</c:v>
                </c:pt>
                <c:pt idx="3559">
                  <c:v>2028-09-29</c:v>
                </c:pt>
                <c:pt idx="3560">
                  <c:v>2028-09-30</c:v>
                </c:pt>
                <c:pt idx="3561">
                  <c:v>2028-10-01</c:v>
                </c:pt>
                <c:pt idx="3562">
                  <c:v>2028-10-02</c:v>
                </c:pt>
                <c:pt idx="3563">
                  <c:v>2028-10-03</c:v>
                </c:pt>
                <c:pt idx="3564">
                  <c:v>2028-10-04</c:v>
                </c:pt>
                <c:pt idx="3565">
                  <c:v>2028-10-05</c:v>
                </c:pt>
                <c:pt idx="3566">
                  <c:v>2028-10-06</c:v>
                </c:pt>
                <c:pt idx="3567">
                  <c:v>2028-10-07</c:v>
                </c:pt>
                <c:pt idx="3568">
                  <c:v>2028-10-08</c:v>
                </c:pt>
                <c:pt idx="3569">
                  <c:v>2028-10-09</c:v>
                </c:pt>
                <c:pt idx="3570">
                  <c:v>2028-10-10</c:v>
                </c:pt>
                <c:pt idx="3571">
                  <c:v>2028-10-11</c:v>
                </c:pt>
                <c:pt idx="3572">
                  <c:v>2028-10-12</c:v>
                </c:pt>
                <c:pt idx="3573">
                  <c:v>2028-10-13</c:v>
                </c:pt>
                <c:pt idx="3574">
                  <c:v>2028-10-14</c:v>
                </c:pt>
                <c:pt idx="3575">
                  <c:v>2028-10-15</c:v>
                </c:pt>
                <c:pt idx="3576">
                  <c:v>2028-10-16</c:v>
                </c:pt>
                <c:pt idx="3577">
                  <c:v>2028-10-17</c:v>
                </c:pt>
                <c:pt idx="3578">
                  <c:v>2028-10-18</c:v>
                </c:pt>
                <c:pt idx="3579">
                  <c:v>2028-10-19</c:v>
                </c:pt>
                <c:pt idx="3580">
                  <c:v>2028-10-20</c:v>
                </c:pt>
                <c:pt idx="3581">
                  <c:v>2028-10-21</c:v>
                </c:pt>
                <c:pt idx="3582">
                  <c:v>2028-10-22</c:v>
                </c:pt>
                <c:pt idx="3583">
                  <c:v>2028-10-23</c:v>
                </c:pt>
                <c:pt idx="3584">
                  <c:v>2028-10-24</c:v>
                </c:pt>
                <c:pt idx="3585">
                  <c:v>2028-10-25</c:v>
                </c:pt>
                <c:pt idx="3586">
                  <c:v>2028-10-26</c:v>
                </c:pt>
                <c:pt idx="3587">
                  <c:v>2028-10-27</c:v>
                </c:pt>
                <c:pt idx="3588">
                  <c:v>2028-10-28</c:v>
                </c:pt>
                <c:pt idx="3589">
                  <c:v>2028-10-29</c:v>
                </c:pt>
                <c:pt idx="3590">
                  <c:v>2028-10-30</c:v>
                </c:pt>
                <c:pt idx="3591">
                  <c:v>2028-10-31</c:v>
                </c:pt>
                <c:pt idx="3592">
                  <c:v>2028-11-01</c:v>
                </c:pt>
                <c:pt idx="3593">
                  <c:v>2028-11-02</c:v>
                </c:pt>
                <c:pt idx="3594">
                  <c:v>2028-11-03</c:v>
                </c:pt>
                <c:pt idx="3595">
                  <c:v>2028-11-04</c:v>
                </c:pt>
                <c:pt idx="3596">
                  <c:v>2028-11-05</c:v>
                </c:pt>
                <c:pt idx="3597">
                  <c:v>2028-11-06</c:v>
                </c:pt>
                <c:pt idx="3598">
                  <c:v>2028-11-07</c:v>
                </c:pt>
                <c:pt idx="3599">
                  <c:v>2028-11-08</c:v>
                </c:pt>
                <c:pt idx="3600">
                  <c:v>2028-11-09</c:v>
                </c:pt>
                <c:pt idx="3601">
                  <c:v>2028-11-10</c:v>
                </c:pt>
                <c:pt idx="3602">
                  <c:v>2028-11-11</c:v>
                </c:pt>
                <c:pt idx="3603">
                  <c:v>2028-11-12</c:v>
                </c:pt>
                <c:pt idx="3604">
                  <c:v>2028-11-13</c:v>
                </c:pt>
                <c:pt idx="3605">
                  <c:v>2028-11-14</c:v>
                </c:pt>
                <c:pt idx="3606">
                  <c:v>2028-11-15</c:v>
                </c:pt>
                <c:pt idx="3607">
                  <c:v>2028-11-16</c:v>
                </c:pt>
                <c:pt idx="3608">
                  <c:v>2028-11-17</c:v>
                </c:pt>
                <c:pt idx="3609">
                  <c:v>2028-11-18</c:v>
                </c:pt>
                <c:pt idx="3610">
                  <c:v>2028-11-19</c:v>
                </c:pt>
                <c:pt idx="3611">
                  <c:v>2028-11-20</c:v>
                </c:pt>
                <c:pt idx="3612">
                  <c:v>2028-11-21</c:v>
                </c:pt>
                <c:pt idx="3613">
                  <c:v>2028-11-22</c:v>
                </c:pt>
                <c:pt idx="3614">
                  <c:v>2028-11-23</c:v>
                </c:pt>
                <c:pt idx="3615">
                  <c:v>2028-11-24</c:v>
                </c:pt>
                <c:pt idx="3616">
                  <c:v>2028-11-25</c:v>
                </c:pt>
                <c:pt idx="3617">
                  <c:v>2028-11-26</c:v>
                </c:pt>
                <c:pt idx="3618">
                  <c:v>2028-11-27</c:v>
                </c:pt>
                <c:pt idx="3619">
                  <c:v>2028-11-28</c:v>
                </c:pt>
                <c:pt idx="3620">
                  <c:v>2028-11-29</c:v>
                </c:pt>
                <c:pt idx="3621">
                  <c:v>2028-11-30</c:v>
                </c:pt>
                <c:pt idx="3622">
                  <c:v>2028-12-01</c:v>
                </c:pt>
                <c:pt idx="3623">
                  <c:v>2028-12-02</c:v>
                </c:pt>
                <c:pt idx="3624">
                  <c:v>2028-12-03</c:v>
                </c:pt>
                <c:pt idx="3625">
                  <c:v>2028-12-04</c:v>
                </c:pt>
                <c:pt idx="3626">
                  <c:v>2028-12-05</c:v>
                </c:pt>
                <c:pt idx="3627">
                  <c:v>2028-12-06</c:v>
                </c:pt>
                <c:pt idx="3628">
                  <c:v>2028-12-07</c:v>
                </c:pt>
                <c:pt idx="3629">
                  <c:v>2028-12-08</c:v>
                </c:pt>
                <c:pt idx="3630">
                  <c:v>2028-12-09</c:v>
                </c:pt>
                <c:pt idx="3631">
                  <c:v>2028-12-10</c:v>
                </c:pt>
                <c:pt idx="3632">
                  <c:v>2028-12-11</c:v>
                </c:pt>
                <c:pt idx="3633">
                  <c:v>2028-12-12</c:v>
                </c:pt>
                <c:pt idx="3634">
                  <c:v>2028-12-13</c:v>
                </c:pt>
                <c:pt idx="3635">
                  <c:v>2028-12-14</c:v>
                </c:pt>
                <c:pt idx="3636">
                  <c:v>2028-12-15</c:v>
                </c:pt>
                <c:pt idx="3637">
                  <c:v>2028-12-16</c:v>
                </c:pt>
                <c:pt idx="3638">
                  <c:v>2028-12-17</c:v>
                </c:pt>
                <c:pt idx="3639">
                  <c:v>2028-12-18</c:v>
                </c:pt>
                <c:pt idx="3640">
                  <c:v>2028-12-19</c:v>
                </c:pt>
                <c:pt idx="3641">
                  <c:v>2028-12-20</c:v>
                </c:pt>
                <c:pt idx="3642">
                  <c:v>2028-12-21</c:v>
                </c:pt>
                <c:pt idx="3643">
                  <c:v>2028-12-22</c:v>
                </c:pt>
                <c:pt idx="3644">
                  <c:v>2028-12-23</c:v>
                </c:pt>
                <c:pt idx="3645">
                  <c:v>2028-12-24</c:v>
                </c:pt>
                <c:pt idx="3646">
                  <c:v>2028-12-25</c:v>
                </c:pt>
                <c:pt idx="3647">
                  <c:v>2028-12-26</c:v>
                </c:pt>
                <c:pt idx="3648">
                  <c:v>2028-12-27</c:v>
                </c:pt>
                <c:pt idx="3649">
                  <c:v>2028-12-28</c:v>
                </c:pt>
                <c:pt idx="3650">
                  <c:v>2028-12-29</c:v>
                </c:pt>
                <c:pt idx="3651">
                  <c:v>2028-12-30</c:v>
                </c:pt>
                <c:pt idx="3652">
                  <c:v>2028-12-31</c:v>
                </c:pt>
                <c:pt idx="3653">
                  <c:v>2029-01-01</c:v>
                </c:pt>
                <c:pt idx="3654">
                  <c:v>2029-01-02</c:v>
                </c:pt>
                <c:pt idx="3655">
                  <c:v>2029-01-03</c:v>
                </c:pt>
                <c:pt idx="3656">
                  <c:v>2029-01-04</c:v>
                </c:pt>
                <c:pt idx="3657">
                  <c:v>2029-01-05</c:v>
                </c:pt>
                <c:pt idx="3658">
                  <c:v>2029-01-06</c:v>
                </c:pt>
                <c:pt idx="3659">
                  <c:v>2029-01-07</c:v>
                </c:pt>
                <c:pt idx="3660">
                  <c:v>2029-01-08</c:v>
                </c:pt>
                <c:pt idx="3661">
                  <c:v>2029-01-09</c:v>
                </c:pt>
                <c:pt idx="3662">
                  <c:v>2029-01-10</c:v>
                </c:pt>
                <c:pt idx="3663">
                  <c:v>2029-01-11</c:v>
                </c:pt>
                <c:pt idx="3664">
                  <c:v>2029-01-12</c:v>
                </c:pt>
                <c:pt idx="3665">
                  <c:v>2029-01-13</c:v>
                </c:pt>
                <c:pt idx="3666">
                  <c:v>2029-01-14</c:v>
                </c:pt>
                <c:pt idx="3667">
                  <c:v>2029-01-15</c:v>
                </c:pt>
                <c:pt idx="3668">
                  <c:v>2029-01-16</c:v>
                </c:pt>
                <c:pt idx="3669">
                  <c:v>2029-01-17</c:v>
                </c:pt>
                <c:pt idx="3670">
                  <c:v>2029-01-18</c:v>
                </c:pt>
                <c:pt idx="3671">
                  <c:v>2029-01-19</c:v>
                </c:pt>
                <c:pt idx="3672">
                  <c:v>2029-01-20</c:v>
                </c:pt>
                <c:pt idx="3673">
                  <c:v>2029-01-21</c:v>
                </c:pt>
                <c:pt idx="3674">
                  <c:v>2029-01-22</c:v>
                </c:pt>
                <c:pt idx="3675">
                  <c:v>2029-01-23</c:v>
                </c:pt>
                <c:pt idx="3676">
                  <c:v>2029-01-24</c:v>
                </c:pt>
                <c:pt idx="3677">
                  <c:v>2029-01-25</c:v>
                </c:pt>
                <c:pt idx="3678">
                  <c:v>2029-01-26</c:v>
                </c:pt>
                <c:pt idx="3679">
                  <c:v>2029-01-27</c:v>
                </c:pt>
                <c:pt idx="3680">
                  <c:v>2029-01-28</c:v>
                </c:pt>
                <c:pt idx="3681">
                  <c:v>2029-01-29</c:v>
                </c:pt>
                <c:pt idx="3682">
                  <c:v>2029-01-30</c:v>
                </c:pt>
                <c:pt idx="3683">
                  <c:v>2029-01-31</c:v>
                </c:pt>
                <c:pt idx="3684">
                  <c:v>2029-02-01</c:v>
                </c:pt>
                <c:pt idx="3685">
                  <c:v>2029-02-02</c:v>
                </c:pt>
                <c:pt idx="3686">
                  <c:v>2029-02-03</c:v>
                </c:pt>
                <c:pt idx="3687">
                  <c:v>2029-02-04</c:v>
                </c:pt>
                <c:pt idx="3688">
                  <c:v>2029-02-05</c:v>
                </c:pt>
                <c:pt idx="3689">
                  <c:v>2029-02-06</c:v>
                </c:pt>
                <c:pt idx="3690">
                  <c:v>2029-02-07</c:v>
                </c:pt>
                <c:pt idx="3691">
                  <c:v>2029-02-08</c:v>
                </c:pt>
                <c:pt idx="3692">
                  <c:v>2029-02-09</c:v>
                </c:pt>
                <c:pt idx="3693">
                  <c:v>2029-02-10</c:v>
                </c:pt>
                <c:pt idx="3694">
                  <c:v>2029-02-11</c:v>
                </c:pt>
                <c:pt idx="3695">
                  <c:v>2029-02-12</c:v>
                </c:pt>
                <c:pt idx="3696">
                  <c:v>2029-02-13</c:v>
                </c:pt>
                <c:pt idx="3697">
                  <c:v>2029-02-14</c:v>
                </c:pt>
                <c:pt idx="3698">
                  <c:v>2029-02-15</c:v>
                </c:pt>
                <c:pt idx="3699">
                  <c:v>2029-02-16</c:v>
                </c:pt>
                <c:pt idx="3700">
                  <c:v>2029-02-17</c:v>
                </c:pt>
                <c:pt idx="3701">
                  <c:v>2029-02-18</c:v>
                </c:pt>
                <c:pt idx="3702">
                  <c:v>2029-02-19</c:v>
                </c:pt>
                <c:pt idx="3703">
                  <c:v>2029-02-20</c:v>
                </c:pt>
                <c:pt idx="3704">
                  <c:v>2029-02-21</c:v>
                </c:pt>
                <c:pt idx="3705">
                  <c:v>2029-02-22</c:v>
                </c:pt>
                <c:pt idx="3706">
                  <c:v>2029-02-23</c:v>
                </c:pt>
                <c:pt idx="3707">
                  <c:v>2029-02-24</c:v>
                </c:pt>
                <c:pt idx="3708">
                  <c:v>2029-02-25</c:v>
                </c:pt>
                <c:pt idx="3709">
                  <c:v>2029-02-26</c:v>
                </c:pt>
                <c:pt idx="3710">
                  <c:v>2029-02-27</c:v>
                </c:pt>
                <c:pt idx="3711">
                  <c:v>2029-02-28</c:v>
                </c:pt>
                <c:pt idx="3712">
                  <c:v>2029-03-01</c:v>
                </c:pt>
                <c:pt idx="3713">
                  <c:v>2029-03-02</c:v>
                </c:pt>
                <c:pt idx="3714">
                  <c:v>2029-03-03</c:v>
                </c:pt>
                <c:pt idx="3715">
                  <c:v>2029-03-04</c:v>
                </c:pt>
                <c:pt idx="3716">
                  <c:v>2029-03-05</c:v>
                </c:pt>
                <c:pt idx="3717">
                  <c:v>2029-03-06</c:v>
                </c:pt>
                <c:pt idx="3718">
                  <c:v>2029-03-07</c:v>
                </c:pt>
                <c:pt idx="3719">
                  <c:v>2029-03-08</c:v>
                </c:pt>
                <c:pt idx="3720">
                  <c:v>2029-03-09</c:v>
                </c:pt>
                <c:pt idx="3721">
                  <c:v>2029-03-10</c:v>
                </c:pt>
                <c:pt idx="3722">
                  <c:v>2029-03-11</c:v>
                </c:pt>
                <c:pt idx="3723">
                  <c:v>2029-03-12</c:v>
                </c:pt>
                <c:pt idx="3724">
                  <c:v>2029-03-13</c:v>
                </c:pt>
                <c:pt idx="3725">
                  <c:v>2029-03-14</c:v>
                </c:pt>
                <c:pt idx="3726">
                  <c:v>2029-03-15</c:v>
                </c:pt>
                <c:pt idx="3727">
                  <c:v>2029-03-16</c:v>
                </c:pt>
                <c:pt idx="3728">
                  <c:v>2029-03-17</c:v>
                </c:pt>
                <c:pt idx="3729">
                  <c:v>2029-03-18</c:v>
                </c:pt>
                <c:pt idx="3730">
                  <c:v>2029-03-19</c:v>
                </c:pt>
                <c:pt idx="3731">
                  <c:v>2029-03-20</c:v>
                </c:pt>
                <c:pt idx="3732">
                  <c:v>2029-03-21</c:v>
                </c:pt>
                <c:pt idx="3733">
                  <c:v>2029-03-22</c:v>
                </c:pt>
                <c:pt idx="3734">
                  <c:v>2029-03-23</c:v>
                </c:pt>
                <c:pt idx="3735">
                  <c:v>2029-03-24</c:v>
                </c:pt>
                <c:pt idx="3736">
                  <c:v>2029-03-25</c:v>
                </c:pt>
                <c:pt idx="3737">
                  <c:v>2029-03-26</c:v>
                </c:pt>
                <c:pt idx="3738">
                  <c:v>2029-03-27</c:v>
                </c:pt>
                <c:pt idx="3739">
                  <c:v>2029-03-28</c:v>
                </c:pt>
                <c:pt idx="3740">
                  <c:v>2029-03-29</c:v>
                </c:pt>
                <c:pt idx="3741">
                  <c:v>2029-03-30</c:v>
                </c:pt>
                <c:pt idx="3742">
                  <c:v>2029-03-31</c:v>
                </c:pt>
                <c:pt idx="3743">
                  <c:v>2029-04-01</c:v>
                </c:pt>
                <c:pt idx="3744">
                  <c:v>2029-04-02</c:v>
                </c:pt>
                <c:pt idx="3745">
                  <c:v>2029-04-03</c:v>
                </c:pt>
                <c:pt idx="3746">
                  <c:v>2029-04-04</c:v>
                </c:pt>
                <c:pt idx="3747">
                  <c:v>2029-04-05</c:v>
                </c:pt>
                <c:pt idx="3748">
                  <c:v>2029-04-06</c:v>
                </c:pt>
                <c:pt idx="3749">
                  <c:v>2029-04-07</c:v>
                </c:pt>
                <c:pt idx="3750">
                  <c:v>2029-04-08</c:v>
                </c:pt>
                <c:pt idx="3751">
                  <c:v>2029-04-09</c:v>
                </c:pt>
                <c:pt idx="3752">
                  <c:v>2029-04-10</c:v>
                </c:pt>
                <c:pt idx="3753">
                  <c:v>2029-04-11</c:v>
                </c:pt>
                <c:pt idx="3754">
                  <c:v>2029-04-12</c:v>
                </c:pt>
                <c:pt idx="3755">
                  <c:v>2029-04-13</c:v>
                </c:pt>
                <c:pt idx="3756">
                  <c:v>2029-04-14</c:v>
                </c:pt>
                <c:pt idx="3757">
                  <c:v>2029-04-15</c:v>
                </c:pt>
                <c:pt idx="3758">
                  <c:v>2029-04-16</c:v>
                </c:pt>
                <c:pt idx="3759">
                  <c:v>2029-04-17</c:v>
                </c:pt>
                <c:pt idx="3760">
                  <c:v>2029-04-18</c:v>
                </c:pt>
                <c:pt idx="3761">
                  <c:v>2029-04-19</c:v>
                </c:pt>
                <c:pt idx="3762">
                  <c:v>2029-04-20</c:v>
                </c:pt>
                <c:pt idx="3763">
                  <c:v>2029-04-21</c:v>
                </c:pt>
                <c:pt idx="3764">
                  <c:v>2029-04-22</c:v>
                </c:pt>
                <c:pt idx="3765">
                  <c:v>2029-04-23</c:v>
                </c:pt>
                <c:pt idx="3766">
                  <c:v>2029-04-24</c:v>
                </c:pt>
                <c:pt idx="3767">
                  <c:v>2029-04-25</c:v>
                </c:pt>
                <c:pt idx="3768">
                  <c:v>2029-04-26</c:v>
                </c:pt>
                <c:pt idx="3769">
                  <c:v>2029-04-27</c:v>
                </c:pt>
                <c:pt idx="3770">
                  <c:v>2029-04-28</c:v>
                </c:pt>
                <c:pt idx="3771">
                  <c:v>2029-04-29</c:v>
                </c:pt>
                <c:pt idx="3772">
                  <c:v>2029-04-30</c:v>
                </c:pt>
                <c:pt idx="3773">
                  <c:v>2029-05-01</c:v>
                </c:pt>
                <c:pt idx="3774">
                  <c:v>2029-05-02</c:v>
                </c:pt>
                <c:pt idx="3775">
                  <c:v>2029-05-03</c:v>
                </c:pt>
                <c:pt idx="3776">
                  <c:v>2029-05-04</c:v>
                </c:pt>
                <c:pt idx="3777">
                  <c:v>2029-05-05</c:v>
                </c:pt>
                <c:pt idx="3778">
                  <c:v>2029-05-06</c:v>
                </c:pt>
                <c:pt idx="3779">
                  <c:v>2029-05-07</c:v>
                </c:pt>
                <c:pt idx="3780">
                  <c:v>2029-05-08</c:v>
                </c:pt>
                <c:pt idx="3781">
                  <c:v>2029-05-09</c:v>
                </c:pt>
                <c:pt idx="3782">
                  <c:v>2029-05-10</c:v>
                </c:pt>
                <c:pt idx="3783">
                  <c:v>2029-05-11</c:v>
                </c:pt>
                <c:pt idx="3784">
                  <c:v>2029-05-12</c:v>
                </c:pt>
                <c:pt idx="3785">
                  <c:v>2029-05-13</c:v>
                </c:pt>
                <c:pt idx="3786">
                  <c:v>2029-05-14</c:v>
                </c:pt>
                <c:pt idx="3787">
                  <c:v>2029-05-15</c:v>
                </c:pt>
                <c:pt idx="3788">
                  <c:v>2029-05-16</c:v>
                </c:pt>
                <c:pt idx="3789">
                  <c:v>2029-05-17</c:v>
                </c:pt>
                <c:pt idx="3790">
                  <c:v>2029-05-18</c:v>
                </c:pt>
                <c:pt idx="3791">
                  <c:v>2029-05-19</c:v>
                </c:pt>
                <c:pt idx="3792">
                  <c:v>2029-05-20</c:v>
                </c:pt>
                <c:pt idx="3793">
                  <c:v>2029-05-21</c:v>
                </c:pt>
                <c:pt idx="3794">
                  <c:v>2029-05-22</c:v>
                </c:pt>
                <c:pt idx="3795">
                  <c:v>2029-05-23</c:v>
                </c:pt>
                <c:pt idx="3796">
                  <c:v>2029-05-24</c:v>
                </c:pt>
                <c:pt idx="3797">
                  <c:v>2029-05-25</c:v>
                </c:pt>
                <c:pt idx="3798">
                  <c:v>2029-05-26</c:v>
                </c:pt>
                <c:pt idx="3799">
                  <c:v>2029-05-27</c:v>
                </c:pt>
                <c:pt idx="3800">
                  <c:v>2029-05-28</c:v>
                </c:pt>
                <c:pt idx="3801">
                  <c:v>2029-05-29</c:v>
                </c:pt>
                <c:pt idx="3802">
                  <c:v>2029-05-30</c:v>
                </c:pt>
                <c:pt idx="3803">
                  <c:v>2029-05-31</c:v>
                </c:pt>
                <c:pt idx="3804">
                  <c:v>2029-06-01</c:v>
                </c:pt>
                <c:pt idx="3805">
                  <c:v>2029-06-02</c:v>
                </c:pt>
                <c:pt idx="3806">
                  <c:v>2029-06-03</c:v>
                </c:pt>
                <c:pt idx="3807">
                  <c:v>2029-06-04</c:v>
                </c:pt>
                <c:pt idx="3808">
                  <c:v>2029-06-05</c:v>
                </c:pt>
                <c:pt idx="3809">
                  <c:v>2029-06-06</c:v>
                </c:pt>
                <c:pt idx="3810">
                  <c:v>2029-06-07</c:v>
                </c:pt>
                <c:pt idx="3811">
                  <c:v>2029-06-08</c:v>
                </c:pt>
                <c:pt idx="3812">
                  <c:v>2029-06-09</c:v>
                </c:pt>
                <c:pt idx="3813">
                  <c:v>2029-06-10</c:v>
                </c:pt>
                <c:pt idx="3814">
                  <c:v>2029-06-11</c:v>
                </c:pt>
                <c:pt idx="3815">
                  <c:v>2029-06-12</c:v>
                </c:pt>
                <c:pt idx="3816">
                  <c:v>2029-06-13</c:v>
                </c:pt>
                <c:pt idx="3817">
                  <c:v>2029-06-14</c:v>
                </c:pt>
                <c:pt idx="3818">
                  <c:v>2029-06-15</c:v>
                </c:pt>
                <c:pt idx="3819">
                  <c:v>2029-06-16</c:v>
                </c:pt>
                <c:pt idx="3820">
                  <c:v>2029-06-17</c:v>
                </c:pt>
                <c:pt idx="3821">
                  <c:v>2029-06-18</c:v>
                </c:pt>
                <c:pt idx="3822">
                  <c:v>2029-06-19</c:v>
                </c:pt>
                <c:pt idx="3823">
                  <c:v>2029-06-20</c:v>
                </c:pt>
                <c:pt idx="3824">
                  <c:v>2029-06-21</c:v>
                </c:pt>
                <c:pt idx="3825">
                  <c:v>2029-06-22</c:v>
                </c:pt>
                <c:pt idx="3826">
                  <c:v>2029-06-23</c:v>
                </c:pt>
                <c:pt idx="3827">
                  <c:v>2029-06-24</c:v>
                </c:pt>
                <c:pt idx="3828">
                  <c:v>2029-06-25</c:v>
                </c:pt>
                <c:pt idx="3829">
                  <c:v>2029-06-26</c:v>
                </c:pt>
                <c:pt idx="3830">
                  <c:v>2029-06-27</c:v>
                </c:pt>
                <c:pt idx="3831">
                  <c:v>2029-06-28</c:v>
                </c:pt>
                <c:pt idx="3832">
                  <c:v>2029-06-29</c:v>
                </c:pt>
                <c:pt idx="3833">
                  <c:v>2029-06-30</c:v>
                </c:pt>
                <c:pt idx="3834">
                  <c:v>2029-07-01</c:v>
                </c:pt>
                <c:pt idx="3835">
                  <c:v>2029-07-02</c:v>
                </c:pt>
                <c:pt idx="3836">
                  <c:v>2029-07-03</c:v>
                </c:pt>
                <c:pt idx="3837">
                  <c:v>2029-07-04</c:v>
                </c:pt>
                <c:pt idx="3838">
                  <c:v>2029-07-05</c:v>
                </c:pt>
                <c:pt idx="3839">
                  <c:v>2029-07-06</c:v>
                </c:pt>
                <c:pt idx="3840">
                  <c:v>2029-07-07</c:v>
                </c:pt>
                <c:pt idx="3841">
                  <c:v>2029-07-08</c:v>
                </c:pt>
                <c:pt idx="3842">
                  <c:v>2029-07-09</c:v>
                </c:pt>
                <c:pt idx="3843">
                  <c:v>2029-07-10</c:v>
                </c:pt>
                <c:pt idx="3844">
                  <c:v>2029-07-11</c:v>
                </c:pt>
                <c:pt idx="3845">
                  <c:v>2029-07-12</c:v>
                </c:pt>
                <c:pt idx="3846">
                  <c:v>2029-07-13</c:v>
                </c:pt>
                <c:pt idx="3847">
                  <c:v>2029-07-14</c:v>
                </c:pt>
                <c:pt idx="3848">
                  <c:v>2029-07-15</c:v>
                </c:pt>
                <c:pt idx="3849">
                  <c:v>2029-07-16</c:v>
                </c:pt>
                <c:pt idx="3850">
                  <c:v>2029-07-17</c:v>
                </c:pt>
                <c:pt idx="3851">
                  <c:v>2029-07-18</c:v>
                </c:pt>
                <c:pt idx="3852">
                  <c:v>2029-07-19</c:v>
                </c:pt>
                <c:pt idx="3853">
                  <c:v>2029-07-20</c:v>
                </c:pt>
                <c:pt idx="3854">
                  <c:v>2029-07-21</c:v>
                </c:pt>
                <c:pt idx="3855">
                  <c:v>2029-07-22</c:v>
                </c:pt>
                <c:pt idx="3856">
                  <c:v>2029-07-23</c:v>
                </c:pt>
                <c:pt idx="3857">
                  <c:v>2029-07-24</c:v>
                </c:pt>
                <c:pt idx="3858">
                  <c:v>2029-07-25</c:v>
                </c:pt>
                <c:pt idx="3859">
                  <c:v>2029-07-26</c:v>
                </c:pt>
                <c:pt idx="3860">
                  <c:v>2029-07-27</c:v>
                </c:pt>
                <c:pt idx="3861">
                  <c:v>2029-07-28</c:v>
                </c:pt>
                <c:pt idx="3862">
                  <c:v>2029-07-29</c:v>
                </c:pt>
                <c:pt idx="3863">
                  <c:v>2029-07-30</c:v>
                </c:pt>
                <c:pt idx="3864">
                  <c:v>2029-07-31</c:v>
                </c:pt>
                <c:pt idx="3865">
                  <c:v>2029-08-01</c:v>
                </c:pt>
                <c:pt idx="3866">
                  <c:v>2029-08-02</c:v>
                </c:pt>
                <c:pt idx="3867">
                  <c:v>2029-08-03</c:v>
                </c:pt>
                <c:pt idx="3868">
                  <c:v>2029-08-04</c:v>
                </c:pt>
                <c:pt idx="3869">
                  <c:v>2029-08-05</c:v>
                </c:pt>
                <c:pt idx="3870">
                  <c:v>2029-08-06</c:v>
                </c:pt>
                <c:pt idx="3871">
                  <c:v>2029-08-07</c:v>
                </c:pt>
                <c:pt idx="3872">
                  <c:v>2029-08-08</c:v>
                </c:pt>
                <c:pt idx="3873">
                  <c:v>2029-08-09</c:v>
                </c:pt>
                <c:pt idx="3874">
                  <c:v>2029-08-10</c:v>
                </c:pt>
                <c:pt idx="3875">
                  <c:v>2029-08-11</c:v>
                </c:pt>
                <c:pt idx="3876">
                  <c:v>2029-08-12</c:v>
                </c:pt>
                <c:pt idx="3877">
                  <c:v>2029-08-13</c:v>
                </c:pt>
                <c:pt idx="3878">
                  <c:v>2029-08-14</c:v>
                </c:pt>
                <c:pt idx="3879">
                  <c:v>2029-08-15</c:v>
                </c:pt>
                <c:pt idx="3880">
                  <c:v>2029-08-16</c:v>
                </c:pt>
                <c:pt idx="3881">
                  <c:v>2029-08-17</c:v>
                </c:pt>
                <c:pt idx="3882">
                  <c:v>2029-08-18</c:v>
                </c:pt>
                <c:pt idx="3883">
                  <c:v>2029-08-19</c:v>
                </c:pt>
                <c:pt idx="3884">
                  <c:v>2029-08-20</c:v>
                </c:pt>
                <c:pt idx="3885">
                  <c:v>2029-08-21</c:v>
                </c:pt>
                <c:pt idx="3886">
                  <c:v>2029-08-22</c:v>
                </c:pt>
                <c:pt idx="3887">
                  <c:v>2029-08-23</c:v>
                </c:pt>
                <c:pt idx="3888">
                  <c:v>2029-08-24</c:v>
                </c:pt>
                <c:pt idx="3889">
                  <c:v>2029-08-25</c:v>
                </c:pt>
                <c:pt idx="3890">
                  <c:v>2029-08-26</c:v>
                </c:pt>
                <c:pt idx="3891">
                  <c:v>2029-08-27</c:v>
                </c:pt>
                <c:pt idx="3892">
                  <c:v>2029-08-28</c:v>
                </c:pt>
                <c:pt idx="3893">
                  <c:v>2029-08-29</c:v>
                </c:pt>
                <c:pt idx="3894">
                  <c:v>2029-08-30</c:v>
                </c:pt>
                <c:pt idx="3895">
                  <c:v>2029-08-31</c:v>
                </c:pt>
                <c:pt idx="3896">
                  <c:v>2029-09-01</c:v>
                </c:pt>
                <c:pt idx="3897">
                  <c:v>2029-09-02</c:v>
                </c:pt>
                <c:pt idx="3898">
                  <c:v>2029-09-03</c:v>
                </c:pt>
                <c:pt idx="3899">
                  <c:v>2029-09-04</c:v>
                </c:pt>
                <c:pt idx="3900">
                  <c:v>2029-09-05</c:v>
                </c:pt>
                <c:pt idx="3901">
                  <c:v>2029-09-06</c:v>
                </c:pt>
                <c:pt idx="3902">
                  <c:v>2029-09-07</c:v>
                </c:pt>
                <c:pt idx="3903">
                  <c:v>2029-09-08</c:v>
                </c:pt>
                <c:pt idx="3904">
                  <c:v>2029-09-09</c:v>
                </c:pt>
                <c:pt idx="3905">
                  <c:v>2029-09-10</c:v>
                </c:pt>
                <c:pt idx="3906">
                  <c:v>2029-09-11</c:v>
                </c:pt>
                <c:pt idx="3907">
                  <c:v>2029-09-12</c:v>
                </c:pt>
                <c:pt idx="3908">
                  <c:v>2029-09-13</c:v>
                </c:pt>
                <c:pt idx="3909">
                  <c:v>2029-09-14</c:v>
                </c:pt>
                <c:pt idx="3910">
                  <c:v>2029-09-15</c:v>
                </c:pt>
                <c:pt idx="3911">
                  <c:v>2029-09-16</c:v>
                </c:pt>
                <c:pt idx="3912">
                  <c:v>2029-09-17</c:v>
                </c:pt>
                <c:pt idx="3913">
                  <c:v>2029-09-18</c:v>
                </c:pt>
                <c:pt idx="3914">
                  <c:v>2029-09-19</c:v>
                </c:pt>
                <c:pt idx="3915">
                  <c:v>2029-09-20</c:v>
                </c:pt>
                <c:pt idx="3916">
                  <c:v>2029-09-21</c:v>
                </c:pt>
                <c:pt idx="3917">
                  <c:v>2029-09-22</c:v>
                </c:pt>
                <c:pt idx="3918">
                  <c:v>2029-09-23</c:v>
                </c:pt>
                <c:pt idx="3919">
                  <c:v>2029-09-24</c:v>
                </c:pt>
                <c:pt idx="3920">
                  <c:v>2029-09-25</c:v>
                </c:pt>
                <c:pt idx="3921">
                  <c:v>2029-09-26</c:v>
                </c:pt>
                <c:pt idx="3922">
                  <c:v>2029-09-27</c:v>
                </c:pt>
                <c:pt idx="3923">
                  <c:v>2029-09-28</c:v>
                </c:pt>
                <c:pt idx="3924">
                  <c:v>2029-09-29</c:v>
                </c:pt>
                <c:pt idx="3925">
                  <c:v>2029-09-30</c:v>
                </c:pt>
                <c:pt idx="3926">
                  <c:v>2029-10-01</c:v>
                </c:pt>
                <c:pt idx="3927">
                  <c:v>2029-10-02</c:v>
                </c:pt>
                <c:pt idx="3928">
                  <c:v>2029-10-03</c:v>
                </c:pt>
                <c:pt idx="3929">
                  <c:v>2029-10-04</c:v>
                </c:pt>
                <c:pt idx="3930">
                  <c:v>2029-10-05</c:v>
                </c:pt>
                <c:pt idx="3931">
                  <c:v>2029-10-06</c:v>
                </c:pt>
                <c:pt idx="3932">
                  <c:v>2029-10-07</c:v>
                </c:pt>
                <c:pt idx="3933">
                  <c:v>2029-10-08</c:v>
                </c:pt>
                <c:pt idx="3934">
                  <c:v>2029-10-09</c:v>
                </c:pt>
                <c:pt idx="3935">
                  <c:v>2029-10-10</c:v>
                </c:pt>
                <c:pt idx="3936">
                  <c:v>2029-10-11</c:v>
                </c:pt>
                <c:pt idx="3937">
                  <c:v>2029-10-12</c:v>
                </c:pt>
                <c:pt idx="3938">
                  <c:v>2029-10-13</c:v>
                </c:pt>
                <c:pt idx="3939">
                  <c:v>2029-10-14</c:v>
                </c:pt>
                <c:pt idx="3940">
                  <c:v>2029-10-15</c:v>
                </c:pt>
                <c:pt idx="3941">
                  <c:v>2029-10-16</c:v>
                </c:pt>
                <c:pt idx="3942">
                  <c:v>2029-10-17</c:v>
                </c:pt>
                <c:pt idx="3943">
                  <c:v>2029-10-18</c:v>
                </c:pt>
                <c:pt idx="3944">
                  <c:v>2029-10-19</c:v>
                </c:pt>
                <c:pt idx="3945">
                  <c:v>2029-10-20</c:v>
                </c:pt>
                <c:pt idx="3946">
                  <c:v>2029-10-21</c:v>
                </c:pt>
                <c:pt idx="3947">
                  <c:v>2029-10-22</c:v>
                </c:pt>
                <c:pt idx="3948">
                  <c:v>2029-10-23</c:v>
                </c:pt>
                <c:pt idx="3949">
                  <c:v>2029-10-24</c:v>
                </c:pt>
                <c:pt idx="3950">
                  <c:v>2029-10-25</c:v>
                </c:pt>
                <c:pt idx="3951">
                  <c:v>2029-10-26</c:v>
                </c:pt>
                <c:pt idx="3952">
                  <c:v>2029-10-27</c:v>
                </c:pt>
                <c:pt idx="3953">
                  <c:v>2029-10-28</c:v>
                </c:pt>
                <c:pt idx="3954">
                  <c:v>2029-10-29</c:v>
                </c:pt>
                <c:pt idx="3955">
                  <c:v>2029-10-30</c:v>
                </c:pt>
                <c:pt idx="3956">
                  <c:v>2029-10-31</c:v>
                </c:pt>
                <c:pt idx="3957">
                  <c:v>2029-11-01</c:v>
                </c:pt>
                <c:pt idx="3958">
                  <c:v>2029-11-02</c:v>
                </c:pt>
                <c:pt idx="3959">
                  <c:v>2029-11-03</c:v>
                </c:pt>
                <c:pt idx="3960">
                  <c:v>2029-11-04</c:v>
                </c:pt>
                <c:pt idx="3961">
                  <c:v>2029-11-05</c:v>
                </c:pt>
                <c:pt idx="3962">
                  <c:v>2029-11-06</c:v>
                </c:pt>
                <c:pt idx="3963">
                  <c:v>2029-11-07</c:v>
                </c:pt>
                <c:pt idx="3964">
                  <c:v>2029-11-08</c:v>
                </c:pt>
                <c:pt idx="3965">
                  <c:v>2029-11-09</c:v>
                </c:pt>
                <c:pt idx="3966">
                  <c:v>2029-11-10</c:v>
                </c:pt>
                <c:pt idx="3967">
                  <c:v>2029-11-11</c:v>
                </c:pt>
                <c:pt idx="3968">
                  <c:v>2029-11-12</c:v>
                </c:pt>
                <c:pt idx="3969">
                  <c:v>2029-11-13</c:v>
                </c:pt>
                <c:pt idx="3970">
                  <c:v>2029-11-14</c:v>
                </c:pt>
                <c:pt idx="3971">
                  <c:v>2029-11-15</c:v>
                </c:pt>
                <c:pt idx="3972">
                  <c:v>2029-11-16</c:v>
                </c:pt>
                <c:pt idx="3973">
                  <c:v>2029-11-17</c:v>
                </c:pt>
                <c:pt idx="3974">
                  <c:v>2029-11-18</c:v>
                </c:pt>
                <c:pt idx="3975">
                  <c:v>2029-11-19</c:v>
                </c:pt>
                <c:pt idx="3976">
                  <c:v>2029-11-20</c:v>
                </c:pt>
                <c:pt idx="3977">
                  <c:v>2029-11-21</c:v>
                </c:pt>
                <c:pt idx="3978">
                  <c:v>2029-11-22</c:v>
                </c:pt>
                <c:pt idx="3979">
                  <c:v>2029-11-23</c:v>
                </c:pt>
                <c:pt idx="3980">
                  <c:v>2029-11-24</c:v>
                </c:pt>
                <c:pt idx="3981">
                  <c:v>2029-11-25</c:v>
                </c:pt>
                <c:pt idx="3982">
                  <c:v>2029-11-26</c:v>
                </c:pt>
                <c:pt idx="3983">
                  <c:v>2029-11-27</c:v>
                </c:pt>
                <c:pt idx="3984">
                  <c:v>2029-11-28</c:v>
                </c:pt>
                <c:pt idx="3985">
                  <c:v>2029-11-29</c:v>
                </c:pt>
                <c:pt idx="3986">
                  <c:v>2029-11-30</c:v>
                </c:pt>
                <c:pt idx="3987">
                  <c:v>2029-12-01</c:v>
                </c:pt>
                <c:pt idx="3988">
                  <c:v>2029-12-02</c:v>
                </c:pt>
                <c:pt idx="3989">
                  <c:v>2029-12-03</c:v>
                </c:pt>
                <c:pt idx="3990">
                  <c:v>2029-12-04</c:v>
                </c:pt>
                <c:pt idx="3991">
                  <c:v>2029-12-05</c:v>
                </c:pt>
                <c:pt idx="3992">
                  <c:v>2029-12-06</c:v>
                </c:pt>
                <c:pt idx="3993">
                  <c:v>2029-12-07</c:v>
                </c:pt>
                <c:pt idx="3994">
                  <c:v>2029-12-08</c:v>
                </c:pt>
                <c:pt idx="3995">
                  <c:v>2029-12-09</c:v>
                </c:pt>
                <c:pt idx="3996">
                  <c:v>2029-12-10</c:v>
                </c:pt>
                <c:pt idx="3997">
                  <c:v>2029-12-11</c:v>
                </c:pt>
                <c:pt idx="3998">
                  <c:v>2029-12-12</c:v>
                </c:pt>
                <c:pt idx="3999">
                  <c:v>2029-12-13</c:v>
                </c:pt>
                <c:pt idx="4000">
                  <c:v>2029-12-14</c:v>
                </c:pt>
                <c:pt idx="4001">
                  <c:v>2029-12-15</c:v>
                </c:pt>
                <c:pt idx="4002">
                  <c:v>2029-12-16</c:v>
                </c:pt>
                <c:pt idx="4003">
                  <c:v>2029-12-17</c:v>
                </c:pt>
                <c:pt idx="4004">
                  <c:v>2029-12-18</c:v>
                </c:pt>
                <c:pt idx="4005">
                  <c:v>2029-12-19</c:v>
                </c:pt>
                <c:pt idx="4006">
                  <c:v>2029-12-20</c:v>
                </c:pt>
                <c:pt idx="4007">
                  <c:v>2029-12-21</c:v>
                </c:pt>
                <c:pt idx="4008">
                  <c:v>2029-12-22</c:v>
                </c:pt>
                <c:pt idx="4009">
                  <c:v>2029-12-23</c:v>
                </c:pt>
                <c:pt idx="4010">
                  <c:v>2029-12-24</c:v>
                </c:pt>
                <c:pt idx="4011">
                  <c:v>2029-12-25</c:v>
                </c:pt>
                <c:pt idx="4012">
                  <c:v>2029-12-26</c:v>
                </c:pt>
                <c:pt idx="4013">
                  <c:v>2029-12-27</c:v>
                </c:pt>
                <c:pt idx="4014">
                  <c:v>2029-12-28</c:v>
                </c:pt>
                <c:pt idx="4015">
                  <c:v>2029-12-29</c:v>
                </c:pt>
                <c:pt idx="4016">
                  <c:v>2029-12-30</c:v>
                </c:pt>
                <c:pt idx="4017">
                  <c:v>2029-12-31</c:v>
                </c:pt>
                <c:pt idx="4018">
                  <c:v>2030-01-01</c:v>
                </c:pt>
                <c:pt idx="4019">
                  <c:v>2030-01-02</c:v>
                </c:pt>
                <c:pt idx="4020">
                  <c:v>2030-01-03</c:v>
                </c:pt>
                <c:pt idx="4021">
                  <c:v>2030-01-04</c:v>
                </c:pt>
                <c:pt idx="4022">
                  <c:v>2030-01-05</c:v>
                </c:pt>
                <c:pt idx="4023">
                  <c:v>2030-01-06</c:v>
                </c:pt>
                <c:pt idx="4024">
                  <c:v>2030-01-07</c:v>
                </c:pt>
                <c:pt idx="4025">
                  <c:v>2030-01-08</c:v>
                </c:pt>
                <c:pt idx="4026">
                  <c:v>2030-01-09</c:v>
                </c:pt>
                <c:pt idx="4027">
                  <c:v>2030-01-10</c:v>
                </c:pt>
                <c:pt idx="4028">
                  <c:v>2030-01-11</c:v>
                </c:pt>
                <c:pt idx="4029">
                  <c:v>2030-01-12</c:v>
                </c:pt>
                <c:pt idx="4030">
                  <c:v>2030-01-13</c:v>
                </c:pt>
                <c:pt idx="4031">
                  <c:v>2030-01-14</c:v>
                </c:pt>
                <c:pt idx="4032">
                  <c:v>2030-01-15</c:v>
                </c:pt>
                <c:pt idx="4033">
                  <c:v>2030-01-16</c:v>
                </c:pt>
                <c:pt idx="4034">
                  <c:v>2030-01-17</c:v>
                </c:pt>
                <c:pt idx="4035">
                  <c:v>2030-01-18</c:v>
                </c:pt>
                <c:pt idx="4036">
                  <c:v>2030-01-19</c:v>
                </c:pt>
                <c:pt idx="4037">
                  <c:v>2030-01-20</c:v>
                </c:pt>
                <c:pt idx="4038">
                  <c:v>2030-01-21</c:v>
                </c:pt>
                <c:pt idx="4039">
                  <c:v>2030-01-22</c:v>
                </c:pt>
                <c:pt idx="4040">
                  <c:v>2030-01-23</c:v>
                </c:pt>
                <c:pt idx="4041">
                  <c:v>2030-01-24</c:v>
                </c:pt>
                <c:pt idx="4042">
                  <c:v>2030-01-25</c:v>
                </c:pt>
                <c:pt idx="4043">
                  <c:v>2030-01-26</c:v>
                </c:pt>
                <c:pt idx="4044">
                  <c:v>2030-01-27</c:v>
                </c:pt>
                <c:pt idx="4045">
                  <c:v>2030-01-28</c:v>
                </c:pt>
                <c:pt idx="4046">
                  <c:v>2030-01-29</c:v>
                </c:pt>
                <c:pt idx="4047">
                  <c:v>2030-01-30</c:v>
                </c:pt>
                <c:pt idx="4048">
                  <c:v>2030-01-31</c:v>
                </c:pt>
                <c:pt idx="4049">
                  <c:v>2030-02-01</c:v>
                </c:pt>
                <c:pt idx="4050">
                  <c:v>2030-02-02</c:v>
                </c:pt>
                <c:pt idx="4051">
                  <c:v>2030-02-03</c:v>
                </c:pt>
                <c:pt idx="4052">
                  <c:v>2030-02-04</c:v>
                </c:pt>
                <c:pt idx="4053">
                  <c:v>2030-02-05</c:v>
                </c:pt>
                <c:pt idx="4054">
                  <c:v>2030-02-06</c:v>
                </c:pt>
                <c:pt idx="4055">
                  <c:v>2030-02-07</c:v>
                </c:pt>
                <c:pt idx="4056">
                  <c:v>2030-02-08</c:v>
                </c:pt>
                <c:pt idx="4057">
                  <c:v>2030-02-09</c:v>
                </c:pt>
                <c:pt idx="4058">
                  <c:v>2030-02-10</c:v>
                </c:pt>
                <c:pt idx="4059">
                  <c:v>2030-02-11</c:v>
                </c:pt>
                <c:pt idx="4060">
                  <c:v>2030-02-12</c:v>
                </c:pt>
                <c:pt idx="4061">
                  <c:v>2030-02-13</c:v>
                </c:pt>
                <c:pt idx="4062">
                  <c:v>2030-02-14</c:v>
                </c:pt>
                <c:pt idx="4063">
                  <c:v>2030-02-15</c:v>
                </c:pt>
                <c:pt idx="4064">
                  <c:v>2030-02-16</c:v>
                </c:pt>
                <c:pt idx="4065">
                  <c:v>2030-02-17</c:v>
                </c:pt>
                <c:pt idx="4066">
                  <c:v>2030-02-18</c:v>
                </c:pt>
                <c:pt idx="4067">
                  <c:v>2030-02-19</c:v>
                </c:pt>
                <c:pt idx="4068">
                  <c:v>2030-02-20</c:v>
                </c:pt>
                <c:pt idx="4069">
                  <c:v>2030-02-21</c:v>
                </c:pt>
                <c:pt idx="4070">
                  <c:v>2030-02-22</c:v>
                </c:pt>
                <c:pt idx="4071">
                  <c:v>2030-02-23</c:v>
                </c:pt>
                <c:pt idx="4072">
                  <c:v>2030-02-24</c:v>
                </c:pt>
                <c:pt idx="4073">
                  <c:v>2030-02-25</c:v>
                </c:pt>
                <c:pt idx="4074">
                  <c:v>2030-02-26</c:v>
                </c:pt>
                <c:pt idx="4075">
                  <c:v>2030-02-27</c:v>
                </c:pt>
                <c:pt idx="4076">
                  <c:v>2030-02-28</c:v>
                </c:pt>
                <c:pt idx="4077">
                  <c:v>2030-03-01</c:v>
                </c:pt>
                <c:pt idx="4078">
                  <c:v>2030-03-02</c:v>
                </c:pt>
                <c:pt idx="4079">
                  <c:v>2030-03-03</c:v>
                </c:pt>
                <c:pt idx="4080">
                  <c:v>2030-03-04</c:v>
                </c:pt>
                <c:pt idx="4081">
                  <c:v>2030-03-05</c:v>
                </c:pt>
                <c:pt idx="4082">
                  <c:v>2030-03-06</c:v>
                </c:pt>
                <c:pt idx="4083">
                  <c:v>2030-03-07</c:v>
                </c:pt>
                <c:pt idx="4084">
                  <c:v>2030-03-08</c:v>
                </c:pt>
                <c:pt idx="4085">
                  <c:v>2030-03-09</c:v>
                </c:pt>
                <c:pt idx="4086">
                  <c:v>2030-03-10</c:v>
                </c:pt>
                <c:pt idx="4087">
                  <c:v>2030-03-11</c:v>
                </c:pt>
                <c:pt idx="4088">
                  <c:v>2030-03-12</c:v>
                </c:pt>
                <c:pt idx="4089">
                  <c:v>2030-03-13</c:v>
                </c:pt>
                <c:pt idx="4090">
                  <c:v>2030-03-14</c:v>
                </c:pt>
                <c:pt idx="4091">
                  <c:v>2030-03-15</c:v>
                </c:pt>
                <c:pt idx="4092">
                  <c:v>2030-03-16</c:v>
                </c:pt>
                <c:pt idx="4093">
                  <c:v>2030-03-17</c:v>
                </c:pt>
                <c:pt idx="4094">
                  <c:v>2030-03-18</c:v>
                </c:pt>
                <c:pt idx="4095">
                  <c:v>2030-03-19</c:v>
                </c:pt>
                <c:pt idx="4096">
                  <c:v>2030-03-20</c:v>
                </c:pt>
                <c:pt idx="4097">
                  <c:v>2030-03-21</c:v>
                </c:pt>
                <c:pt idx="4098">
                  <c:v>2030-03-22</c:v>
                </c:pt>
                <c:pt idx="4099">
                  <c:v>2030-03-23</c:v>
                </c:pt>
                <c:pt idx="4100">
                  <c:v>2030-03-24</c:v>
                </c:pt>
                <c:pt idx="4101">
                  <c:v>2030-03-25</c:v>
                </c:pt>
                <c:pt idx="4102">
                  <c:v>2030-03-26</c:v>
                </c:pt>
                <c:pt idx="4103">
                  <c:v>2030-03-27</c:v>
                </c:pt>
                <c:pt idx="4104">
                  <c:v>2030-03-28</c:v>
                </c:pt>
                <c:pt idx="4105">
                  <c:v>2030-03-29</c:v>
                </c:pt>
                <c:pt idx="4106">
                  <c:v>2030-03-30</c:v>
                </c:pt>
                <c:pt idx="4107">
                  <c:v>2030-03-31</c:v>
                </c:pt>
                <c:pt idx="4108">
                  <c:v>2030-04-01</c:v>
                </c:pt>
                <c:pt idx="4109">
                  <c:v>2030-04-02</c:v>
                </c:pt>
                <c:pt idx="4110">
                  <c:v>2030-04-03</c:v>
                </c:pt>
                <c:pt idx="4111">
                  <c:v>2030-04-04</c:v>
                </c:pt>
                <c:pt idx="4112">
                  <c:v>2030-04-05</c:v>
                </c:pt>
                <c:pt idx="4113">
                  <c:v>2030-04-06</c:v>
                </c:pt>
                <c:pt idx="4114">
                  <c:v>2030-04-07</c:v>
                </c:pt>
                <c:pt idx="4115">
                  <c:v>2030-04-08</c:v>
                </c:pt>
                <c:pt idx="4116">
                  <c:v>2030-04-09</c:v>
                </c:pt>
                <c:pt idx="4117">
                  <c:v>2030-04-10</c:v>
                </c:pt>
                <c:pt idx="4118">
                  <c:v>2030-04-11</c:v>
                </c:pt>
                <c:pt idx="4119">
                  <c:v>2030-04-12</c:v>
                </c:pt>
                <c:pt idx="4120">
                  <c:v>2030-04-13</c:v>
                </c:pt>
                <c:pt idx="4121">
                  <c:v>2030-04-14</c:v>
                </c:pt>
                <c:pt idx="4122">
                  <c:v>2030-04-15</c:v>
                </c:pt>
                <c:pt idx="4123">
                  <c:v>2030-04-16</c:v>
                </c:pt>
                <c:pt idx="4124">
                  <c:v>2030-04-17</c:v>
                </c:pt>
                <c:pt idx="4125">
                  <c:v>2030-04-18</c:v>
                </c:pt>
                <c:pt idx="4126">
                  <c:v>2030-04-19</c:v>
                </c:pt>
                <c:pt idx="4127">
                  <c:v>2030-04-20</c:v>
                </c:pt>
                <c:pt idx="4128">
                  <c:v>2030-04-21</c:v>
                </c:pt>
                <c:pt idx="4129">
                  <c:v>2030-04-22</c:v>
                </c:pt>
                <c:pt idx="4130">
                  <c:v>2030-04-23</c:v>
                </c:pt>
                <c:pt idx="4131">
                  <c:v>2030-04-24</c:v>
                </c:pt>
                <c:pt idx="4132">
                  <c:v>2030-04-25</c:v>
                </c:pt>
                <c:pt idx="4133">
                  <c:v>2030-04-26</c:v>
                </c:pt>
                <c:pt idx="4134">
                  <c:v>2030-04-27</c:v>
                </c:pt>
                <c:pt idx="4135">
                  <c:v>2030-04-28</c:v>
                </c:pt>
                <c:pt idx="4136">
                  <c:v>2030-04-29</c:v>
                </c:pt>
                <c:pt idx="4137">
                  <c:v>2030-04-30</c:v>
                </c:pt>
                <c:pt idx="4138">
                  <c:v>2030-05-01</c:v>
                </c:pt>
                <c:pt idx="4139">
                  <c:v>2030-05-02</c:v>
                </c:pt>
                <c:pt idx="4140">
                  <c:v>2030-05-03</c:v>
                </c:pt>
                <c:pt idx="4141">
                  <c:v>2030-05-04</c:v>
                </c:pt>
                <c:pt idx="4142">
                  <c:v>2030-05-05</c:v>
                </c:pt>
                <c:pt idx="4143">
                  <c:v>2030-05-06</c:v>
                </c:pt>
                <c:pt idx="4144">
                  <c:v>2030-05-07</c:v>
                </c:pt>
                <c:pt idx="4145">
                  <c:v>2030-05-08</c:v>
                </c:pt>
                <c:pt idx="4146">
                  <c:v>2030-05-09</c:v>
                </c:pt>
                <c:pt idx="4147">
                  <c:v>2030-05-10</c:v>
                </c:pt>
                <c:pt idx="4148">
                  <c:v>2030-05-11</c:v>
                </c:pt>
                <c:pt idx="4149">
                  <c:v>2030-05-12</c:v>
                </c:pt>
                <c:pt idx="4150">
                  <c:v>2030-05-13</c:v>
                </c:pt>
                <c:pt idx="4151">
                  <c:v>2030-05-14</c:v>
                </c:pt>
                <c:pt idx="4152">
                  <c:v>2030-05-15</c:v>
                </c:pt>
                <c:pt idx="4153">
                  <c:v>2030-05-16</c:v>
                </c:pt>
                <c:pt idx="4154">
                  <c:v>2030-05-17</c:v>
                </c:pt>
                <c:pt idx="4155">
                  <c:v>2030-05-18</c:v>
                </c:pt>
                <c:pt idx="4156">
                  <c:v>2030-05-19</c:v>
                </c:pt>
                <c:pt idx="4157">
                  <c:v>2030-05-20</c:v>
                </c:pt>
                <c:pt idx="4158">
                  <c:v>2030-05-21</c:v>
                </c:pt>
                <c:pt idx="4159">
                  <c:v>2030-05-22</c:v>
                </c:pt>
                <c:pt idx="4160">
                  <c:v>2030-05-23</c:v>
                </c:pt>
                <c:pt idx="4161">
                  <c:v>2030-05-24</c:v>
                </c:pt>
                <c:pt idx="4162">
                  <c:v>2030-05-25</c:v>
                </c:pt>
                <c:pt idx="4163">
                  <c:v>2030-05-26</c:v>
                </c:pt>
                <c:pt idx="4164">
                  <c:v>2030-05-27</c:v>
                </c:pt>
                <c:pt idx="4165">
                  <c:v>2030-05-28</c:v>
                </c:pt>
                <c:pt idx="4166">
                  <c:v>2030-05-29</c:v>
                </c:pt>
                <c:pt idx="4167">
                  <c:v>2030-05-30</c:v>
                </c:pt>
                <c:pt idx="4168">
                  <c:v>2030-05-31</c:v>
                </c:pt>
                <c:pt idx="4169">
                  <c:v>2030-06-01</c:v>
                </c:pt>
                <c:pt idx="4170">
                  <c:v>2030-06-02</c:v>
                </c:pt>
                <c:pt idx="4171">
                  <c:v>2030-06-03</c:v>
                </c:pt>
                <c:pt idx="4172">
                  <c:v>2030-06-04</c:v>
                </c:pt>
                <c:pt idx="4173">
                  <c:v>2030-06-05</c:v>
                </c:pt>
                <c:pt idx="4174">
                  <c:v>2030-06-06</c:v>
                </c:pt>
                <c:pt idx="4175">
                  <c:v>2030-06-07</c:v>
                </c:pt>
                <c:pt idx="4176">
                  <c:v>2030-06-08</c:v>
                </c:pt>
                <c:pt idx="4177">
                  <c:v>2030-06-09</c:v>
                </c:pt>
                <c:pt idx="4178">
                  <c:v>2030-06-10</c:v>
                </c:pt>
                <c:pt idx="4179">
                  <c:v>2030-06-11</c:v>
                </c:pt>
                <c:pt idx="4180">
                  <c:v>2030-06-12</c:v>
                </c:pt>
                <c:pt idx="4181">
                  <c:v>2030-06-13</c:v>
                </c:pt>
                <c:pt idx="4182">
                  <c:v>2030-06-14</c:v>
                </c:pt>
                <c:pt idx="4183">
                  <c:v>2030-06-15</c:v>
                </c:pt>
                <c:pt idx="4184">
                  <c:v>2030-06-16</c:v>
                </c:pt>
                <c:pt idx="4185">
                  <c:v>2030-06-17</c:v>
                </c:pt>
                <c:pt idx="4186">
                  <c:v>2030-06-18</c:v>
                </c:pt>
                <c:pt idx="4187">
                  <c:v>2030-06-19</c:v>
                </c:pt>
                <c:pt idx="4188">
                  <c:v>2030-06-20</c:v>
                </c:pt>
                <c:pt idx="4189">
                  <c:v>2030-06-21</c:v>
                </c:pt>
                <c:pt idx="4190">
                  <c:v>2030-06-22</c:v>
                </c:pt>
                <c:pt idx="4191">
                  <c:v>2030-06-23</c:v>
                </c:pt>
                <c:pt idx="4192">
                  <c:v>2030-06-24</c:v>
                </c:pt>
                <c:pt idx="4193">
                  <c:v>2030-06-25</c:v>
                </c:pt>
                <c:pt idx="4194">
                  <c:v>2030-06-26</c:v>
                </c:pt>
                <c:pt idx="4195">
                  <c:v>2030-06-27</c:v>
                </c:pt>
                <c:pt idx="4196">
                  <c:v>2030-06-28</c:v>
                </c:pt>
                <c:pt idx="4197">
                  <c:v>2030-06-29</c:v>
                </c:pt>
                <c:pt idx="4198">
                  <c:v>2030-06-30</c:v>
                </c:pt>
                <c:pt idx="4199">
                  <c:v>2030-07-01</c:v>
                </c:pt>
                <c:pt idx="4200">
                  <c:v>2030-07-02</c:v>
                </c:pt>
                <c:pt idx="4201">
                  <c:v>2030-07-03</c:v>
                </c:pt>
                <c:pt idx="4202">
                  <c:v>2030-07-04</c:v>
                </c:pt>
                <c:pt idx="4203">
                  <c:v>2030-07-05</c:v>
                </c:pt>
                <c:pt idx="4204">
                  <c:v>2030-07-06</c:v>
                </c:pt>
                <c:pt idx="4205">
                  <c:v>2030-07-07</c:v>
                </c:pt>
                <c:pt idx="4206">
                  <c:v>2030-07-08</c:v>
                </c:pt>
                <c:pt idx="4207">
                  <c:v>2030-07-09</c:v>
                </c:pt>
                <c:pt idx="4208">
                  <c:v>2030-07-10</c:v>
                </c:pt>
                <c:pt idx="4209">
                  <c:v>2030-07-11</c:v>
                </c:pt>
                <c:pt idx="4210">
                  <c:v>2030-07-12</c:v>
                </c:pt>
                <c:pt idx="4211">
                  <c:v>2030-07-13</c:v>
                </c:pt>
                <c:pt idx="4212">
                  <c:v>2030-07-14</c:v>
                </c:pt>
                <c:pt idx="4213">
                  <c:v>2030-07-15</c:v>
                </c:pt>
                <c:pt idx="4214">
                  <c:v>2030-07-16</c:v>
                </c:pt>
                <c:pt idx="4215">
                  <c:v>2030-07-17</c:v>
                </c:pt>
                <c:pt idx="4216">
                  <c:v>2030-07-18</c:v>
                </c:pt>
                <c:pt idx="4217">
                  <c:v>2030-07-19</c:v>
                </c:pt>
                <c:pt idx="4218">
                  <c:v>2030-07-20</c:v>
                </c:pt>
                <c:pt idx="4219">
                  <c:v>2030-07-21</c:v>
                </c:pt>
                <c:pt idx="4220">
                  <c:v>2030-07-22</c:v>
                </c:pt>
                <c:pt idx="4221">
                  <c:v>2030-07-23</c:v>
                </c:pt>
                <c:pt idx="4222">
                  <c:v>2030-07-24</c:v>
                </c:pt>
                <c:pt idx="4223">
                  <c:v>2030-07-25</c:v>
                </c:pt>
                <c:pt idx="4224">
                  <c:v>2030-07-26</c:v>
                </c:pt>
                <c:pt idx="4225">
                  <c:v>2030-07-27</c:v>
                </c:pt>
                <c:pt idx="4226">
                  <c:v>2030-07-28</c:v>
                </c:pt>
                <c:pt idx="4227">
                  <c:v>2030-07-29</c:v>
                </c:pt>
                <c:pt idx="4228">
                  <c:v>2030-07-30</c:v>
                </c:pt>
                <c:pt idx="4229">
                  <c:v>2030-07-31</c:v>
                </c:pt>
                <c:pt idx="4230">
                  <c:v>2030-08-01</c:v>
                </c:pt>
                <c:pt idx="4231">
                  <c:v>2030-08-02</c:v>
                </c:pt>
                <c:pt idx="4232">
                  <c:v>2030-08-03</c:v>
                </c:pt>
                <c:pt idx="4233">
                  <c:v>2030-08-04</c:v>
                </c:pt>
                <c:pt idx="4234">
                  <c:v>2030-08-05</c:v>
                </c:pt>
                <c:pt idx="4235">
                  <c:v>2030-08-06</c:v>
                </c:pt>
                <c:pt idx="4236">
                  <c:v>2030-08-07</c:v>
                </c:pt>
                <c:pt idx="4237">
                  <c:v>2030-08-08</c:v>
                </c:pt>
                <c:pt idx="4238">
                  <c:v>2030-08-09</c:v>
                </c:pt>
                <c:pt idx="4239">
                  <c:v>2030-08-10</c:v>
                </c:pt>
                <c:pt idx="4240">
                  <c:v>2030-08-11</c:v>
                </c:pt>
                <c:pt idx="4241">
                  <c:v>2030-08-12</c:v>
                </c:pt>
                <c:pt idx="4242">
                  <c:v>2030-08-13</c:v>
                </c:pt>
                <c:pt idx="4243">
                  <c:v>2030-08-14</c:v>
                </c:pt>
                <c:pt idx="4244">
                  <c:v>2030-08-15</c:v>
                </c:pt>
                <c:pt idx="4245">
                  <c:v>2030-08-16</c:v>
                </c:pt>
                <c:pt idx="4246">
                  <c:v>2030-08-17</c:v>
                </c:pt>
                <c:pt idx="4247">
                  <c:v>2030-08-18</c:v>
                </c:pt>
                <c:pt idx="4248">
                  <c:v>2030-08-19</c:v>
                </c:pt>
                <c:pt idx="4249">
                  <c:v>2030-08-20</c:v>
                </c:pt>
                <c:pt idx="4250">
                  <c:v>2030-08-21</c:v>
                </c:pt>
                <c:pt idx="4251">
                  <c:v>2030-08-22</c:v>
                </c:pt>
                <c:pt idx="4252">
                  <c:v>2030-08-23</c:v>
                </c:pt>
                <c:pt idx="4253">
                  <c:v>2030-08-24</c:v>
                </c:pt>
                <c:pt idx="4254">
                  <c:v>2030-08-25</c:v>
                </c:pt>
                <c:pt idx="4255">
                  <c:v>2030-08-26</c:v>
                </c:pt>
                <c:pt idx="4256">
                  <c:v>2030-08-27</c:v>
                </c:pt>
                <c:pt idx="4257">
                  <c:v>2030-08-28</c:v>
                </c:pt>
                <c:pt idx="4258">
                  <c:v>2030-08-29</c:v>
                </c:pt>
                <c:pt idx="4259">
                  <c:v>2030-08-30</c:v>
                </c:pt>
                <c:pt idx="4260">
                  <c:v>2030-08-31</c:v>
                </c:pt>
                <c:pt idx="4261">
                  <c:v>2030-09-01</c:v>
                </c:pt>
                <c:pt idx="4262">
                  <c:v>2030-09-02</c:v>
                </c:pt>
                <c:pt idx="4263">
                  <c:v>2030-09-03</c:v>
                </c:pt>
                <c:pt idx="4264">
                  <c:v>2030-09-04</c:v>
                </c:pt>
                <c:pt idx="4265">
                  <c:v>2030-09-05</c:v>
                </c:pt>
                <c:pt idx="4266">
                  <c:v>2030-09-06</c:v>
                </c:pt>
                <c:pt idx="4267">
                  <c:v>2030-09-07</c:v>
                </c:pt>
                <c:pt idx="4268">
                  <c:v>2030-09-08</c:v>
                </c:pt>
                <c:pt idx="4269">
                  <c:v>2030-09-09</c:v>
                </c:pt>
                <c:pt idx="4270">
                  <c:v>2030-09-10</c:v>
                </c:pt>
                <c:pt idx="4271">
                  <c:v>2030-09-11</c:v>
                </c:pt>
                <c:pt idx="4272">
                  <c:v>2030-09-12</c:v>
                </c:pt>
                <c:pt idx="4273">
                  <c:v>2030-09-13</c:v>
                </c:pt>
                <c:pt idx="4274">
                  <c:v>2030-09-14</c:v>
                </c:pt>
                <c:pt idx="4275">
                  <c:v>2030-09-15</c:v>
                </c:pt>
                <c:pt idx="4276">
                  <c:v>2030-09-16</c:v>
                </c:pt>
                <c:pt idx="4277">
                  <c:v>2030-09-17</c:v>
                </c:pt>
                <c:pt idx="4278">
                  <c:v>2030-09-18</c:v>
                </c:pt>
                <c:pt idx="4279">
                  <c:v>2030-09-19</c:v>
                </c:pt>
                <c:pt idx="4280">
                  <c:v>2030-09-20</c:v>
                </c:pt>
                <c:pt idx="4281">
                  <c:v>2030-09-21</c:v>
                </c:pt>
                <c:pt idx="4282">
                  <c:v>2030-09-22</c:v>
                </c:pt>
                <c:pt idx="4283">
                  <c:v>2030-09-23</c:v>
                </c:pt>
                <c:pt idx="4284">
                  <c:v>2030-09-24</c:v>
                </c:pt>
                <c:pt idx="4285">
                  <c:v>2030-09-25</c:v>
                </c:pt>
                <c:pt idx="4286">
                  <c:v>2030-09-26</c:v>
                </c:pt>
                <c:pt idx="4287">
                  <c:v>2030-09-27</c:v>
                </c:pt>
                <c:pt idx="4288">
                  <c:v>2030-09-28</c:v>
                </c:pt>
                <c:pt idx="4289">
                  <c:v>2030-09-29</c:v>
                </c:pt>
                <c:pt idx="4290">
                  <c:v>2030-09-30</c:v>
                </c:pt>
                <c:pt idx="4291">
                  <c:v>2030-10-01</c:v>
                </c:pt>
                <c:pt idx="4292">
                  <c:v>2030-10-02</c:v>
                </c:pt>
                <c:pt idx="4293">
                  <c:v>2030-10-03</c:v>
                </c:pt>
                <c:pt idx="4294">
                  <c:v>2030-10-04</c:v>
                </c:pt>
                <c:pt idx="4295">
                  <c:v>2030-10-05</c:v>
                </c:pt>
                <c:pt idx="4296">
                  <c:v>2030-10-06</c:v>
                </c:pt>
                <c:pt idx="4297">
                  <c:v>2030-10-07</c:v>
                </c:pt>
                <c:pt idx="4298">
                  <c:v>2030-10-08</c:v>
                </c:pt>
                <c:pt idx="4299">
                  <c:v>2030-10-09</c:v>
                </c:pt>
                <c:pt idx="4300">
                  <c:v>2030-10-10</c:v>
                </c:pt>
                <c:pt idx="4301">
                  <c:v>2030-10-11</c:v>
                </c:pt>
                <c:pt idx="4302">
                  <c:v>2030-10-12</c:v>
                </c:pt>
                <c:pt idx="4303">
                  <c:v>2030-10-13</c:v>
                </c:pt>
                <c:pt idx="4304">
                  <c:v>2030-10-14</c:v>
                </c:pt>
                <c:pt idx="4305">
                  <c:v>2030-10-15</c:v>
                </c:pt>
                <c:pt idx="4306">
                  <c:v>2030-10-16</c:v>
                </c:pt>
                <c:pt idx="4307">
                  <c:v>2030-10-17</c:v>
                </c:pt>
                <c:pt idx="4308">
                  <c:v>2030-10-18</c:v>
                </c:pt>
                <c:pt idx="4309">
                  <c:v>2030-10-19</c:v>
                </c:pt>
                <c:pt idx="4310">
                  <c:v>2030-10-20</c:v>
                </c:pt>
                <c:pt idx="4311">
                  <c:v>2030-10-21</c:v>
                </c:pt>
                <c:pt idx="4312">
                  <c:v>2030-10-22</c:v>
                </c:pt>
                <c:pt idx="4313">
                  <c:v>2030-10-23</c:v>
                </c:pt>
                <c:pt idx="4314">
                  <c:v>2030-10-24</c:v>
                </c:pt>
                <c:pt idx="4315">
                  <c:v>2030-10-25</c:v>
                </c:pt>
                <c:pt idx="4316">
                  <c:v>2030-10-26</c:v>
                </c:pt>
                <c:pt idx="4317">
                  <c:v>2030-10-27</c:v>
                </c:pt>
                <c:pt idx="4318">
                  <c:v>2030-10-28</c:v>
                </c:pt>
                <c:pt idx="4319">
                  <c:v>2030-10-29</c:v>
                </c:pt>
                <c:pt idx="4320">
                  <c:v>2030-10-30</c:v>
                </c:pt>
                <c:pt idx="4321">
                  <c:v>2030-10-31</c:v>
                </c:pt>
                <c:pt idx="4322">
                  <c:v>2030-11-01</c:v>
                </c:pt>
                <c:pt idx="4323">
                  <c:v>2030-11-02</c:v>
                </c:pt>
                <c:pt idx="4324">
                  <c:v>2030-11-03</c:v>
                </c:pt>
                <c:pt idx="4325">
                  <c:v>2030-11-04</c:v>
                </c:pt>
                <c:pt idx="4326">
                  <c:v>2030-11-05</c:v>
                </c:pt>
                <c:pt idx="4327">
                  <c:v>2030-11-06</c:v>
                </c:pt>
                <c:pt idx="4328">
                  <c:v>2030-11-07</c:v>
                </c:pt>
                <c:pt idx="4329">
                  <c:v>2030-11-08</c:v>
                </c:pt>
                <c:pt idx="4330">
                  <c:v>2030-11-09</c:v>
                </c:pt>
                <c:pt idx="4331">
                  <c:v>2030-11-10</c:v>
                </c:pt>
                <c:pt idx="4332">
                  <c:v>2030-11-11</c:v>
                </c:pt>
                <c:pt idx="4333">
                  <c:v>2030-11-12</c:v>
                </c:pt>
                <c:pt idx="4334">
                  <c:v>2030-11-13</c:v>
                </c:pt>
                <c:pt idx="4335">
                  <c:v>2030-11-14</c:v>
                </c:pt>
                <c:pt idx="4336">
                  <c:v>2030-11-15</c:v>
                </c:pt>
                <c:pt idx="4337">
                  <c:v>2030-11-16</c:v>
                </c:pt>
                <c:pt idx="4338">
                  <c:v>2030-11-17</c:v>
                </c:pt>
                <c:pt idx="4339">
                  <c:v>2030-11-18</c:v>
                </c:pt>
                <c:pt idx="4340">
                  <c:v>2030-11-19</c:v>
                </c:pt>
                <c:pt idx="4341">
                  <c:v>2030-11-20</c:v>
                </c:pt>
                <c:pt idx="4342">
                  <c:v>2030-11-21</c:v>
                </c:pt>
                <c:pt idx="4343">
                  <c:v>2030-11-22</c:v>
                </c:pt>
                <c:pt idx="4344">
                  <c:v>2030-11-23</c:v>
                </c:pt>
                <c:pt idx="4345">
                  <c:v>2030-11-24</c:v>
                </c:pt>
                <c:pt idx="4346">
                  <c:v>2030-11-25</c:v>
                </c:pt>
                <c:pt idx="4347">
                  <c:v>2030-11-26</c:v>
                </c:pt>
                <c:pt idx="4348">
                  <c:v>2030-11-27</c:v>
                </c:pt>
                <c:pt idx="4349">
                  <c:v>2030-11-28</c:v>
                </c:pt>
                <c:pt idx="4350">
                  <c:v>2030-11-29</c:v>
                </c:pt>
                <c:pt idx="4351">
                  <c:v>2030-11-30</c:v>
                </c:pt>
                <c:pt idx="4352">
                  <c:v>2030-12-01</c:v>
                </c:pt>
                <c:pt idx="4353">
                  <c:v>2030-12-02</c:v>
                </c:pt>
                <c:pt idx="4354">
                  <c:v>2030-12-03</c:v>
                </c:pt>
                <c:pt idx="4355">
                  <c:v>2030-12-04</c:v>
                </c:pt>
                <c:pt idx="4356">
                  <c:v>2030-12-05</c:v>
                </c:pt>
                <c:pt idx="4357">
                  <c:v>2030-12-06</c:v>
                </c:pt>
                <c:pt idx="4358">
                  <c:v>2030-12-07</c:v>
                </c:pt>
                <c:pt idx="4359">
                  <c:v>2030-12-08</c:v>
                </c:pt>
                <c:pt idx="4360">
                  <c:v>2030-12-09</c:v>
                </c:pt>
                <c:pt idx="4361">
                  <c:v>2030-12-10</c:v>
                </c:pt>
                <c:pt idx="4362">
                  <c:v>2030-12-11</c:v>
                </c:pt>
                <c:pt idx="4363">
                  <c:v>2030-12-12</c:v>
                </c:pt>
                <c:pt idx="4364">
                  <c:v>2030-12-13</c:v>
                </c:pt>
                <c:pt idx="4365">
                  <c:v>2030-12-14</c:v>
                </c:pt>
                <c:pt idx="4366">
                  <c:v>2030-12-15</c:v>
                </c:pt>
                <c:pt idx="4367">
                  <c:v>2030-12-16</c:v>
                </c:pt>
                <c:pt idx="4368">
                  <c:v>2030-12-17</c:v>
                </c:pt>
                <c:pt idx="4369">
                  <c:v>2030-12-18</c:v>
                </c:pt>
                <c:pt idx="4370">
                  <c:v>2030-12-19</c:v>
                </c:pt>
                <c:pt idx="4371">
                  <c:v>2030-12-20</c:v>
                </c:pt>
                <c:pt idx="4372">
                  <c:v>2030-12-21</c:v>
                </c:pt>
                <c:pt idx="4373">
                  <c:v>2030-12-22</c:v>
                </c:pt>
                <c:pt idx="4374">
                  <c:v>2030-12-23</c:v>
                </c:pt>
                <c:pt idx="4375">
                  <c:v>2030-12-24</c:v>
                </c:pt>
                <c:pt idx="4376">
                  <c:v>2030-12-25</c:v>
                </c:pt>
                <c:pt idx="4377">
                  <c:v>2030-12-26</c:v>
                </c:pt>
                <c:pt idx="4378">
                  <c:v>2030-12-27</c:v>
                </c:pt>
                <c:pt idx="4379">
                  <c:v>2030-12-28</c:v>
                </c:pt>
                <c:pt idx="4380">
                  <c:v>2030-12-29</c:v>
                </c:pt>
                <c:pt idx="4381">
                  <c:v>2030-12-30</c:v>
                </c:pt>
                <c:pt idx="4382">
                  <c:v>2030-12-31</c:v>
                </c:pt>
                <c:pt idx="4383">
                  <c:v>2031-01-01</c:v>
                </c:pt>
                <c:pt idx="4384">
                  <c:v>2031-01-02</c:v>
                </c:pt>
                <c:pt idx="4385">
                  <c:v>2031-01-03</c:v>
                </c:pt>
                <c:pt idx="4386">
                  <c:v>2031-01-04</c:v>
                </c:pt>
                <c:pt idx="4387">
                  <c:v>2031-01-05</c:v>
                </c:pt>
                <c:pt idx="4388">
                  <c:v>2031-01-06</c:v>
                </c:pt>
                <c:pt idx="4389">
                  <c:v>2031-01-07</c:v>
                </c:pt>
                <c:pt idx="4390">
                  <c:v>2031-01-08</c:v>
                </c:pt>
                <c:pt idx="4391">
                  <c:v>2031-01-09</c:v>
                </c:pt>
                <c:pt idx="4392">
                  <c:v>2031-01-10</c:v>
                </c:pt>
                <c:pt idx="4393">
                  <c:v>2031-01-11</c:v>
                </c:pt>
                <c:pt idx="4394">
                  <c:v>2031-01-12</c:v>
                </c:pt>
                <c:pt idx="4395">
                  <c:v>2031-01-13</c:v>
                </c:pt>
                <c:pt idx="4396">
                  <c:v>2031-01-14</c:v>
                </c:pt>
                <c:pt idx="4397">
                  <c:v>2031-01-15</c:v>
                </c:pt>
                <c:pt idx="4398">
                  <c:v>2031-01-16</c:v>
                </c:pt>
                <c:pt idx="4399">
                  <c:v>2031-01-17</c:v>
                </c:pt>
                <c:pt idx="4400">
                  <c:v>2031-01-18</c:v>
                </c:pt>
                <c:pt idx="4401">
                  <c:v>2031-01-19</c:v>
                </c:pt>
                <c:pt idx="4402">
                  <c:v>2031-01-20</c:v>
                </c:pt>
                <c:pt idx="4403">
                  <c:v>2031-01-21</c:v>
                </c:pt>
                <c:pt idx="4404">
                  <c:v>2031-01-22</c:v>
                </c:pt>
                <c:pt idx="4405">
                  <c:v>2031-01-23</c:v>
                </c:pt>
                <c:pt idx="4406">
                  <c:v>2031-01-24</c:v>
                </c:pt>
                <c:pt idx="4407">
                  <c:v>2031-01-25</c:v>
                </c:pt>
                <c:pt idx="4408">
                  <c:v>2031-01-26</c:v>
                </c:pt>
                <c:pt idx="4409">
                  <c:v>2031-01-27</c:v>
                </c:pt>
                <c:pt idx="4410">
                  <c:v>2031-01-28</c:v>
                </c:pt>
                <c:pt idx="4411">
                  <c:v>2031-01-29</c:v>
                </c:pt>
                <c:pt idx="4412">
                  <c:v>2031-01-30</c:v>
                </c:pt>
                <c:pt idx="4413">
                  <c:v>2031-01-31</c:v>
                </c:pt>
                <c:pt idx="4414">
                  <c:v>2031-02-01</c:v>
                </c:pt>
                <c:pt idx="4415">
                  <c:v>2031-02-02</c:v>
                </c:pt>
                <c:pt idx="4416">
                  <c:v>2031-02-03</c:v>
                </c:pt>
                <c:pt idx="4417">
                  <c:v>2031-02-04</c:v>
                </c:pt>
                <c:pt idx="4418">
                  <c:v>2031-02-05</c:v>
                </c:pt>
                <c:pt idx="4419">
                  <c:v>2031-02-06</c:v>
                </c:pt>
                <c:pt idx="4420">
                  <c:v>2031-02-07</c:v>
                </c:pt>
                <c:pt idx="4421">
                  <c:v>2031-02-08</c:v>
                </c:pt>
                <c:pt idx="4422">
                  <c:v>2031-02-09</c:v>
                </c:pt>
                <c:pt idx="4423">
                  <c:v>2031-02-10</c:v>
                </c:pt>
                <c:pt idx="4424">
                  <c:v>2031-02-11</c:v>
                </c:pt>
                <c:pt idx="4425">
                  <c:v>2031-02-12</c:v>
                </c:pt>
                <c:pt idx="4426">
                  <c:v>2031-02-13</c:v>
                </c:pt>
                <c:pt idx="4427">
                  <c:v>2031-02-14</c:v>
                </c:pt>
                <c:pt idx="4428">
                  <c:v>2031-02-15</c:v>
                </c:pt>
                <c:pt idx="4429">
                  <c:v>2031-02-16</c:v>
                </c:pt>
                <c:pt idx="4430">
                  <c:v>2031-02-17</c:v>
                </c:pt>
                <c:pt idx="4431">
                  <c:v>2031-02-18</c:v>
                </c:pt>
                <c:pt idx="4432">
                  <c:v>2031-02-19</c:v>
                </c:pt>
                <c:pt idx="4433">
                  <c:v>2031-02-20</c:v>
                </c:pt>
                <c:pt idx="4434">
                  <c:v>2031-02-21</c:v>
                </c:pt>
                <c:pt idx="4435">
                  <c:v>2031-02-22</c:v>
                </c:pt>
                <c:pt idx="4436">
                  <c:v>2031-02-23</c:v>
                </c:pt>
                <c:pt idx="4437">
                  <c:v>2031-02-24</c:v>
                </c:pt>
                <c:pt idx="4438">
                  <c:v>2031-02-25</c:v>
                </c:pt>
                <c:pt idx="4439">
                  <c:v>2031-02-26</c:v>
                </c:pt>
                <c:pt idx="4440">
                  <c:v>2031-02-27</c:v>
                </c:pt>
                <c:pt idx="4441">
                  <c:v>2031-02-28</c:v>
                </c:pt>
                <c:pt idx="4442">
                  <c:v>2031-03-01</c:v>
                </c:pt>
                <c:pt idx="4443">
                  <c:v>2031-03-02</c:v>
                </c:pt>
                <c:pt idx="4444">
                  <c:v>2031-03-03</c:v>
                </c:pt>
                <c:pt idx="4445">
                  <c:v>2031-03-04</c:v>
                </c:pt>
                <c:pt idx="4446">
                  <c:v>2031-03-05</c:v>
                </c:pt>
                <c:pt idx="4447">
                  <c:v>2031-03-06</c:v>
                </c:pt>
                <c:pt idx="4448">
                  <c:v>2031-03-07</c:v>
                </c:pt>
                <c:pt idx="4449">
                  <c:v>2031-03-08</c:v>
                </c:pt>
                <c:pt idx="4450">
                  <c:v>2031-03-09</c:v>
                </c:pt>
                <c:pt idx="4451">
                  <c:v>2031-03-10</c:v>
                </c:pt>
                <c:pt idx="4452">
                  <c:v>2031-03-11</c:v>
                </c:pt>
                <c:pt idx="4453">
                  <c:v>2031-03-12</c:v>
                </c:pt>
                <c:pt idx="4454">
                  <c:v>2031-03-13</c:v>
                </c:pt>
                <c:pt idx="4455">
                  <c:v>2031-03-14</c:v>
                </c:pt>
                <c:pt idx="4456">
                  <c:v>2031-03-15</c:v>
                </c:pt>
                <c:pt idx="4457">
                  <c:v>2031-03-16</c:v>
                </c:pt>
                <c:pt idx="4458">
                  <c:v>2031-03-17</c:v>
                </c:pt>
                <c:pt idx="4459">
                  <c:v>2031-03-18</c:v>
                </c:pt>
                <c:pt idx="4460">
                  <c:v>2031-03-19</c:v>
                </c:pt>
                <c:pt idx="4461">
                  <c:v>2031-03-20</c:v>
                </c:pt>
                <c:pt idx="4462">
                  <c:v>2031-03-21</c:v>
                </c:pt>
                <c:pt idx="4463">
                  <c:v>2031-03-22</c:v>
                </c:pt>
                <c:pt idx="4464">
                  <c:v>2031-03-23</c:v>
                </c:pt>
                <c:pt idx="4465">
                  <c:v>2031-03-24</c:v>
                </c:pt>
                <c:pt idx="4466">
                  <c:v>2031-03-25</c:v>
                </c:pt>
                <c:pt idx="4467">
                  <c:v>2031-03-26</c:v>
                </c:pt>
                <c:pt idx="4468">
                  <c:v>2031-03-27</c:v>
                </c:pt>
                <c:pt idx="4469">
                  <c:v>2031-03-28</c:v>
                </c:pt>
                <c:pt idx="4470">
                  <c:v>2031-03-29</c:v>
                </c:pt>
                <c:pt idx="4471">
                  <c:v>2031-03-30</c:v>
                </c:pt>
                <c:pt idx="4472">
                  <c:v>2031-03-31</c:v>
                </c:pt>
                <c:pt idx="4473">
                  <c:v>2031-04-01</c:v>
                </c:pt>
                <c:pt idx="4474">
                  <c:v>2031-04-02</c:v>
                </c:pt>
                <c:pt idx="4475">
                  <c:v>2031-04-03</c:v>
                </c:pt>
                <c:pt idx="4476">
                  <c:v>2031-04-04</c:v>
                </c:pt>
                <c:pt idx="4477">
                  <c:v>2031-04-05</c:v>
                </c:pt>
                <c:pt idx="4478">
                  <c:v>2031-04-06</c:v>
                </c:pt>
                <c:pt idx="4479">
                  <c:v>2031-04-07</c:v>
                </c:pt>
                <c:pt idx="4480">
                  <c:v>2031-04-08</c:v>
                </c:pt>
                <c:pt idx="4481">
                  <c:v>2031-04-09</c:v>
                </c:pt>
                <c:pt idx="4482">
                  <c:v>2031-04-10</c:v>
                </c:pt>
                <c:pt idx="4483">
                  <c:v>2031-04-11</c:v>
                </c:pt>
                <c:pt idx="4484">
                  <c:v>2031-04-12</c:v>
                </c:pt>
                <c:pt idx="4485">
                  <c:v>2031-04-13</c:v>
                </c:pt>
                <c:pt idx="4486">
                  <c:v>2031-04-14</c:v>
                </c:pt>
                <c:pt idx="4487">
                  <c:v>2031-04-15</c:v>
                </c:pt>
                <c:pt idx="4488">
                  <c:v>2031-04-16</c:v>
                </c:pt>
                <c:pt idx="4489">
                  <c:v>2031-04-17</c:v>
                </c:pt>
                <c:pt idx="4490">
                  <c:v>2031-04-18</c:v>
                </c:pt>
                <c:pt idx="4491">
                  <c:v>2031-04-19</c:v>
                </c:pt>
                <c:pt idx="4492">
                  <c:v>2031-04-20</c:v>
                </c:pt>
                <c:pt idx="4493">
                  <c:v>2031-04-21</c:v>
                </c:pt>
                <c:pt idx="4494">
                  <c:v>2031-04-22</c:v>
                </c:pt>
                <c:pt idx="4495">
                  <c:v>2031-04-23</c:v>
                </c:pt>
                <c:pt idx="4496">
                  <c:v>2031-04-24</c:v>
                </c:pt>
                <c:pt idx="4497">
                  <c:v>2031-04-25</c:v>
                </c:pt>
                <c:pt idx="4498">
                  <c:v>2031-04-26</c:v>
                </c:pt>
                <c:pt idx="4499">
                  <c:v>2031-04-27</c:v>
                </c:pt>
                <c:pt idx="4500">
                  <c:v>2031-04-28</c:v>
                </c:pt>
                <c:pt idx="4501">
                  <c:v>2031-04-29</c:v>
                </c:pt>
                <c:pt idx="4502">
                  <c:v>2031-04-30</c:v>
                </c:pt>
                <c:pt idx="4503">
                  <c:v>2031-05-01</c:v>
                </c:pt>
                <c:pt idx="4504">
                  <c:v>2031-05-02</c:v>
                </c:pt>
                <c:pt idx="4505">
                  <c:v>2031-05-03</c:v>
                </c:pt>
                <c:pt idx="4506">
                  <c:v>2031-05-04</c:v>
                </c:pt>
                <c:pt idx="4507">
                  <c:v>2031-05-05</c:v>
                </c:pt>
                <c:pt idx="4508">
                  <c:v>2031-05-06</c:v>
                </c:pt>
                <c:pt idx="4509">
                  <c:v>2031-05-07</c:v>
                </c:pt>
                <c:pt idx="4510">
                  <c:v>2031-05-08</c:v>
                </c:pt>
                <c:pt idx="4511">
                  <c:v>2031-05-09</c:v>
                </c:pt>
                <c:pt idx="4512">
                  <c:v>2031-05-10</c:v>
                </c:pt>
                <c:pt idx="4513">
                  <c:v>2031-05-11</c:v>
                </c:pt>
                <c:pt idx="4514">
                  <c:v>2031-05-12</c:v>
                </c:pt>
                <c:pt idx="4515">
                  <c:v>2031-05-13</c:v>
                </c:pt>
                <c:pt idx="4516">
                  <c:v>2031-05-14</c:v>
                </c:pt>
                <c:pt idx="4517">
                  <c:v>2031-05-15</c:v>
                </c:pt>
                <c:pt idx="4518">
                  <c:v>2031-05-16</c:v>
                </c:pt>
                <c:pt idx="4519">
                  <c:v>2031-05-17</c:v>
                </c:pt>
                <c:pt idx="4520">
                  <c:v>2031-05-18</c:v>
                </c:pt>
                <c:pt idx="4521">
                  <c:v>2031-05-19</c:v>
                </c:pt>
                <c:pt idx="4522">
                  <c:v>2031-05-20</c:v>
                </c:pt>
                <c:pt idx="4523">
                  <c:v>2031-05-21</c:v>
                </c:pt>
                <c:pt idx="4524">
                  <c:v>2031-05-22</c:v>
                </c:pt>
                <c:pt idx="4525">
                  <c:v>2031-05-23</c:v>
                </c:pt>
                <c:pt idx="4526">
                  <c:v>2031-05-24</c:v>
                </c:pt>
                <c:pt idx="4527">
                  <c:v>2031-05-25</c:v>
                </c:pt>
                <c:pt idx="4528">
                  <c:v>2031-05-26</c:v>
                </c:pt>
                <c:pt idx="4529">
                  <c:v>2031-05-27</c:v>
                </c:pt>
                <c:pt idx="4530">
                  <c:v>2031-05-28</c:v>
                </c:pt>
                <c:pt idx="4531">
                  <c:v>2031-05-29</c:v>
                </c:pt>
                <c:pt idx="4532">
                  <c:v>2031-05-30</c:v>
                </c:pt>
                <c:pt idx="4533">
                  <c:v>2031-05-31</c:v>
                </c:pt>
                <c:pt idx="4534">
                  <c:v>2031-06-01</c:v>
                </c:pt>
                <c:pt idx="4535">
                  <c:v>2031-06-02</c:v>
                </c:pt>
                <c:pt idx="4536">
                  <c:v>2031-06-03</c:v>
                </c:pt>
                <c:pt idx="4537">
                  <c:v>2031-06-04</c:v>
                </c:pt>
                <c:pt idx="4538">
                  <c:v>2031-06-05</c:v>
                </c:pt>
                <c:pt idx="4539">
                  <c:v>2031-06-06</c:v>
                </c:pt>
                <c:pt idx="4540">
                  <c:v>2031-06-07</c:v>
                </c:pt>
                <c:pt idx="4541">
                  <c:v>2031-06-08</c:v>
                </c:pt>
                <c:pt idx="4542">
                  <c:v>2031-06-09</c:v>
                </c:pt>
                <c:pt idx="4543">
                  <c:v>2031-06-10</c:v>
                </c:pt>
                <c:pt idx="4544">
                  <c:v>2031-06-11</c:v>
                </c:pt>
                <c:pt idx="4545">
                  <c:v>2031-06-12</c:v>
                </c:pt>
                <c:pt idx="4546">
                  <c:v>2031-06-13</c:v>
                </c:pt>
                <c:pt idx="4547">
                  <c:v>2031-06-14</c:v>
                </c:pt>
                <c:pt idx="4548">
                  <c:v>2031-06-15</c:v>
                </c:pt>
                <c:pt idx="4549">
                  <c:v>2031-06-16</c:v>
                </c:pt>
                <c:pt idx="4550">
                  <c:v>2031-06-17</c:v>
                </c:pt>
                <c:pt idx="4551">
                  <c:v>2031-06-18</c:v>
                </c:pt>
                <c:pt idx="4552">
                  <c:v>2031-06-19</c:v>
                </c:pt>
                <c:pt idx="4553">
                  <c:v>2031-06-20</c:v>
                </c:pt>
                <c:pt idx="4554">
                  <c:v>2031-06-21</c:v>
                </c:pt>
                <c:pt idx="4555">
                  <c:v>2031-06-22</c:v>
                </c:pt>
                <c:pt idx="4556">
                  <c:v>2031-06-23</c:v>
                </c:pt>
                <c:pt idx="4557">
                  <c:v>2031-06-24</c:v>
                </c:pt>
                <c:pt idx="4558">
                  <c:v>2031-06-25</c:v>
                </c:pt>
                <c:pt idx="4559">
                  <c:v>2031-06-26</c:v>
                </c:pt>
                <c:pt idx="4560">
                  <c:v>2031-06-27</c:v>
                </c:pt>
                <c:pt idx="4561">
                  <c:v>2031-06-28</c:v>
                </c:pt>
                <c:pt idx="4562">
                  <c:v>2031-06-29</c:v>
                </c:pt>
                <c:pt idx="4563">
                  <c:v>2031-06-30</c:v>
                </c:pt>
                <c:pt idx="4564">
                  <c:v>2031-07-01</c:v>
                </c:pt>
                <c:pt idx="4565">
                  <c:v>2031-07-02</c:v>
                </c:pt>
                <c:pt idx="4566">
                  <c:v>2031-07-03</c:v>
                </c:pt>
                <c:pt idx="4567">
                  <c:v>2031-07-04</c:v>
                </c:pt>
                <c:pt idx="4568">
                  <c:v>2031-07-05</c:v>
                </c:pt>
                <c:pt idx="4569">
                  <c:v>2031-07-06</c:v>
                </c:pt>
                <c:pt idx="4570">
                  <c:v>2031-07-07</c:v>
                </c:pt>
                <c:pt idx="4571">
                  <c:v>2031-07-08</c:v>
                </c:pt>
                <c:pt idx="4572">
                  <c:v>2031-07-09</c:v>
                </c:pt>
                <c:pt idx="4573">
                  <c:v>2031-07-10</c:v>
                </c:pt>
                <c:pt idx="4574">
                  <c:v>2031-07-11</c:v>
                </c:pt>
                <c:pt idx="4575">
                  <c:v>2031-07-12</c:v>
                </c:pt>
                <c:pt idx="4576">
                  <c:v>2031-07-13</c:v>
                </c:pt>
                <c:pt idx="4577">
                  <c:v>2031-07-14</c:v>
                </c:pt>
                <c:pt idx="4578">
                  <c:v>2031-07-15</c:v>
                </c:pt>
                <c:pt idx="4579">
                  <c:v>2031-07-16</c:v>
                </c:pt>
                <c:pt idx="4580">
                  <c:v>2031-07-17</c:v>
                </c:pt>
                <c:pt idx="4581">
                  <c:v>2031-07-18</c:v>
                </c:pt>
                <c:pt idx="4582">
                  <c:v>2031-07-19</c:v>
                </c:pt>
                <c:pt idx="4583">
                  <c:v>2031-07-20</c:v>
                </c:pt>
                <c:pt idx="4584">
                  <c:v>2031-07-21</c:v>
                </c:pt>
                <c:pt idx="4585">
                  <c:v>2031-07-22</c:v>
                </c:pt>
                <c:pt idx="4586">
                  <c:v>2031-07-23</c:v>
                </c:pt>
                <c:pt idx="4587">
                  <c:v>2031-07-24</c:v>
                </c:pt>
                <c:pt idx="4588">
                  <c:v>2031-07-25</c:v>
                </c:pt>
                <c:pt idx="4589">
                  <c:v>2031-07-26</c:v>
                </c:pt>
                <c:pt idx="4590">
                  <c:v>2031-07-27</c:v>
                </c:pt>
                <c:pt idx="4591">
                  <c:v>2031-07-28</c:v>
                </c:pt>
                <c:pt idx="4592">
                  <c:v>2031-07-29</c:v>
                </c:pt>
                <c:pt idx="4593">
                  <c:v>2031-07-30</c:v>
                </c:pt>
                <c:pt idx="4594">
                  <c:v>2031-07-31</c:v>
                </c:pt>
                <c:pt idx="4595">
                  <c:v>2031-08-01</c:v>
                </c:pt>
                <c:pt idx="4596">
                  <c:v>2031-08-02</c:v>
                </c:pt>
                <c:pt idx="4597">
                  <c:v>2031-08-03</c:v>
                </c:pt>
                <c:pt idx="4598">
                  <c:v>2031-08-04</c:v>
                </c:pt>
                <c:pt idx="4599">
                  <c:v>2031-08-05</c:v>
                </c:pt>
                <c:pt idx="4600">
                  <c:v>2031-08-06</c:v>
                </c:pt>
                <c:pt idx="4601">
                  <c:v>2031-08-07</c:v>
                </c:pt>
                <c:pt idx="4602">
                  <c:v>2031-08-08</c:v>
                </c:pt>
                <c:pt idx="4603">
                  <c:v>2031-08-09</c:v>
                </c:pt>
                <c:pt idx="4604">
                  <c:v>2031-08-10</c:v>
                </c:pt>
                <c:pt idx="4605">
                  <c:v>2031-08-11</c:v>
                </c:pt>
                <c:pt idx="4606">
                  <c:v>2031-08-12</c:v>
                </c:pt>
                <c:pt idx="4607">
                  <c:v>2031-08-13</c:v>
                </c:pt>
                <c:pt idx="4608">
                  <c:v>2031-08-14</c:v>
                </c:pt>
                <c:pt idx="4609">
                  <c:v>2031-08-15</c:v>
                </c:pt>
                <c:pt idx="4610">
                  <c:v>2031-08-16</c:v>
                </c:pt>
                <c:pt idx="4611">
                  <c:v>2031-08-17</c:v>
                </c:pt>
                <c:pt idx="4612">
                  <c:v>2031-08-18</c:v>
                </c:pt>
                <c:pt idx="4613">
                  <c:v>2031-08-19</c:v>
                </c:pt>
                <c:pt idx="4614">
                  <c:v>2031-08-20</c:v>
                </c:pt>
                <c:pt idx="4615">
                  <c:v>2031-08-21</c:v>
                </c:pt>
                <c:pt idx="4616">
                  <c:v>2031-08-22</c:v>
                </c:pt>
                <c:pt idx="4617">
                  <c:v>2031-08-23</c:v>
                </c:pt>
                <c:pt idx="4618">
                  <c:v>2031-08-24</c:v>
                </c:pt>
                <c:pt idx="4619">
                  <c:v>2031-08-25</c:v>
                </c:pt>
                <c:pt idx="4620">
                  <c:v>2031-08-26</c:v>
                </c:pt>
                <c:pt idx="4621">
                  <c:v>2031-08-27</c:v>
                </c:pt>
                <c:pt idx="4622">
                  <c:v>2031-08-28</c:v>
                </c:pt>
                <c:pt idx="4623">
                  <c:v>2031-08-29</c:v>
                </c:pt>
                <c:pt idx="4624">
                  <c:v>2031-08-30</c:v>
                </c:pt>
                <c:pt idx="4625">
                  <c:v>2031-08-31</c:v>
                </c:pt>
                <c:pt idx="4626">
                  <c:v>2031-09-01</c:v>
                </c:pt>
                <c:pt idx="4627">
                  <c:v>2031-09-02</c:v>
                </c:pt>
                <c:pt idx="4628">
                  <c:v>2031-09-03</c:v>
                </c:pt>
                <c:pt idx="4629">
                  <c:v>2031-09-04</c:v>
                </c:pt>
                <c:pt idx="4630">
                  <c:v>2031-09-05</c:v>
                </c:pt>
                <c:pt idx="4631">
                  <c:v>2031-09-06</c:v>
                </c:pt>
                <c:pt idx="4632">
                  <c:v>2031-09-07</c:v>
                </c:pt>
                <c:pt idx="4633">
                  <c:v>2031-09-08</c:v>
                </c:pt>
                <c:pt idx="4634">
                  <c:v>2031-09-09</c:v>
                </c:pt>
                <c:pt idx="4635">
                  <c:v>2031-09-10</c:v>
                </c:pt>
                <c:pt idx="4636">
                  <c:v>2031-09-11</c:v>
                </c:pt>
                <c:pt idx="4637">
                  <c:v>2031-09-12</c:v>
                </c:pt>
                <c:pt idx="4638">
                  <c:v>2031-09-13</c:v>
                </c:pt>
                <c:pt idx="4639">
                  <c:v>2031-09-14</c:v>
                </c:pt>
                <c:pt idx="4640">
                  <c:v>2031-09-15</c:v>
                </c:pt>
                <c:pt idx="4641">
                  <c:v>2031-09-16</c:v>
                </c:pt>
                <c:pt idx="4642">
                  <c:v>2031-09-17</c:v>
                </c:pt>
                <c:pt idx="4643">
                  <c:v>2031-09-18</c:v>
                </c:pt>
                <c:pt idx="4644">
                  <c:v>2031-09-19</c:v>
                </c:pt>
                <c:pt idx="4645">
                  <c:v>2031-09-20</c:v>
                </c:pt>
                <c:pt idx="4646">
                  <c:v>2031-09-21</c:v>
                </c:pt>
                <c:pt idx="4647">
                  <c:v>2031-09-22</c:v>
                </c:pt>
                <c:pt idx="4648">
                  <c:v>2031-09-23</c:v>
                </c:pt>
                <c:pt idx="4649">
                  <c:v>2031-09-24</c:v>
                </c:pt>
                <c:pt idx="4650">
                  <c:v>2031-09-25</c:v>
                </c:pt>
                <c:pt idx="4651">
                  <c:v>2031-09-26</c:v>
                </c:pt>
                <c:pt idx="4652">
                  <c:v>2031-09-27</c:v>
                </c:pt>
                <c:pt idx="4653">
                  <c:v>2031-09-28</c:v>
                </c:pt>
                <c:pt idx="4654">
                  <c:v>2031-09-29</c:v>
                </c:pt>
                <c:pt idx="4655">
                  <c:v>2031-09-30</c:v>
                </c:pt>
                <c:pt idx="4656">
                  <c:v>2031-10-01</c:v>
                </c:pt>
                <c:pt idx="4657">
                  <c:v>2031-10-02</c:v>
                </c:pt>
                <c:pt idx="4658">
                  <c:v>2031-10-03</c:v>
                </c:pt>
                <c:pt idx="4659">
                  <c:v>2031-10-04</c:v>
                </c:pt>
                <c:pt idx="4660">
                  <c:v>2031-10-05</c:v>
                </c:pt>
                <c:pt idx="4661">
                  <c:v>2031-10-06</c:v>
                </c:pt>
                <c:pt idx="4662">
                  <c:v>2031-10-07</c:v>
                </c:pt>
                <c:pt idx="4663">
                  <c:v>2031-10-08</c:v>
                </c:pt>
                <c:pt idx="4664">
                  <c:v>2031-10-09</c:v>
                </c:pt>
                <c:pt idx="4665">
                  <c:v>2031-10-10</c:v>
                </c:pt>
                <c:pt idx="4666">
                  <c:v>2031-10-11</c:v>
                </c:pt>
                <c:pt idx="4667">
                  <c:v>2031-10-12</c:v>
                </c:pt>
                <c:pt idx="4668">
                  <c:v>2031-10-13</c:v>
                </c:pt>
                <c:pt idx="4669">
                  <c:v>2031-10-14</c:v>
                </c:pt>
                <c:pt idx="4670">
                  <c:v>2031-10-15</c:v>
                </c:pt>
                <c:pt idx="4671">
                  <c:v>2031-10-16</c:v>
                </c:pt>
                <c:pt idx="4672">
                  <c:v>2031-10-17</c:v>
                </c:pt>
                <c:pt idx="4673">
                  <c:v>2031-10-18</c:v>
                </c:pt>
                <c:pt idx="4674">
                  <c:v>2031-10-19</c:v>
                </c:pt>
                <c:pt idx="4675">
                  <c:v>2031-10-20</c:v>
                </c:pt>
                <c:pt idx="4676">
                  <c:v>2031-10-21</c:v>
                </c:pt>
                <c:pt idx="4677">
                  <c:v>2031-10-22</c:v>
                </c:pt>
                <c:pt idx="4678">
                  <c:v>2031-10-23</c:v>
                </c:pt>
                <c:pt idx="4679">
                  <c:v>2031-10-24</c:v>
                </c:pt>
                <c:pt idx="4680">
                  <c:v>2031-10-25</c:v>
                </c:pt>
                <c:pt idx="4681">
                  <c:v>2031-10-26</c:v>
                </c:pt>
                <c:pt idx="4682">
                  <c:v>2031-10-27</c:v>
                </c:pt>
                <c:pt idx="4683">
                  <c:v>2031-10-28</c:v>
                </c:pt>
                <c:pt idx="4684">
                  <c:v>2031-10-29</c:v>
                </c:pt>
                <c:pt idx="4685">
                  <c:v>2031-10-30</c:v>
                </c:pt>
                <c:pt idx="4686">
                  <c:v>2031-10-31</c:v>
                </c:pt>
                <c:pt idx="4687">
                  <c:v>2031-11-01</c:v>
                </c:pt>
                <c:pt idx="4688">
                  <c:v>2031-11-02</c:v>
                </c:pt>
                <c:pt idx="4689">
                  <c:v>2031-11-03</c:v>
                </c:pt>
                <c:pt idx="4690">
                  <c:v>2031-11-04</c:v>
                </c:pt>
                <c:pt idx="4691">
                  <c:v>2031-11-05</c:v>
                </c:pt>
                <c:pt idx="4692">
                  <c:v>2031-11-06</c:v>
                </c:pt>
                <c:pt idx="4693">
                  <c:v>2031-11-07</c:v>
                </c:pt>
                <c:pt idx="4694">
                  <c:v>2031-11-08</c:v>
                </c:pt>
                <c:pt idx="4695">
                  <c:v>2031-11-09</c:v>
                </c:pt>
                <c:pt idx="4696">
                  <c:v>2031-11-10</c:v>
                </c:pt>
                <c:pt idx="4697">
                  <c:v>2031-11-11</c:v>
                </c:pt>
                <c:pt idx="4698">
                  <c:v>2031-11-12</c:v>
                </c:pt>
                <c:pt idx="4699">
                  <c:v>2031-11-13</c:v>
                </c:pt>
                <c:pt idx="4700">
                  <c:v>2031-11-14</c:v>
                </c:pt>
                <c:pt idx="4701">
                  <c:v>2031-11-15</c:v>
                </c:pt>
                <c:pt idx="4702">
                  <c:v>2031-11-16</c:v>
                </c:pt>
                <c:pt idx="4703">
                  <c:v>2031-11-17</c:v>
                </c:pt>
                <c:pt idx="4704">
                  <c:v>2031-11-18</c:v>
                </c:pt>
                <c:pt idx="4705">
                  <c:v>2031-11-19</c:v>
                </c:pt>
                <c:pt idx="4706">
                  <c:v>2031-11-20</c:v>
                </c:pt>
                <c:pt idx="4707">
                  <c:v>2031-11-21</c:v>
                </c:pt>
                <c:pt idx="4708">
                  <c:v>2031-11-22</c:v>
                </c:pt>
                <c:pt idx="4709">
                  <c:v>2031-11-23</c:v>
                </c:pt>
                <c:pt idx="4710">
                  <c:v>2031-11-24</c:v>
                </c:pt>
                <c:pt idx="4711">
                  <c:v>2031-11-25</c:v>
                </c:pt>
                <c:pt idx="4712">
                  <c:v>2031-11-26</c:v>
                </c:pt>
                <c:pt idx="4713">
                  <c:v>2031-11-27</c:v>
                </c:pt>
                <c:pt idx="4714">
                  <c:v>2031-11-28</c:v>
                </c:pt>
                <c:pt idx="4715">
                  <c:v>2031-11-29</c:v>
                </c:pt>
                <c:pt idx="4716">
                  <c:v>2031-11-30</c:v>
                </c:pt>
                <c:pt idx="4717">
                  <c:v>2031-12-01</c:v>
                </c:pt>
                <c:pt idx="4718">
                  <c:v>2031-12-02</c:v>
                </c:pt>
                <c:pt idx="4719">
                  <c:v>2031-12-03</c:v>
                </c:pt>
                <c:pt idx="4720">
                  <c:v>2031-12-04</c:v>
                </c:pt>
                <c:pt idx="4721">
                  <c:v>2031-12-05</c:v>
                </c:pt>
                <c:pt idx="4722">
                  <c:v>2031-12-06</c:v>
                </c:pt>
                <c:pt idx="4723">
                  <c:v>2031-12-07</c:v>
                </c:pt>
                <c:pt idx="4724">
                  <c:v>2031-12-08</c:v>
                </c:pt>
                <c:pt idx="4725">
                  <c:v>2031-12-09</c:v>
                </c:pt>
                <c:pt idx="4726">
                  <c:v>2031-12-10</c:v>
                </c:pt>
                <c:pt idx="4727">
                  <c:v>2031-12-11</c:v>
                </c:pt>
                <c:pt idx="4728">
                  <c:v>2031-12-12</c:v>
                </c:pt>
                <c:pt idx="4729">
                  <c:v>2031-12-13</c:v>
                </c:pt>
                <c:pt idx="4730">
                  <c:v>2031-12-14</c:v>
                </c:pt>
                <c:pt idx="4731">
                  <c:v>2031-12-15</c:v>
                </c:pt>
                <c:pt idx="4732">
                  <c:v>2031-12-16</c:v>
                </c:pt>
                <c:pt idx="4733">
                  <c:v>2031-12-17</c:v>
                </c:pt>
                <c:pt idx="4734">
                  <c:v>2031-12-18</c:v>
                </c:pt>
                <c:pt idx="4735">
                  <c:v>2031-12-19</c:v>
                </c:pt>
                <c:pt idx="4736">
                  <c:v>2031-12-20</c:v>
                </c:pt>
                <c:pt idx="4737">
                  <c:v>2031-12-21</c:v>
                </c:pt>
                <c:pt idx="4738">
                  <c:v>2031-12-22</c:v>
                </c:pt>
                <c:pt idx="4739">
                  <c:v>2031-12-23</c:v>
                </c:pt>
                <c:pt idx="4740">
                  <c:v>2031-12-24</c:v>
                </c:pt>
                <c:pt idx="4741">
                  <c:v>2031-12-25</c:v>
                </c:pt>
                <c:pt idx="4742">
                  <c:v>2031-12-26</c:v>
                </c:pt>
                <c:pt idx="4743">
                  <c:v>2031-12-27</c:v>
                </c:pt>
                <c:pt idx="4744">
                  <c:v>2031-12-28</c:v>
                </c:pt>
                <c:pt idx="4745">
                  <c:v>2031-12-29</c:v>
                </c:pt>
                <c:pt idx="4746">
                  <c:v>2031-12-30</c:v>
                </c:pt>
                <c:pt idx="4747">
                  <c:v>2031-12-31</c:v>
                </c:pt>
                <c:pt idx="4748">
                  <c:v>2032-01-01</c:v>
                </c:pt>
                <c:pt idx="4749">
                  <c:v>2032-01-02</c:v>
                </c:pt>
                <c:pt idx="4750">
                  <c:v>2032-01-03</c:v>
                </c:pt>
                <c:pt idx="4751">
                  <c:v>2032-01-04</c:v>
                </c:pt>
                <c:pt idx="4752">
                  <c:v>2032-01-05</c:v>
                </c:pt>
                <c:pt idx="4753">
                  <c:v>2032-01-06</c:v>
                </c:pt>
                <c:pt idx="4754">
                  <c:v>2032-01-07</c:v>
                </c:pt>
                <c:pt idx="4755">
                  <c:v>2032-01-08</c:v>
                </c:pt>
                <c:pt idx="4756">
                  <c:v>2032-01-09</c:v>
                </c:pt>
                <c:pt idx="4757">
                  <c:v>2032-01-10</c:v>
                </c:pt>
                <c:pt idx="4758">
                  <c:v>2032-01-11</c:v>
                </c:pt>
                <c:pt idx="4759">
                  <c:v>2032-01-12</c:v>
                </c:pt>
                <c:pt idx="4760">
                  <c:v>2032-01-13</c:v>
                </c:pt>
                <c:pt idx="4761">
                  <c:v>2032-01-14</c:v>
                </c:pt>
                <c:pt idx="4762">
                  <c:v>2032-01-15</c:v>
                </c:pt>
                <c:pt idx="4763">
                  <c:v>2032-01-16</c:v>
                </c:pt>
                <c:pt idx="4764">
                  <c:v>2032-01-17</c:v>
                </c:pt>
                <c:pt idx="4765">
                  <c:v>2032-01-18</c:v>
                </c:pt>
                <c:pt idx="4766">
                  <c:v>2032-01-19</c:v>
                </c:pt>
                <c:pt idx="4767">
                  <c:v>2032-01-20</c:v>
                </c:pt>
                <c:pt idx="4768">
                  <c:v>2032-01-21</c:v>
                </c:pt>
                <c:pt idx="4769">
                  <c:v>2032-01-22</c:v>
                </c:pt>
                <c:pt idx="4770">
                  <c:v>2032-01-23</c:v>
                </c:pt>
                <c:pt idx="4771">
                  <c:v>2032-01-24</c:v>
                </c:pt>
                <c:pt idx="4772">
                  <c:v>2032-01-25</c:v>
                </c:pt>
                <c:pt idx="4773">
                  <c:v>2032-01-26</c:v>
                </c:pt>
                <c:pt idx="4774">
                  <c:v>2032-01-27</c:v>
                </c:pt>
                <c:pt idx="4775">
                  <c:v>2032-01-28</c:v>
                </c:pt>
                <c:pt idx="4776">
                  <c:v>2032-01-29</c:v>
                </c:pt>
                <c:pt idx="4777">
                  <c:v>2032-01-30</c:v>
                </c:pt>
                <c:pt idx="4778">
                  <c:v>2032-01-31</c:v>
                </c:pt>
                <c:pt idx="4779">
                  <c:v>2032-02-01</c:v>
                </c:pt>
                <c:pt idx="4780">
                  <c:v>2032-02-02</c:v>
                </c:pt>
                <c:pt idx="4781">
                  <c:v>2032-02-03</c:v>
                </c:pt>
                <c:pt idx="4782">
                  <c:v>2032-02-04</c:v>
                </c:pt>
                <c:pt idx="4783">
                  <c:v>2032-02-05</c:v>
                </c:pt>
                <c:pt idx="4784">
                  <c:v>2032-02-06</c:v>
                </c:pt>
                <c:pt idx="4785">
                  <c:v>2032-02-07</c:v>
                </c:pt>
                <c:pt idx="4786">
                  <c:v>2032-02-08</c:v>
                </c:pt>
                <c:pt idx="4787">
                  <c:v>2032-02-09</c:v>
                </c:pt>
                <c:pt idx="4788">
                  <c:v>2032-02-10</c:v>
                </c:pt>
                <c:pt idx="4789">
                  <c:v>2032-02-11</c:v>
                </c:pt>
                <c:pt idx="4790">
                  <c:v>2032-02-12</c:v>
                </c:pt>
                <c:pt idx="4791">
                  <c:v>2032-02-13</c:v>
                </c:pt>
                <c:pt idx="4792">
                  <c:v>2032-02-14</c:v>
                </c:pt>
                <c:pt idx="4793">
                  <c:v>2032-02-15</c:v>
                </c:pt>
                <c:pt idx="4794">
                  <c:v>2032-02-16</c:v>
                </c:pt>
                <c:pt idx="4795">
                  <c:v>2032-02-17</c:v>
                </c:pt>
                <c:pt idx="4796">
                  <c:v>2032-02-18</c:v>
                </c:pt>
                <c:pt idx="4797">
                  <c:v>2032-02-19</c:v>
                </c:pt>
                <c:pt idx="4798">
                  <c:v>2032-02-20</c:v>
                </c:pt>
                <c:pt idx="4799">
                  <c:v>2032-02-21</c:v>
                </c:pt>
                <c:pt idx="4800">
                  <c:v>2032-02-22</c:v>
                </c:pt>
                <c:pt idx="4801">
                  <c:v>2032-02-23</c:v>
                </c:pt>
                <c:pt idx="4802">
                  <c:v>2032-02-24</c:v>
                </c:pt>
                <c:pt idx="4803">
                  <c:v>2032-02-25</c:v>
                </c:pt>
                <c:pt idx="4804">
                  <c:v>2032-02-26</c:v>
                </c:pt>
                <c:pt idx="4805">
                  <c:v>2032-02-27</c:v>
                </c:pt>
                <c:pt idx="4806">
                  <c:v>2032-02-28</c:v>
                </c:pt>
                <c:pt idx="4807">
                  <c:v>2032-02-29</c:v>
                </c:pt>
                <c:pt idx="4808">
                  <c:v>2032-03-01</c:v>
                </c:pt>
                <c:pt idx="4809">
                  <c:v>2032-03-02</c:v>
                </c:pt>
                <c:pt idx="4810">
                  <c:v>2032-03-03</c:v>
                </c:pt>
                <c:pt idx="4811">
                  <c:v>2032-03-04</c:v>
                </c:pt>
                <c:pt idx="4812">
                  <c:v>2032-03-05</c:v>
                </c:pt>
                <c:pt idx="4813">
                  <c:v>2032-03-06</c:v>
                </c:pt>
                <c:pt idx="4814">
                  <c:v>2032-03-07</c:v>
                </c:pt>
                <c:pt idx="4815">
                  <c:v>2032-03-08</c:v>
                </c:pt>
                <c:pt idx="4816">
                  <c:v>2032-03-09</c:v>
                </c:pt>
                <c:pt idx="4817">
                  <c:v>2032-03-10</c:v>
                </c:pt>
                <c:pt idx="4818">
                  <c:v>2032-03-11</c:v>
                </c:pt>
                <c:pt idx="4819">
                  <c:v>2032-03-12</c:v>
                </c:pt>
                <c:pt idx="4820">
                  <c:v>2032-03-13</c:v>
                </c:pt>
                <c:pt idx="4821">
                  <c:v>2032-03-14</c:v>
                </c:pt>
                <c:pt idx="4822">
                  <c:v>2032-03-15</c:v>
                </c:pt>
                <c:pt idx="4823">
                  <c:v>2032-03-16</c:v>
                </c:pt>
                <c:pt idx="4824">
                  <c:v>2032-03-17</c:v>
                </c:pt>
                <c:pt idx="4825">
                  <c:v>2032-03-18</c:v>
                </c:pt>
                <c:pt idx="4826">
                  <c:v>2032-03-19</c:v>
                </c:pt>
                <c:pt idx="4827">
                  <c:v>2032-03-20</c:v>
                </c:pt>
                <c:pt idx="4828">
                  <c:v>2032-03-21</c:v>
                </c:pt>
                <c:pt idx="4829">
                  <c:v>2032-03-22</c:v>
                </c:pt>
                <c:pt idx="4830">
                  <c:v>2032-03-23</c:v>
                </c:pt>
                <c:pt idx="4831">
                  <c:v>2032-03-24</c:v>
                </c:pt>
                <c:pt idx="4832">
                  <c:v>2032-03-25</c:v>
                </c:pt>
                <c:pt idx="4833">
                  <c:v>2032-03-26</c:v>
                </c:pt>
                <c:pt idx="4834">
                  <c:v>2032-03-27</c:v>
                </c:pt>
                <c:pt idx="4835">
                  <c:v>2032-03-28</c:v>
                </c:pt>
                <c:pt idx="4836">
                  <c:v>2032-03-29</c:v>
                </c:pt>
                <c:pt idx="4837">
                  <c:v>2032-03-30</c:v>
                </c:pt>
                <c:pt idx="4838">
                  <c:v>2032-03-31</c:v>
                </c:pt>
                <c:pt idx="4839">
                  <c:v>2032-04-01</c:v>
                </c:pt>
                <c:pt idx="4840">
                  <c:v>2032-04-02</c:v>
                </c:pt>
                <c:pt idx="4841">
                  <c:v>2032-04-03</c:v>
                </c:pt>
                <c:pt idx="4842">
                  <c:v>2032-04-04</c:v>
                </c:pt>
                <c:pt idx="4843">
                  <c:v>2032-04-05</c:v>
                </c:pt>
                <c:pt idx="4844">
                  <c:v>2032-04-06</c:v>
                </c:pt>
                <c:pt idx="4845">
                  <c:v>2032-04-07</c:v>
                </c:pt>
                <c:pt idx="4846">
                  <c:v>2032-04-08</c:v>
                </c:pt>
                <c:pt idx="4847">
                  <c:v>2032-04-09</c:v>
                </c:pt>
                <c:pt idx="4848">
                  <c:v>2032-04-10</c:v>
                </c:pt>
                <c:pt idx="4849">
                  <c:v>2032-04-11</c:v>
                </c:pt>
                <c:pt idx="4850">
                  <c:v>2032-04-12</c:v>
                </c:pt>
                <c:pt idx="4851">
                  <c:v>2032-04-13</c:v>
                </c:pt>
                <c:pt idx="4852">
                  <c:v>2032-04-14</c:v>
                </c:pt>
                <c:pt idx="4853">
                  <c:v>2032-04-15</c:v>
                </c:pt>
                <c:pt idx="4854">
                  <c:v>2032-04-16</c:v>
                </c:pt>
                <c:pt idx="4855">
                  <c:v>2032-04-17</c:v>
                </c:pt>
                <c:pt idx="4856">
                  <c:v>2032-04-18</c:v>
                </c:pt>
                <c:pt idx="4857">
                  <c:v>2032-04-19</c:v>
                </c:pt>
                <c:pt idx="4858">
                  <c:v>2032-04-20</c:v>
                </c:pt>
                <c:pt idx="4859">
                  <c:v>2032-04-21</c:v>
                </c:pt>
                <c:pt idx="4860">
                  <c:v>2032-04-22</c:v>
                </c:pt>
                <c:pt idx="4861">
                  <c:v>2032-04-23</c:v>
                </c:pt>
                <c:pt idx="4862">
                  <c:v>2032-04-24</c:v>
                </c:pt>
                <c:pt idx="4863">
                  <c:v>2032-04-25</c:v>
                </c:pt>
                <c:pt idx="4864">
                  <c:v>2032-04-26</c:v>
                </c:pt>
                <c:pt idx="4865">
                  <c:v>2032-04-27</c:v>
                </c:pt>
                <c:pt idx="4866">
                  <c:v>2032-04-28</c:v>
                </c:pt>
                <c:pt idx="4867">
                  <c:v>2032-04-29</c:v>
                </c:pt>
                <c:pt idx="4868">
                  <c:v>2032-04-30</c:v>
                </c:pt>
                <c:pt idx="4869">
                  <c:v>2032-05-01</c:v>
                </c:pt>
                <c:pt idx="4870">
                  <c:v>2032-05-02</c:v>
                </c:pt>
                <c:pt idx="4871">
                  <c:v>2032-05-03</c:v>
                </c:pt>
                <c:pt idx="4872">
                  <c:v>2032-05-04</c:v>
                </c:pt>
                <c:pt idx="4873">
                  <c:v>2032-05-05</c:v>
                </c:pt>
                <c:pt idx="4874">
                  <c:v>2032-05-06</c:v>
                </c:pt>
                <c:pt idx="4875">
                  <c:v>2032-05-07</c:v>
                </c:pt>
                <c:pt idx="4876">
                  <c:v>2032-05-08</c:v>
                </c:pt>
                <c:pt idx="4877">
                  <c:v>2032-05-09</c:v>
                </c:pt>
                <c:pt idx="4878">
                  <c:v>2032-05-10</c:v>
                </c:pt>
                <c:pt idx="4879">
                  <c:v>2032-05-11</c:v>
                </c:pt>
                <c:pt idx="4880">
                  <c:v>2032-05-12</c:v>
                </c:pt>
                <c:pt idx="4881">
                  <c:v>2032-05-13</c:v>
                </c:pt>
                <c:pt idx="4882">
                  <c:v>2032-05-14</c:v>
                </c:pt>
                <c:pt idx="4883">
                  <c:v>2032-05-15</c:v>
                </c:pt>
                <c:pt idx="4884">
                  <c:v>2032-05-16</c:v>
                </c:pt>
                <c:pt idx="4885">
                  <c:v>2032-05-17</c:v>
                </c:pt>
                <c:pt idx="4886">
                  <c:v>2032-05-18</c:v>
                </c:pt>
                <c:pt idx="4887">
                  <c:v>2032-05-19</c:v>
                </c:pt>
                <c:pt idx="4888">
                  <c:v>2032-05-20</c:v>
                </c:pt>
                <c:pt idx="4889">
                  <c:v>2032-05-21</c:v>
                </c:pt>
                <c:pt idx="4890">
                  <c:v>2032-05-22</c:v>
                </c:pt>
                <c:pt idx="4891">
                  <c:v>2032-05-23</c:v>
                </c:pt>
                <c:pt idx="4892">
                  <c:v>2032-05-24</c:v>
                </c:pt>
                <c:pt idx="4893">
                  <c:v>2032-05-25</c:v>
                </c:pt>
                <c:pt idx="4894">
                  <c:v>2032-05-26</c:v>
                </c:pt>
                <c:pt idx="4895">
                  <c:v>2032-05-27</c:v>
                </c:pt>
                <c:pt idx="4896">
                  <c:v>2032-05-28</c:v>
                </c:pt>
                <c:pt idx="4897">
                  <c:v>2032-05-29</c:v>
                </c:pt>
                <c:pt idx="4898">
                  <c:v>2032-05-30</c:v>
                </c:pt>
                <c:pt idx="4899">
                  <c:v>2032-05-31</c:v>
                </c:pt>
                <c:pt idx="4900">
                  <c:v>2032-06-01</c:v>
                </c:pt>
                <c:pt idx="4901">
                  <c:v>2032-06-02</c:v>
                </c:pt>
                <c:pt idx="4902">
                  <c:v>2032-06-03</c:v>
                </c:pt>
                <c:pt idx="4903">
                  <c:v>2032-06-04</c:v>
                </c:pt>
                <c:pt idx="4904">
                  <c:v>2032-06-05</c:v>
                </c:pt>
                <c:pt idx="4905">
                  <c:v>2032-06-06</c:v>
                </c:pt>
                <c:pt idx="4906">
                  <c:v>2032-06-07</c:v>
                </c:pt>
                <c:pt idx="4907">
                  <c:v>2032-06-08</c:v>
                </c:pt>
                <c:pt idx="4908">
                  <c:v>2032-06-09</c:v>
                </c:pt>
                <c:pt idx="4909">
                  <c:v>2032-06-10</c:v>
                </c:pt>
                <c:pt idx="4910">
                  <c:v>2032-06-11</c:v>
                </c:pt>
                <c:pt idx="4911">
                  <c:v>2032-06-12</c:v>
                </c:pt>
                <c:pt idx="4912">
                  <c:v>2032-06-13</c:v>
                </c:pt>
                <c:pt idx="4913">
                  <c:v>2032-06-14</c:v>
                </c:pt>
                <c:pt idx="4914">
                  <c:v>2032-06-15</c:v>
                </c:pt>
                <c:pt idx="4915">
                  <c:v>2032-06-16</c:v>
                </c:pt>
                <c:pt idx="4916">
                  <c:v>2032-06-17</c:v>
                </c:pt>
                <c:pt idx="4917">
                  <c:v>2032-06-18</c:v>
                </c:pt>
                <c:pt idx="4918">
                  <c:v>2032-06-19</c:v>
                </c:pt>
                <c:pt idx="4919">
                  <c:v>2032-06-20</c:v>
                </c:pt>
                <c:pt idx="4920">
                  <c:v>2032-06-21</c:v>
                </c:pt>
                <c:pt idx="4921">
                  <c:v>2032-06-22</c:v>
                </c:pt>
                <c:pt idx="4922">
                  <c:v>2032-06-23</c:v>
                </c:pt>
                <c:pt idx="4923">
                  <c:v>2032-06-24</c:v>
                </c:pt>
                <c:pt idx="4924">
                  <c:v>2032-06-25</c:v>
                </c:pt>
                <c:pt idx="4925">
                  <c:v>2032-06-26</c:v>
                </c:pt>
                <c:pt idx="4926">
                  <c:v>2032-06-27</c:v>
                </c:pt>
                <c:pt idx="4927">
                  <c:v>2032-06-28</c:v>
                </c:pt>
                <c:pt idx="4928">
                  <c:v>2032-06-29</c:v>
                </c:pt>
                <c:pt idx="4929">
                  <c:v>2032-06-30</c:v>
                </c:pt>
                <c:pt idx="4930">
                  <c:v>2032-07-01</c:v>
                </c:pt>
                <c:pt idx="4931">
                  <c:v>2032-07-02</c:v>
                </c:pt>
                <c:pt idx="4932">
                  <c:v>2032-07-03</c:v>
                </c:pt>
                <c:pt idx="4933">
                  <c:v>2032-07-04</c:v>
                </c:pt>
                <c:pt idx="4934">
                  <c:v>2032-07-05</c:v>
                </c:pt>
                <c:pt idx="4935">
                  <c:v>2032-07-06</c:v>
                </c:pt>
                <c:pt idx="4936">
                  <c:v>2032-07-07</c:v>
                </c:pt>
                <c:pt idx="4937">
                  <c:v>2032-07-08</c:v>
                </c:pt>
                <c:pt idx="4938">
                  <c:v>2032-07-09</c:v>
                </c:pt>
                <c:pt idx="4939">
                  <c:v>2032-07-10</c:v>
                </c:pt>
                <c:pt idx="4940">
                  <c:v>2032-07-11</c:v>
                </c:pt>
                <c:pt idx="4941">
                  <c:v>2032-07-12</c:v>
                </c:pt>
                <c:pt idx="4942">
                  <c:v>2032-07-13</c:v>
                </c:pt>
                <c:pt idx="4943">
                  <c:v>2032-07-14</c:v>
                </c:pt>
                <c:pt idx="4944">
                  <c:v>2032-07-15</c:v>
                </c:pt>
                <c:pt idx="4945">
                  <c:v>2032-07-16</c:v>
                </c:pt>
                <c:pt idx="4946">
                  <c:v>2032-07-17</c:v>
                </c:pt>
                <c:pt idx="4947">
                  <c:v>2032-07-18</c:v>
                </c:pt>
                <c:pt idx="4948">
                  <c:v>2032-07-19</c:v>
                </c:pt>
                <c:pt idx="4949">
                  <c:v>2032-07-20</c:v>
                </c:pt>
                <c:pt idx="4950">
                  <c:v>2032-07-21</c:v>
                </c:pt>
                <c:pt idx="4951">
                  <c:v>2032-07-22</c:v>
                </c:pt>
                <c:pt idx="4952">
                  <c:v>2032-07-23</c:v>
                </c:pt>
                <c:pt idx="4953">
                  <c:v>2032-07-24</c:v>
                </c:pt>
                <c:pt idx="4954">
                  <c:v>2032-07-25</c:v>
                </c:pt>
                <c:pt idx="4955">
                  <c:v>2032-07-26</c:v>
                </c:pt>
                <c:pt idx="4956">
                  <c:v>2032-07-27</c:v>
                </c:pt>
                <c:pt idx="4957">
                  <c:v>2032-07-28</c:v>
                </c:pt>
                <c:pt idx="4958">
                  <c:v>2032-07-29</c:v>
                </c:pt>
                <c:pt idx="4959">
                  <c:v>2032-07-30</c:v>
                </c:pt>
                <c:pt idx="4960">
                  <c:v>2032-07-31</c:v>
                </c:pt>
                <c:pt idx="4961">
                  <c:v>2032-08-01</c:v>
                </c:pt>
                <c:pt idx="4962">
                  <c:v>2032-08-02</c:v>
                </c:pt>
                <c:pt idx="4963">
                  <c:v>2032-08-03</c:v>
                </c:pt>
                <c:pt idx="4964">
                  <c:v>2032-08-04</c:v>
                </c:pt>
                <c:pt idx="4965">
                  <c:v>2032-08-05</c:v>
                </c:pt>
                <c:pt idx="4966">
                  <c:v>2032-08-06</c:v>
                </c:pt>
                <c:pt idx="4967">
                  <c:v>2032-08-07</c:v>
                </c:pt>
                <c:pt idx="4968">
                  <c:v>2032-08-08</c:v>
                </c:pt>
                <c:pt idx="4969">
                  <c:v>2032-08-09</c:v>
                </c:pt>
                <c:pt idx="4970">
                  <c:v>2032-08-10</c:v>
                </c:pt>
                <c:pt idx="4971">
                  <c:v>2032-08-11</c:v>
                </c:pt>
                <c:pt idx="4972">
                  <c:v>2032-08-12</c:v>
                </c:pt>
                <c:pt idx="4973">
                  <c:v>2032-08-13</c:v>
                </c:pt>
                <c:pt idx="4974">
                  <c:v>2032-08-14</c:v>
                </c:pt>
                <c:pt idx="4975">
                  <c:v>2032-08-15</c:v>
                </c:pt>
                <c:pt idx="4976">
                  <c:v>2032-08-16</c:v>
                </c:pt>
                <c:pt idx="4977">
                  <c:v>2032-08-17</c:v>
                </c:pt>
                <c:pt idx="4978">
                  <c:v>2032-08-18</c:v>
                </c:pt>
                <c:pt idx="4979">
                  <c:v>2032-08-19</c:v>
                </c:pt>
                <c:pt idx="4980">
                  <c:v>2032-08-20</c:v>
                </c:pt>
                <c:pt idx="4981">
                  <c:v>2032-08-21</c:v>
                </c:pt>
                <c:pt idx="4982">
                  <c:v>2032-08-22</c:v>
                </c:pt>
                <c:pt idx="4983">
                  <c:v>2032-08-23</c:v>
                </c:pt>
                <c:pt idx="4984">
                  <c:v>2032-08-24</c:v>
                </c:pt>
                <c:pt idx="4985">
                  <c:v>2032-08-25</c:v>
                </c:pt>
                <c:pt idx="4986">
                  <c:v>2032-08-26</c:v>
                </c:pt>
                <c:pt idx="4987">
                  <c:v>2032-08-27</c:v>
                </c:pt>
                <c:pt idx="4988">
                  <c:v>2032-08-28</c:v>
                </c:pt>
                <c:pt idx="4989">
                  <c:v>2032-08-29</c:v>
                </c:pt>
                <c:pt idx="4990">
                  <c:v>2032-08-30</c:v>
                </c:pt>
                <c:pt idx="4991">
                  <c:v>2032-08-31</c:v>
                </c:pt>
                <c:pt idx="4992">
                  <c:v>2032-09-01</c:v>
                </c:pt>
                <c:pt idx="4993">
                  <c:v>2032-09-02</c:v>
                </c:pt>
                <c:pt idx="4994">
                  <c:v>2032-09-03</c:v>
                </c:pt>
                <c:pt idx="4995">
                  <c:v>2032-09-04</c:v>
                </c:pt>
                <c:pt idx="4996">
                  <c:v>2032-09-05</c:v>
                </c:pt>
                <c:pt idx="4997">
                  <c:v>2032-09-06</c:v>
                </c:pt>
                <c:pt idx="4998">
                  <c:v>2032-09-07</c:v>
                </c:pt>
                <c:pt idx="4999">
                  <c:v>2032-09-08</c:v>
                </c:pt>
                <c:pt idx="5000">
                  <c:v>2032-09-09</c:v>
                </c:pt>
                <c:pt idx="5001">
                  <c:v>2032-09-10</c:v>
                </c:pt>
                <c:pt idx="5002">
                  <c:v>2032-09-11</c:v>
                </c:pt>
                <c:pt idx="5003">
                  <c:v>2032-09-12</c:v>
                </c:pt>
                <c:pt idx="5004">
                  <c:v>2032-09-13</c:v>
                </c:pt>
                <c:pt idx="5005">
                  <c:v>2032-09-14</c:v>
                </c:pt>
                <c:pt idx="5006">
                  <c:v>2032-09-15</c:v>
                </c:pt>
                <c:pt idx="5007">
                  <c:v>2032-09-16</c:v>
                </c:pt>
                <c:pt idx="5008">
                  <c:v>2032-09-17</c:v>
                </c:pt>
                <c:pt idx="5009">
                  <c:v>2032-09-18</c:v>
                </c:pt>
                <c:pt idx="5010">
                  <c:v>2032-09-19</c:v>
                </c:pt>
                <c:pt idx="5011">
                  <c:v>2032-09-20</c:v>
                </c:pt>
                <c:pt idx="5012">
                  <c:v>2032-09-21</c:v>
                </c:pt>
                <c:pt idx="5013">
                  <c:v>2032-09-22</c:v>
                </c:pt>
                <c:pt idx="5014">
                  <c:v>2032-09-23</c:v>
                </c:pt>
                <c:pt idx="5015">
                  <c:v>2032-09-24</c:v>
                </c:pt>
                <c:pt idx="5016">
                  <c:v>2032-09-25</c:v>
                </c:pt>
                <c:pt idx="5017">
                  <c:v>2032-09-26</c:v>
                </c:pt>
                <c:pt idx="5018">
                  <c:v>2032-09-27</c:v>
                </c:pt>
                <c:pt idx="5019">
                  <c:v>2032-09-28</c:v>
                </c:pt>
                <c:pt idx="5020">
                  <c:v>2032-09-29</c:v>
                </c:pt>
                <c:pt idx="5021">
                  <c:v>2032-09-30</c:v>
                </c:pt>
                <c:pt idx="5022">
                  <c:v>2032-10-01</c:v>
                </c:pt>
                <c:pt idx="5023">
                  <c:v>2032-10-02</c:v>
                </c:pt>
                <c:pt idx="5024">
                  <c:v>2032-10-03</c:v>
                </c:pt>
                <c:pt idx="5025">
                  <c:v>2032-10-04</c:v>
                </c:pt>
                <c:pt idx="5026">
                  <c:v>2032-10-05</c:v>
                </c:pt>
                <c:pt idx="5027">
                  <c:v>2032-10-06</c:v>
                </c:pt>
                <c:pt idx="5028">
                  <c:v>2032-10-07</c:v>
                </c:pt>
                <c:pt idx="5029">
                  <c:v>2032-10-08</c:v>
                </c:pt>
                <c:pt idx="5030">
                  <c:v>2032-10-09</c:v>
                </c:pt>
                <c:pt idx="5031">
                  <c:v>2032-10-10</c:v>
                </c:pt>
                <c:pt idx="5032">
                  <c:v>2032-10-11</c:v>
                </c:pt>
                <c:pt idx="5033">
                  <c:v>2032-10-12</c:v>
                </c:pt>
                <c:pt idx="5034">
                  <c:v>2032-10-13</c:v>
                </c:pt>
                <c:pt idx="5035">
                  <c:v>2032-10-14</c:v>
                </c:pt>
                <c:pt idx="5036">
                  <c:v>2032-10-15</c:v>
                </c:pt>
                <c:pt idx="5037">
                  <c:v>2032-10-16</c:v>
                </c:pt>
                <c:pt idx="5038">
                  <c:v>2032-10-17</c:v>
                </c:pt>
                <c:pt idx="5039">
                  <c:v>2032-10-18</c:v>
                </c:pt>
                <c:pt idx="5040">
                  <c:v>2032-10-19</c:v>
                </c:pt>
                <c:pt idx="5041">
                  <c:v>2032-10-20</c:v>
                </c:pt>
                <c:pt idx="5042">
                  <c:v>2032-10-21</c:v>
                </c:pt>
                <c:pt idx="5043">
                  <c:v>2032-10-22</c:v>
                </c:pt>
                <c:pt idx="5044">
                  <c:v>2032-10-23</c:v>
                </c:pt>
                <c:pt idx="5045">
                  <c:v>2032-10-24</c:v>
                </c:pt>
                <c:pt idx="5046">
                  <c:v>2032-10-25</c:v>
                </c:pt>
                <c:pt idx="5047">
                  <c:v>2032-10-26</c:v>
                </c:pt>
                <c:pt idx="5048">
                  <c:v>2032-10-27</c:v>
                </c:pt>
                <c:pt idx="5049">
                  <c:v>2032-10-28</c:v>
                </c:pt>
                <c:pt idx="5050">
                  <c:v>2032-10-29</c:v>
                </c:pt>
                <c:pt idx="5051">
                  <c:v>2032-10-30</c:v>
                </c:pt>
                <c:pt idx="5052">
                  <c:v>2032-10-31</c:v>
                </c:pt>
                <c:pt idx="5053">
                  <c:v>2032-11-01</c:v>
                </c:pt>
                <c:pt idx="5054">
                  <c:v>2032-11-02</c:v>
                </c:pt>
                <c:pt idx="5055">
                  <c:v>2032-11-03</c:v>
                </c:pt>
                <c:pt idx="5056">
                  <c:v>2032-11-04</c:v>
                </c:pt>
                <c:pt idx="5057">
                  <c:v>2032-11-05</c:v>
                </c:pt>
                <c:pt idx="5058">
                  <c:v>2032-11-06</c:v>
                </c:pt>
                <c:pt idx="5059">
                  <c:v>2032-11-07</c:v>
                </c:pt>
                <c:pt idx="5060">
                  <c:v>2032-11-08</c:v>
                </c:pt>
                <c:pt idx="5061">
                  <c:v>2032-11-09</c:v>
                </c:pt>
                <c:pt idx="5062">
                  <c:v>2032-11-10</c:v>
                </c:pt>
                <c:pt idx="5063">
                  <c:v>2032-11-11</c:v>
                </c:pt>
                <c:pt idx="5064">
                  <c:v>2032-11-12</c:v>
                </c:pt>
                <c:pt idx="5065">
                  <c:v>2032-11-13</c:v>
                </c:pt>
                <c:pt idx="5066">
                  <c:v>2032-11-14</c:v>
                </c:pt>
                <c:pt idx="5067">
                  <c:v>2032-11-15</c:v>
                </c:pt>
                <c:pt idx="5068">
                  <c:v>2032-11-16</c:v>
                </c:pt>
                <c:pt idx="5069">
                  <c:v>2032-11-17</c:v>
                </c:pt>
                <c:pt idx="5070">
                  <c:v>2032-11-18</c:v>
                </c:pt>
                <c:pt idx="5071">
                  <c:v>2032-11-19</c:v>
                </c:pt>
                <c:pt idx="5072">
                  <c:v>2032-11-20</c:v>
                </c:pt>
                <c:pt idx="5073">
                  <c:v>2032-11-21</c:v>
                </c:pt>
                <c:pt idx="5074">
                  <c:v>2032-11-22</c:v>
                </c:pt>
                <c:pt idx="5075">
                  <c:v>2032-11-23</c:v>
                </c:pt>
                <c:pt idx="5076">
                  <c:v>2032-11-24</c:v>
                </c:pt>
                <c:pt idx="5077">
                  <c:v>2032-11-25</c:v>
                </c:pt>
                <c:pt idx="5078">
                  <c:v>2032-11-26</c:v>
                </c:pt>
                <c:pt idx="5079">
                  <c:v>2032-11-27</c:v>
                </c:pt>
                <c:pt idx="5080">
                  <c:v>2032-11-28</c:v>
                </c:pt>
                <c:pt idx="5081">
                  <c:v>2032-11-29</c:v>
                </c:pt>
                <c:pt idx="5082">
                  <c:v>2032-11-30</c:v>
                </c:pt>
                <c:pt idx="5083">
                  <c:v>2032-12-01</c:v>
                </c:pt>
                <c:pt idx="5084">
                  <c:v>2032-12-02</c:v>
                </c:pt>
                <c:pt idx="5085">
                  <c:v>2032-12-03</c:v>
                </c:pt>
                <c:pt idx="5086">
                  <c:v>2032-12-04</c:v>
                </c:pt>
                <c:pt idx="5087">
                  <c:v>2032-12-05</c:v>
                </c:pt>
                <c:pt idx="5088">
                  <c:v>2032-12-06</c:v>
                </c:pt>
                <c:pt idx="5089">
                  <c:v>2032-12-07</c:v>
                </c:pt>
                <c:pt idx="5090">
                  <c:v>2032-12-08</c:v>
                </c:pt>
                <c:pt idx="5091">
                  <c:v>2032-12-09</c:v>
                </c:pt>
                <c:pt idx="5092">
                  <c:v>2032-12-10</c:v>
                </c:pt>
                <c:pt idx="5093">
                  <c:v>2032-12-11</c:v>
                </c:pt>
                <c:pt idx="5094">
                  <c:v>2032-12-12</c:v>
                </c:pt>
                <c:pt idx="5095">
                  <c:v>2032-12-13</c:v>
                </c:pt>
                <c:pt idx="5096">
                  <c:v>2032-12-14</c:v>
                </c:pt>
                <c:pt idx="5097">
                  <c:v>2032-12-15</c:v>
                </c:pt>
                <c:pt idx="5098">
                  <c:v>2032-12-16</c:v>
                </c:pt>
                <c:pt idx="5099">
                  <c:v>2032-12-17</c:v>
                </c:pt>
                <c:pt idx="5100">
                  <c:v>2032-12-18</c:v>
                </c:pt>
                <c:pt idx="5101">
                  <c:v>2032-12-19</c:v>
                </c:pt>
                <c:pt idx="5102">
                  <c:v>2032-12-20</c:v>
                </c:pt>
                <c:pt idx="5103">
                  <c:v>2032-12-21</c:v>
                </c:pt>
                <c:pt idx="5104">
                  <c:v>2032-12-22</c:v>
                </c:pt>
                <c:pt idx="5105">
                  <c:v>2032-12-23</c:v>
                </c:pt>
                <c:pt idx="5106">
                  <c:v>2032-12-24</c:v>
                </c:pt>
                <c:pt idx="5107">
                  <c:v>2032-12-25</c:v>
                </c:pt>
                <c:pt idx="5108">
                  <c:v>2032-12-26</c:v>
                </c:pt>
                <c:pt idx="5109">
                  <c:v>2032-12-27</c:v>
                </c:pt>
                <c:pt idx="5110">
                  <c:v>2032-12-28</c:v>
                </c:pt>
                <c:pt idx="5111">
                  <c:v>2032-12-29</c:v>
                </c:pt>
                <c:pt idx="5112">
                  <c:v>2032-12-30</c:v>
                </c:pt>
                <c:pt idx="5113">
                  <c:v>2032-12-31</c:v>
                </c:pt>
                <c:pt idx="5114">
                  <c:v>2033-01-01</c:v>
                </c:pt>
                <c:pt idx="5115">
                  <c:v>2033-01-02</c:v>
                </c:pt>
                <c:pt idx="5116">
                  <c:v>2033-01-03</c:v>
                </c:pt>
                <c:pt idx="5117">
                  <c:v>2033-01-04</c:v>
                </c:pt>
                <c:pt idx="5118">
                  <c:v>2033-01-05</c:v>
                </c:pt>
                <c:pt idx="5119">
                  <c:v>2033-01-06</c:v>
                </c:pt>
                <c:pt idx="5120">
                  <c:v>2033-01-07</c:v>
                </c:pt>
                <c:pt idx="5121">
                  <c:v>2033-01-08</c:v>
                </c:pt>
                <c:pt idx="5122">
                  <c:v>2033-01-09</c:v>
                </c:pt>
                <c:pt idx="5123">
                  <c:v>2033-01-10</c:v>
                </c:pt>
                <c:pt idx="5124">
                  <c:v>2033-01-11</c:v>
                </c:pt>
                <c:pt idx="5125">
                  <c:v>2033-01-12</c:v>
                </c:pt>
                <c:pt idx="5126">
                  <c:v>2033-01-13</c:v>
                </c:pt>
                <c:pt idx="5127">
                  <c:v>2033-01-14</c:v>
                </c:pt>
                <c:pt idx="5128">
                  <c:v>2033-01-15</c:v>
                </c:pt>
                <c:pt idx="5129">
                  <c:v>2033-01-16</c:v>
                </c:pt>
                <c:pt idx="5130">
                  <c:v>2033-01-17</c:v>
                </c:pt>
                <c:pt idx="5131">
                  <c:v>2033-01-18</c:v>
                </c:pt>
                <c:pt idx="5132">
                  <c:v>2033-01-19</c:v>
                </c:pt>
                <c:pt idx="5133">
                  <c:v>2033-01-20</c:v>
                </c:pt>
                <c:pt idx="5134">
                  <c:v>2033-01-21</c:v>
                </c:pt>
                <c:pt idx="5135">
                  <c:v>2033-01-22</c:v>
                </c:pt>
                <c:pt idx="5136">
                  <c:v>2033-01-23</c:v>
                </c:pt>
                <c:pt idx="5137">
                  <c:v>2033-01-24</c:v>
                </c:pt>
                <c:pt idx="5138">
                  <c:v>2033-01-25</c:v>
                </c:pt>
                <c:pt idx="5139">
                  <c:v>2033-01-26</c:v>
                </c:pt>
                <c:pt idx="5140">
                  <c:v>2033-01-27</c:v>
                </c:pt>
                <c:pt idx="5141">
                  <c:v>2033-01-28</c:v>
                </c:pt>
                <c:pt idx="5142">
                  <c:v>2033-01-29</c:v>
                </c:pt>
                <c:pt idx="5143">
                  <c:v>2033-01-30</c:v>
                </c:pt>
                <c:pt idx="5144">
                  <c:v>2033-01-31</c:v>
                </c:pt>
                <c:pt idx="5145">
                  <c:v>2033-02-01</c:v>
                </c:pt>
                <c:pt idx="5146">
                  <c:v>2033-02-02</c:v>
                </c:pt>
                <c:pt idx="5147">
                  <c:v>2033-02-03</c:v>
                </c:pt>
                <c:pt idx="5148">
                  <c:v>2033-02-04</c:v>
                </c:pt>
                <c:pt idx="5149">
                  <c:v>2033-02-05</c:v>
                </c:pt>
                <c:pt idx="5150">
                  <c:v>2033-02-06</c:v>
                </c:pt>
                <c:pt idx="5151">
                  <c:v>2033-02-07</c:v>
                </c:pt>
                <c:pt idx="5152">
                  <c:v>2033-02-08</c:v>
                </c:pt>
                <c:pt idx="5153">
                  <c:v>2033-02-09</c:v>
                </c:pt>
                <c:pt idx="5154">
                  <c:v>2033-02-10</c:v>
                </c:pt>
                <c:pt idx="5155">
                  <c:v>2033-02-11</c:v>
                </c:pt>
                <c:pt idx="5156">
                  <c:v>2033-02-12</c:v>
                </c:pt>
                <c:pt idx="5157">
                  <c:v>2033-02-13</c:v>
                </c:pt>
                <c:pt idx="5158">
                  <c:v>2033-02-14</c:v>
                </c:pt>
                <c:pt idx="5159">
                  <c:v>2033-02-15</c:v>
                </c:pt>
                <c:pt idx="5160">
                  <c:v>2033-02-16</c:v>
                </c:pt>
                <c:pt idx="5161">
                  <c:v>2033-02-17</c:v>
                </c:pt>
                <c:pt idx="5162">
                  <c:v>2033-02-18</c:v>
                </c:pt>
                <c:pt idx="5163">
                  <c:v>2033-02-19</c:v>
                </c:pt>
                <c:pt idx="5164">
                  <c:v>2033-02-20</c:v>
                </c:pt>
                <c:pt idx="5165">
                  <c:v>2033-02-21</c:v>
                </c:pt>
                <c:pt idx="5166">
                  <c:v>2033-02-22</c:v>
                </c:pt>
                <c:pt idx="5167">
                  <c:v>2033-02-23</c:v>
                </c:pt>
                <c:pt idx="5168">
                  <c:v>2033-02-24</c:v>
                </c:pt>
                <c:pt idx="5169">
                  <c:v>2033-02-25</c:v>
                </c:pt>
                <c:pt idx="5170">
                  <c:v>2033-02-26</c:v>
                </c:pt>
                <c:pt idx="5171">
                  <c:v>2033-02-27</c:v>
                </c:pt>
                <c:pt idx="5172">
                  <c:v>2033-02-28</c:v>
                </c:pt>
                <c:pt idx="5173">
                  <c:v>2033-03-01</c:v>
                </c:pt>
                <c:pt idx="5174">
                  <c:v>2033-03-02</c:v>
                </c:pt>
                <c:pt idx="5175">
                  <c:v>2033-03-03</c:v>
                </c:pt>
                <c:pt idx="5176">
                  <c:v>2033-03-04</c:v>
                </c:pt>
                <c:pt idx="5177">
                  <c:v>2033-03-05</c:v>
                </c:pt>
                <c:pt idx="5178">
                  <c:v>2033-03-06</c:v>
                </c:pt>
                <c:pt idx="5179">
                  <c:v>2033-03-07</c:v>
                </c:pt>
                <c:pt idx="5180">
                  <c:v>2033-03-08</c:v>
                </c:pt>
                <c:pt idx="5181">
                  <c:v>2033-03-09</c:v>
                </c:pt>
                <c:pt idx="5182">
                  <c:v>2033-03-10</c:v>
                </c:pt>
                <c:pt idx="5183">
                  <c:v>2033-03-11</c:v>
                </c:pt>
                <c:pt idx="5184">
                  <c:v>2033-03-12</c:v>
                </c:pt>
                <c:pt idx="5185">
                  <c:v>2033-03-13</c:v>
                </c:pt>
                <c:pt idx="5186">
                  <c:v>2033-03-14</c:v>
                </c:pt>
                <c:pt idx="5187">
                  <c:v>2033-03-15</c:v>
                </c:pt>
                <c:pt idx="5188">
                  <c:v>2033-03-16</c:v>
                </c:pt>
                <c:pt idx="5189">
                  <c:v>2033-03-17</c:v>
                </c:pt>
                <c:pt idx="5190">
                  <c:v>2033-03-18</c:v>
                </c:pt>
                <c:pt idx="5191">
                  <c:v>2033-03-19</c:v>
                </c:pt>
                <c:pt idx="5192">
                  <c:v>2033-03-20</c:v>
                </c:pt>
                <c:pt idx="5193">
                  <c:v>2033-03-21</c:v>
                </c:pt>
                <c:pt idx="5194">
                  <c:v>2033-03-22</c:v>
                </c:pt>
                <c:pt idx="5195">
                  <c:v>2033-03-23</c:v>
                </c:pt>
                <c:pt idx="5196">
                  <c:v>2033-03-24</c:v>
                </c:pt>
                <c:pt idx="5197">
                  <c:v>2033-03-25</c:v>
                </c:pt>
                <c:pt idx="5198">
                  <c:v>2033-03-26</c:v>
                </c:pt>
                <c:pt idx="5199">
                  <c:v>2033-03-27</c:v>
                </c:pt>
                <c:pt idx="5200">
                  <c:v>2033-03-28</c:v>
                </c:pt>
                <c:pt idx="5201">
                  <c:v>2033-03-29</c:v>
                </c:pt>
                <c:pt idx="5202">
                  <c:v>2033-03-30</c:v>
                </c:pt>
                <c:pt idx="5203">
                  <c:v>2033-03-31</c:v>
                </c:pt>
                <c:pt idx="5204">
                  <c:v>2033-04-01</c:v>
                </c:pt>
                <c:pt idx="5205">
                  <c:v>2033-04-02</c:v>
                </c:pt>
                <c:pt idx="5206">
                  <c:v>2033-04-03</c:v>
                </c:pt>
                <c:pt idx="5207">
                  <c:v>2033-04-04</c:v>
                </c:pt>
                <c:pt idx="5208">
                  <c:v>2033-04-05</c:v>
                </c:pt>
                <c:pt idx="5209">
                  <c:v>2033-04-06</c:v>
                </c:pt>
                <c:pt idx="5210">
                  <c:v>2033-04-07</c:v>
                </c:pt>
                <c:pt idx="5211">
                  <c:v>2033-04-08</c:v>
                </c:pt>
                <c:pt idx="5212">
                  <c:v>2033-04-09</c:v>
                </c:pt>
                <c:pt idx="5213">
                  <c:v>2033-04-10</c:v>
                </c:pt>
                <c:pt idx="5214">
                  <c:v>2033-04-11</c:v>
                </c:pt>
                <c:pt idx="5215">
                  <c:v>2033-04-12</c:v>
                </c:pt>
                <c:pt idx="5216">
                  <c:v>2033-04-13</c:v>
                </c:pt>
                <c:pt idx="5217">
                  <c:v>2033-04-14</c:v>
                </c:pt>
                <c:pt idx="5218">
                  <c:v>2033-04-15</c:v>
                </c:pt>
                <c:pt idx="5219">
                  <c:v>2033-04-16</c:v>
                </c:pt>
                <c:pt idx="5220">
                  <c:v>2033-04-17</c:v>
                </c:pt>
                <c:pt idx="5221">
                  <c:v>2033-04-18</c:v>
                </c:pt>
                <c:pt idx="5222">
                  <c:v>2033-04-19</c:v>
                </c:pt>
                <c:pt idx="5223">
                  <c:v>2033-04-20</c:v>
                </c:pt>
                <c:pt idx="5224">
                  <c:v>2033-04-21</c:v>
                </c:pt>
                <c:pt idx="5225">
                  <c:v>2033-04-22</c:v>
                </c:pt>
                <c:pt idx="5226">
                  <c:v>2033-04-23</c:v>
                </c:pt>
                <c:pt idx="5227">
                  <c:v>2033-04-24</c:v>
                </c:pt>
                <c:pt idx="5228">
                  <c:v>2033-04-25</c:v>
                </c:pt>
                <c:pt idx="5229">
                  <c:v>2033-04-26</c:v>
                </c:pt>
                <c:pt idx="5230">
                  <c:v>2033-04-27</c:v>
                </c:pt>
                <c:pt idx="5231">
                  <c:v>2033-04-28</c:v>
                </c:pt>
                <c:pt idx="5232">
                  <c:v>2033-04-29</c:v>
                </c:pt>
                <c:pt idx="5233">
                  <c:v>2033-04-30</c:v>
                </c:pt>
                <c:pt idx="5234">
                  <c:v>2033-05-01</c:v>
                </c:pt>
                <c:pt idx="5235">
                  <c:v>2033-05-02</c:v>
                </c:pt>
                <c:pt idx="5236">
                  <c:v>2033-05-03</c:v>
                </c:pt>
                <c:pt idx="5237">
                  <c:v>2033-05-04</c:v>
                </c:pt>
                <c:pt idx="5238">
                  <c:v>2033-05-05</c:v>
                </c:pt>
                <c:pt idx="5239">
                  <c:v>2033-05-06</c:v>
                </c:pt>
                <c:pt idx="5240">
                  <c:v>2033-05-07</c:v>
                </c:pt>
                <c:pt idx="5241">
                  <c:v>2033-05-08</c:v>
                </c:pt>
                <c:pt idx="5242">
                  <c:v>2033-05-09</c:v>
                </c:pt>
                <c:pt idx="5243">
                  <c:v>2033-05-10</c:v>
                </c:pt>
                <c:pt idx="5244">
                  <c:v>2033-05-11</c:v>
                </c:pt>
                <c:pt idx="5245">
                  <c:v>2033-05-12</c:v>
                </c:pt>
                <c:pt idx="5246">
                  <c:v>2033-05-13</c:v>
                </c:pt>
                <c:pt idx="5247">
                  <c:v>2033-05-14</c:v>
                </c:pt>
                <c:pt idx="5248">
                  <c:v>2033-05-15</c:v>
                </c:pt>
                <c:pt idx="5249">
                  <c:v>2033-05-16</c:v>
                </c:pt>
                <c:pt idx="5250">
                  <c:v>2033-05-17</c:v>
                </c:pt>
                <c:pt idx="5251">
                  <c:v>2033-05-18</c:v>
                </c:pt>
                <c:pt idx="5252">
                  <c:v>2033-05-19</c:v>
                </c:pt>
                <c:pt idx="5253">
                  <c:v>2033-05-20</c:v>
                </c:pt>
                <c:pt idx="5254">
                  <c:v>2033-05-21</c:v>
                </c:pt>
                <c:pt idx="5255">
                  <c:v>2033-05-22</c:v>
                </c:pt>
                <c:pt idx="5256">
                  <c:v>2033-05-23</c:v>
                </c:pt>
                <c:pt idx="5257">
                  <c:v>2033-05-24</c:v>
                </c:pt>
                <c:pt idx="5258">
                  <c:v>2033-05-25</c:v>
                </c:pt>
                <c:pt idx="5259">
                  <c:v>2033-05-26</c:v>
                </c:pt>
                <c:pt idx="5260">
                  <c:v>2033-05-27</c:v>
                </c:pt>
                <c:pt idx="5261">
                  <c:v>2033-05-28</c:v>
                </c:pt>
                <c:pt idx="5262">
                  <c:v>2033-05-29</c:v>
                </c:pt>
                <c:pt idx="5263">
                  <c:v>2033-05-30</c:v>
                </c:pt>
                <c:pt idx="5264">
                  <c:v>2033-05-31</c:v>
                </c:pt>
                <c:pt idx="5265">
                  <c:v>2033-06-01</c:v>
                </c:pt>
                <c:pt idx="5266">
                  <c:v>2033-06-02</c:v>
                </c:pt>
                <c:pt idx="5267">
                  <c:v>2033-06-03</c:v>
                </c:pt>
                <c:pt idx="5268">
                  <c:v>2033-06-04</c:v>
                </c:pt>
                <c:pt idx="5269">
                  <c:v>2033-06-05</c:v>
                </c:pt>
                <c:pt idx="5270">
                  <c:v>2033-06-06</c:v>
                </c:pt>
                <c:pt idx="5271">
                  <c:v>2033-06-07</c:v>
                </c:pt>
                <c:pt idx="5272">
                  <c:v>2033-06-08</c:v>
                </c:pt>
                <c:pt idx="5273">
                  <c:v>2033-06-09</c:v>
                </c:pt>
                <c:pt idx="5274">
                  <c:v>2033-06-10</c:v>
                </c:pt>
                <c:pt idx="5275">
                  <c:v>2033-06-11</c:v>
                </c:pt>
                <c:pt idx="5276">
                  <c:v>2033-06-12</c:v>
                </c:pt>
                <c:pt idx="5277">
                  <c:v>2033-06-13</c:v>
                </c:pt>
                <c:pt idx="5278">
                  <c:v>2033-06-14</c:v>
                </c:pt>
                <c:pt idx="5279">
                  <c:v>2033-06-15</c:v>
                </c:pt>
                <c:pt idx="5280">
                  <c:v>2033-06-16</c:v>
                </c:pt>
                <c:pt idx="5281">
                  <c:v>2033-06-17</c:v>
                </c:pt>
                <c:pt idx="5282">
                  <c:v>2033-06-18</c:v>
                </c:pt>
                <c:pt idx="5283">
                  <c:v>2033-06-19</c:v>
                </c:pt>
                <c:pt idx="5284">
                  <c:v>2033-06-20</c:v>
                </c:pt>
                <c:pt idx="5285">
                  <c:v>2033-06-21</c:v>
                </c:pt>
                <c:pt idx="5286">
                  <c:v>2033-06-22</c:v>
                </c:pt>
                <c:pt idx="5287">
                  <c:v>2033-06-23</c:v>
                </c:pt>
                <c:pt idx="5288">
                  <c:v>2033-06-24</c:v>
                </c:pt>
                <c:pt idx="5289">
                  <c:v>2033-06-25</c:v>
                </c:pt>
                <c:pt idx="5290">
                  <c:v>2033-06-26</c:v>
                </c:pt>
                <c:pt idx="5291">
                  <c:v>2033-06-27</c:v>
                </c:pt>
                <c:pt idx="5292">
                  <c:v>2033-06-28</c:v>
                </c:pt>
                <c:pt idx="5293">
                  <c:v>2033-06-29</c:v>
                </c:pt>
                <c:pt idx="5294">
                  <c:v>2033-06-30</c:v>
                </c:pt>
                <c:pt idx="5295">
                  <c:v>2033-07-01</c:v>
                </c:pt>
                <c:pt idx="5296">
                  <c:v>2033-07-02</c:v>
                </c:pt>
                <c:pt idx="5297">
                  <c:v>2033-07-03</c:v>
                </c:pt>
                <c:pt idx="5298">
                  <c:v>2033-07-04</c:v>
                </c:pt>
                <c:pt idx="5299">
                  <c:v>2033-07-05</c:v>
                </c:pt>
                <c:pt idx="5300">
                  <c:v>2033-07-06</c:v>
                </c:pt>
                <c:pt idx="5301">
                  <c:v>2033-07-07</c:v>
                </c:pt>
                <c:pt idx="5302">
                  <c:v>2033-07-08</c:v>
                </c:pt>
                <c:pt idx="5303">
                  <c:v>2033-07-09</c:v>
                </c:pt>
                <c:pt idx="5304">
                  <c:v>2033-07-10</c:v>
                </c:pt>
                <c:pt idx="5305">
                  <c:v>2033-07-11</c:v>
                </c:pt>
                <c:pt idx="5306">
                  <c:v>2033-07-12</c:v>
                </c:pt>
                <c:pt idx="5307">
                  <c:v>2033-07-13</c:v>
                </c:pt>
                <c:pt idx="5308">
                  <c:v>2033-07-14</c:v>
                </c:pt>
                <c:pt idx="5309">
                  <c:v>2033-07-15</c:v>
                </c:pt>
                <c:pt idx="5310">
                  <c:v>2033-07-16</c:v>
                </c:pt>
                <c:pt idx="5311">
                  <c:v>2033-07-17</c:v>
                </c:pt>
                <c:pt idx="5312">
                  <c:v>2033-07-18</c:v>
                </c:pt>
                <c:pt idx="5313">
                  <c:v>2033-07-19</c:v>
                </c:pt>
                <c:pt idx="5314">
                  <c:v>2033-07-20</c:v>
                </c:pt>
                <c:pt idx="5315">
                  <c:v>2033-07-21</c:v>
                </c:pt>
                <c:pt idx="5316">
                  <c:v>2033-07-22</c:v>
                </c:pt>
                <c:pt idx="5317">
                  <c:v>2033-07-23</c:v>
                </c:pt>
                <c:pt idx="5318">
                  <c:v>2033-07-24</c:v>
                </c:pt>
                <c:pt idx="5319">
                  <c:v>2033-07-25</c:v>
                </c:pt>
                <c:pt idx="5320">
                  <c:v>2033-07-26</c:v>
                </c:pt>
                <c:pt idx="5321">
                  <c:v>2033-07-27</c:v>
                </c:pt>
                <c:pt idx="5322">
                  <c:v>2033-07-28</c:v>
                </c:pt>
                <c:pt idx="5323">
                  <c:v>2033-07-29</c:v>
                </c:pt>
                <c:pt idx="5324">
                  <c:v>2033-07-30</c:v>
                </c:pt>
                <c:pt idx="5325">
                  <c:v>2033-07-31</c:v>
                </c:pt>
                <c:pt idx="5326">
                  <c:v>2033-08-01</c:v>
                </c:pt>
                <c:pt idx="5327">
                  <c:v>2033-08-02</c:v>
                </c:pt>
                <c:pt idx="5328">
                  <c:v>2033-08-03</c:v>
                </c:pt>
                <c:pt idx="5329">
                  <c:v>2033-08-04</c:v>
                </c:pt>
                <c:pt idx="5330">
                  <c:v>2033-08-05</c:v>
                </c:pt>
                <c:pt idx="5331">
                  <c:v>2033-08-06</c:v>
                </c:pt>
                <c:pt idx="5332">
                  <c:v>2033-08-07</c:v>
                </c:pt>
                <c:pt idx="5333">
                  <c:v>2033-08-08</c:v>
                </c:pt>
                <c:pt idx="5334">
                  <c:v>2033-08-09</c:v>
                </c:pt>
                <c:pt idx="5335">
                  <c:v>2033-08-10</c:v>
                </c:pt>
                <c:pt idx="5336">
                  <c:v>2033-08-11</c:v>
                </c:pt>
                <c:pt idx="5337">
                  <c:v>2033-08-12</c:v>
                </c:pt>
                <c:pt idx="5338">
                  <c:v>2033-08-13</c:v>
                </c:pt>
                <c:pt idx="5339">
                  <c:v>2033-08-14</c:v>
                </c:pt>
                <c:pt idx="5340">
                  <c:v>2033-08-15</c:v>
                </c:pt>
                <c:pt idx="5341">
                  <c:v>2033-08-16</c:v>
                </c:pt>
                <c:pt idx="5342">
                  <c:v>2033-08-17</c:v>
                </c:pt>
                <c:pt idx="5343">
                  <c:v>2033-08-18</c:v>
                </c:pt>
                <c:pt idx="5344">
                  <c:v>2033-08-19</c:v>
                </c:pt>
                <c:pt idx="5345">
                  <c:v>2033-08-20</c:v>
                </c:pt>
                <c:pt idx="5346">
                  <c:v>2033-08-21</c:v>
                </c:pt>
                <c:pt idx="5347">
                  <c:v>2033-08-22</c:v>
                </c:pt>
                <c:pt idx="5348">
                  <c:v>2033-08-23</c:v>
                </c:pt>
                <c:pt idx="5349">
                  <c:v>2033-08-24</c:v>
                </c:pt>
                <c:pt idx="5350">
                  <c:v>2033-08-25</c:v>
                </c:pt>
                <c:pt idx="5351">
                  <c:v>2033-08-26</c:v>
                </c:pt>
                <c:pt idx="5352">
                  <c:v>2033-08-27</c:v>
                </c:pt>
                <c:pt idx="5353">
                  <c:v>2033-08-28</c:v>
                </c:pt>
                <c:pt idx="5354">
                  <c:v>2033-08-29</c:v>
                </c:pt>
                <c:pt idx="5355">
                  <c:v>2033-08-30</c:v>
                </c:pt>
                <c:pt idx="5356">
                  <c:v>2033-08-31</c:v>
                </c:pt>
                <c:pt idx="5357">
                  <c:v>2033-09-01</c:v>
                </c:pt>
                <c:pt idx="5358">
                  <c:v>2033-09-02</c:v>
                </c:pt>
                <c:pt idx="5359">
                  <c:v>2033-09-03</c:v>
                </c:pt>
                <c:pt idx="5360">
                  <c:v>2033-09-04</c:v>
                </c:pt>
                <c:pt idx="5361">
                  <c:v>2033-09-05</c:v>
                </c:pt>
                <c:pt idx="5362">
                  <c:v>2033-09-06</c:v>
                </c:pt>
                <c:pt idx="5363">
                  <c:v>2033-09-07</c:v>
                </c:pt>
                <c:pt idx="5364">
                  <c:v>2033-09-08</c:v>
                </c:pt>
                <c:pt idx="5365">
                  <c:v>2033-09-09</c:v>
                </c:pt>
                <c:pt idx="5366">
                  <c:v>2033-09-10</c:v>
                </c:pt>
                <c:pt idx="5367">
                  <c:v>2033-09-11</c:v>
                </c:pt>
                <c:pt idx="5368">
                  <c:v>2033-09-12</c:v>
                </c:pt>
                <c:pt idx="5369">
                  <c:v>2033-09-13</c:v>
                </c:pt>
                <c:pt idx="5370">
                  <c:v>2033-09-14</c:v>
                </c:pt>
                <c:pt idx="5371">
                  <c:v>2033-09-15</c:v>
                </c:pt>
                <c:pt idx="5372">
                  <c:v>2033-09-16</c:v>
                </c:pt>
                <c:pt idx="5373">
                  <c:v>2033-09-17</c:v>
                </c:pt>
                <c:pt idx="5374">
                  <c:v>2033-09-18</c:v>
                </c:pt>
                <c:pt idx="5375">
                  <c:v>2033-09-19</c:v>
                </c:pt>
                <c:pt idx="5376">
                  <c:v>2033-09-20</c:v>
                </c:pt>
                <c:pt idx="5377">
                  <c:v>2033-09-21</c:v>
                </c:pt>
                <c:pt idx="5378">
                  <c:v>2033-09-22</c:v>
                </c:pt>
                <c:pt idx="5379">
                  <c:v>2033-09-23</c:v>
                </c:pt>
                <c:pt idx="5380">
                  <c:v>2033-09-24</c:v>
                </c:pt>
                <c:pt idx="5381">
                  <c:v>2033-09-25</c:v>
                </c:pt>
                <c:pt idx="5382">
                  <c:v>2033-09-26</c:v>
                </c:pt>
                <c:pt idx="5383">
                  <c:v>2033-09-27</c:v>
                </c:pt>
                <c:pt idx="5384">
                  <c:v>2033-09-28</c:v>
                </c:pt>
                <c:pt idx="5385">
                  <c:v>2033-09-29</c:v>
                </c:pt>
                <c:pt idx="5386">
                  <c:v>2033-09-30</c:v>
                </c:pt>
                <c:pt idx="5387">
                  <c:v>2033-10-01</c:v>
                </c:pt>
                <c:pt idx="5388">
                  <c:v>2033-10-02</c:v>
                </c:pt>
                <c:pt idx="5389">
                  <c:v>2033-10-03</c:v>
                </c:pt>
                <c:pt idx="5390">
                  <c:v>2033-10-04</c:v>
                </c:pt>
                <c:pt idx="5391">
                  <c:v>2033-10-05</c:v>
                </c:pt>
                <c:pt idx="5392">
                  <c:v>2033-10-06</c:v>
                </c:pt>
                <c:pt idx="5393">
                  <c:v>2033-10-07</c:v>
                </c:pt>
                <c:pt idx="5394">
                  <c:v>2033-10-08</c:v>
                </c:pt>
                <c:pt idx="5395">
                  <c:v>2033-10-09</c:v>
                </c:pt>
                <c:pt idx="5396">
                  <c:v>2033-10-10</c:v>
                </c:pt>
                <c:pt idx="5397">
                  <c:v>2033-10-11</c:v>
                </c:pt>
                <c:pt idx="5398">
                  <c:v>2033-10-12</c:v>
                </c:pt>
                <c:pt idx="5399">
                  <c:v>2033-10-13</c:v>
                </c:pt>
                <c:pt idx="5400">
                  <c:v>2033-10-14</c:v>
                </c:pt>
                <c:pt idx="5401">
                  <c:v>2033-10-15</c:v>
                </c:pt>
                <c:pt idx="5402">
                  <c:v>2033-10-16</c:v>
                </c:pt>
                <c:pt idx="5403">
                  <c:v>2033-10-17</c:v>
                </c:pt>
                <c:pt idx="5404">
                  <c:v>2033-10-18</c:v>
                </c:pt>
                <c:pt idx="5405">
                  <c:v>2033-10-19</c:v>
                </c:pt>
                <c:pt idx="5406">
                  <c:v>2033-10-20</c:v>
                </c:pt>
                <c:pt idx="5407">
                  <c:v>2033-10-21</c:v>
                </c:pt>
                <c:pt idx="5408">
                  <c:v>2033-10-22</c:v>
                </c:pt>
                <c:pt idx="5409">
                  <c:v>2033-10-23</c:v>
                </c:pt>
                <c:pt idx="5410">
                  <c:v>2033-10-24</c:v>
                </c:pt>
                <c:pt idx="5411">
                  <c:v>2033-10-25</c:v>
                </c:pt>
                <c:pt idx="5412">
                  <c:v>2033-10-26</c:v>
                </c:pt>
                <c:pt idx="5413">
                  <c:v>2033-10-27</c:v>
                </c:pt>
                <c:pt idx="5414">
                  <c:v>2033-10-28</c:v>
                </c:pt>
                <c:pt idx="5415">
                  <c:v>2033-10-29</c:v>
                </c:pt>
                <c:pt idx="5416">
                  <c:v>2033-10-30</c:v>
                </c:pt>
                <c:pt idx="5417">
                  <c:v>2033-10-31</c:v>
                </c:pt>
                <c:pt idx="5418">
                  <c:v>2033-11-01</c:v>
                </c:pt>
                <c:pt idx="5419">
                  <c:v>2033-11-02</c:v>
                </c:pt>
                <c:pt idx="5420">
                  <c:v>2033-11-03</c:v>
                </c:pt>
                <c:pt idx="5421">
                  <c:v>2033-11-04</c:v>
                </c:pt>
                <c:pt idx="5422">
                  <c:v>2033-11-05</c:v>
                </c:pt>
                <c:pt idx="5423">
                  <c:v>2033-11-06</c:v>
                </c:pt>
                <c:pt idx="5424">
                  <c:v>2033-11-07</c:v>
                </c:pt>
                <c:pt idx="5425">
                  <c:v>2033-11-08</c:v>
                </c:pt>
                <c:pt idx="5426">
                  <c:v>2033-11-09</c:v>
                </c:pt>
                <c:pt idx="5427">
                  <c:v>2033-11-10</c:v>
                </c:pt>
                <c:pt idx="5428">
                  <c:v>2033-11-11</c:v>
                </c:pt>
                <c:pt idx="5429">
                  <c:v>2033-11-12</c:v>
                </c:pt>
                <c:pt idx="5430">
                  <c:v>2033-11-13</c:v>
                </c:pt>
                <c:pt idx="5431">
                  <c:v>2033-11-14</c:v>
                </c:pt>
                <c:pt idx="5432">
                  <c:v>2033-11-15</c:v>
                </c:pt>
                <c:pt idx="5433">
                  <c:v>2033-11-16</c:v>
                </c:pt>
                <c:pt idx="5434">
                  <c:v>2033-11-17</c:v>
                </c:pt>
                <c:pt idx="5435">
                  <c:v>2033-11-18</c:v>
                </c:pt>
                <c:pt idx="5436">
                  <c:v>2033-11-19</c:v>
                </c:pt>
                <c:pt idx="5437">
                  <c:v>2033-11-20</c:v>
                </c:pt>
                <c:pt idx="5438">
                  <c:v>2033-11-21</c:v>
                </c:pt>
                <c:pt idx="5439">
                  <c:v>2033-11-22</c:v>
                </c:pt>
                <c:pt idx="5440">
                  <c:v>2033-11-23</c:v>
                </c:pt>
                <c:pt idx="5441">
                  <c:v>2033-11-24</c:v>
                </c:pt>
                <c:pt idx="5442">
                  <c:v>2033-11-25</c:v>
                </c:pt>
                <c:pt idx="5443">
                  <c:v>2033-11-26</c:v>
                </c:pt>
                <c:pt idx="5444">
                  <c:v>2033-11-27</c:v>
                </c:pt>
                <c:pt idx="5445">
                  <c:v>2033-11-28</c:v>
                </c:pt>
                <c:pt idx="5446">
                  <c:v>2033-11-29</c:v>
                </c:pt>
                <c:pt idx="5447">
                  <c:v>2033-11-30</c:v>
                </c:pt>
                <c:pt idx="5448">
                  <c:v>2033-12-01</c:v>
                </c:pt>
                <c:pt idx="5449">
                  <c:v>2033-12-02</c:v>
                </c:pt>
                <c:pt idx="5450">
                  <c:v>2033-12-03</c:v>
                </c:pt>
                <c:pt idx="5451">
                  <c:v>2033-12-04</c:v>
                </c:pt>
                <c:pt idx="5452">
                  <c:v>2033-12-05</c:v>
                </c:pt>
                <c:pt idx="5453">
                  <c:v>2033-12-06</c:v>
                </c:pt>
                <c:pt idx="5454">
                  <c:v>2033-12-07</c:v>
                </c:pt>
                <c:pt idx="5455">
                  <c:v>2033-12-08</c:v>
                </c:pt>
                <c:pt idx="5456">
                  <c:v>2033-12-09</c:v>
                </c:pt>
                <c:pt idx="5457">
                  <c:v>2033-12-10</c:v>
                </c:pt>
                <c:pt idx="5458">
                  <c:v>2033-12-11</c:v>
                </c:pt>
                <c:pt idx="5459">
                  <c:v>2033-12-12</c:v>
                </c:pt>
                <c:pt idx="5460">
                  <c:v>2033-12-13</c:v>
                </c:pt>
                <c:pt idx="5461">
                  <c:v>2033-12-14</c:v>
                </c:pt>
                <c:pt idx="5462">
                  <c:v>2033-12-15</c:v>
                </c:pt>
                <c:pt idx="5463">
                  <c:v>2033-12-16</c:v>
                </c:pt>
                <c:pt idx="5464">
                  <c:v>2033-12-17</c:v>
                </c:pt>
                <c:pt idx="5465">
                  <c:v>2033-12-18</c:v>
                </c:pt>
                <c:pt idx="5466">
                  <c:v>2033-12-19</c:v>
                </c:pt>
                <c:pt idx="5467">
                  <c:v>2033-12-20</c:v>
                </c:pt>
                <c:pt idx="5468">
                  <c:v>2033-12-21</c:v>
                </c:pt>
                <c:pt idx="5469">
                  <c:v>2033-12-22</c:v>
                </c:pt>
                <c:pt idx="5470">
                  <c:v>2033-12-23</c:v>
                </c:pt>
                <c:pt idx="5471">
                  <c:v>2033-12-24</c:v>
                </c:pt>
                <c:pt idx="5472">
                  <c:v>2033-12-25</c:v>
                </c:pt>
                <c:pt idx="5473">
                  <c:v>2033-12-26</c:v>
                </c:pt>
                <c:pt idx="5474">
                  <c:v>2033-12-27</c:v>
                </c:pt>
                <c:pt idx="5475">
                  <c:v>2033-12-28</c:v>
                </c:pt>
                <c:pt idx="5476">
                  <c:v>2033-12-29</c:v>
                </c:pt>
                <c:pt idx="5477">
                  <c:v>2033-12-30</c:v>
                </c:pt>
                <c:pt idx="5478">
                  <c:v>2033-12-31</c:v>
                </c:pt>
                <c:pt idx="5479">
                  <c:v>2034-01-01</c:v>
                </c:pt>
                <c:pt idx="5480">
                  <c:v>2034-01-02</c:v>
                </c:pt>
                <c:pt idx="5481">
                  <c:v>2034-01-03</c:v>
                </c:pt>
                <c:pt idx="5482">
                  <c:v>2034-01-04</c:v>
                </c:pt>
                <c:pt idx="5483">
                  <c:v>2034-01-05</c:v>
                </c:pt>
                <c:pt idx="5484">
                  <c:v>2034-01-06</c:v>
                </c:pt>
                <c:pt idx="5485">
                  <c:v>2034-01-07</c:v>
                </c:pt>
                <c:pt idx="5486">
                  <c:v>2034-01-08</c:v>
                </c:pt>
                <c:pt idx="5487">
                  <c:v>2034-01-09</c:v>
                </c:pt>
                <c:pt idx="5488">
                  <c:v>2034-01-10</c:v>
                </c:pt>
                <c:pt idx="5489">
                  <c:v>2034-01-11</c:v>
                </c:pt>
                <c:pt idx="5490">
                  <c:v>2034-01-12</c:v>
                </c:pt>
                <c:pt idx="5491">
                  <c:v>2034-01-13</c:v>
                </c:pt>
                <c:pt idx="5492">
                  <c:v>2034-01-14</c:v>
                </c:pt>
                <c:pt idx="5493">
                  <c:v>2034-01-15</c:v>
                </c:pt>
                <c:pt idx="5494">
                  <c:v>2034-01-16</c:v>
                </c:pt>
                <c:pt idx="5495">
                  <c:v>2034-01-17</c:v>
                </c:pt>
                <c:pt idx="5496">
                  <c:v>2034-01-18</c:v>
                </c:pt>
                <c:pt idx="5497">
                  <c:v>2034-01-19</c:v>
                </c:pt>
                <c:pt idx="5498">
                  <c:v>2034-01-20</c:v>
                </c:pt>
                <c:pt idx="5499">
                  <c:v>2034-01-21</c:v>
                </c:pt>
                <c:pt idx="5500">
                  <c:v>2034-01-22</c:v>
                </c:pt>
                <c:pt idx="5501">
                  <c:v>2034-01-23</c:v>
                </c:pt>
                <c:pt idx="5502">
                  <c:v>2034-01-24</c:v>
                </c:pt>
                <c:pt idx="5503">
                  <c:v>2034-01-25</c:v>
                </c:pt>
                <c:pt idx="5504">
                  <c:v>2034-01-26</c:v>
                </c:pt>
                <c:pt idx="5505">
                  <c:v>2034-01-27</c:v>
                </c:pt>
                <c:pt idx="5506">
                  <c:v>2034-01-28</c:v>
                </c:pt>
                <c:pt idx="5507">
                  <c:v>2034-01-29</c:v>
                </c:pt>
                <c:pt idx="5508">
                  <c:v>2034-01-30</c:v>
                </c:pt>
                <c:pt idx="5509">
                  <c:v>2034-01-31</c:v>
                </c:pt>
                <c:pt idx="5510">
                  <c:v>2034-02-01</c:v>
                </c:pt>
                <c:pt idx="5511">
                  <c:v>2034-02-02</c:v>
                </c:pt>
                <c:pt idx="5512">
                  <c:v>2034-02-03</c:v>
                </c:pt>
                <c:pt idx="5513">
                  <c:v>2034-02-04</c:v>
                </c:pt>
                <c:pt idx="5514">
                  <c:v>2034-02-05</c:v>
                </c:pt>
                <c:pt idx="5515">
                  <c:v>2034-02-06</c:v>
                </c:pt>
                <c:pt idx="5516">
                  <c:v>2034-02-07</c:v>
                </c:pt>
                <c:pt idx="5517">
                  <c:v>2034-02-08</c:v>
                </c:pt>
                <c:pt idx="5518">
                  <c:v>2034-02-09</c:v>
                </c:pt>
                <c:pt idx="5519">
                  <c:v>2034-02-10</c:v>
                </c:pt>
                <c:pt idx="5520">
                  <c:v>2034-02-11</c:v>
                </c:pt>
                <c:pt idx="5521">
                  <c:v>2034-02-12</c:v>
                </c:pt>
                <c:pt idx="5522">
                  <c:v>2034-02-13</c:v>
                </c:pt>
                <c:pt idx="5523">
                  <c:v>2034-02-14</c:v>
                </c:pt>
                <c:pt idx="5524">
                  <c:v>2034-02-15</c:v>
                </c:pt>
                <c:pt idx="5525">
                  <c:v>2034-02-16</c:v>
                </c:pt>
                <c:pt idx="5526">
                  <c:v>2034-02-17</c:v>
                </c:pt>
                <c:pt idx="5527">
                  <c:v>2034-02-18</c:v>
                </c:pt>
                <c:pt idx="5528">
                  <c:v>2034-02-19</c:v>
                </c:pt>
                <c:pt idx="5529">
                  <c:v>2034-02-20</c:v>
                </c:pt>
                <c:pt idx="5530">
                  <c:v>2034-02-21</c:v>
                </c:pt>
                <c:pt idx="5531">
                  <c:v>2034-02-22</c:v>
                </c:pt>
                <c:pt idx="5532">
                  <c:v>2034-02-23</c:v>
                </c:pt>
                <c:pt idx="5533">
                  <c:v>2034-02-24</c:v>
                </c:pt>
                <c:pt idx="5534">
                  <c:v>2034-02-25</c:v>
                </c:pt>
                <c:pt idx="5535">
                  <c:v>2034-02-26</c:v>
                </c:pt>
                <c:pt idx="5536">
                  <c:v>2034-02-27</c:v>
                </c:pt>
                <c:pt idx="5537">
                  <c:v>2034-02-28</c:v>
                </c:pt>
                <c:pt idx="5538">
                  <c:v>2034-03-01</c:v>
                </c:pt>
                <c:pt idx="5539">
                  <c:v>2034-03-02</c:v>
                </c:pt>
                <c:pt idx="5540">
                  <c:v>2034-03-03</c:v>
                </c:pt>
                <c:pt idx="5541">
                  <c:v>2034-03-04</c:v>
                </c:pt>
                <c:pt idx="5542">
                  <c:v>2034-03-05</c:v>
                </c:pt>
                <c:pt idx="5543">
                  <c:v>2034-03-06</c:v>
                </c:pt>
                <c:pt idx="5544">
                  <c:v>2034-03-07</c:v>
                </c:pt>
                <c:pt idx="5545">
                  <c:v>2034-03-08</c:v>
                </c:pt>
                <c:pt idx="5546">
                  <c:v>2034-03-09</c:v>
                </c:pt>
                <c:pt idx="5547">
                  <c:v>2034-03-10</c:v>
                </c:pt>
                <c:pt idx="5548">
                  <c:v>2034-03-11</c:v>
                </c:pt>
                <c:pt idx="5549">
                  <c:v>2034-03-12</c:v>
                </c:pt>
                <c:pt idx="5550">
                  <c:v>2034-03-13</c:v>
                </c:pt>
                <c:pt idx="5551">
                  <c:v>2034-03-14</c:v>
                </c:pt>
                <c:pt idx="5552">
                  <c:v>2034-03-15</c:v>
                </c:pt>
                <c:pt idx="5553">
                  <c:v>2034-03-16</c:v>
                </c:pt>
                <c:pt idx="5554">
                  <c:v>2034-03-17</c:v>
                </c:pt>
                <c:pt idx="5555">
                  <c:v>2034-03-18</c:v>
                </c:pt>
                <c:pt idx="5556">
                  <c:v>2034-03-19</c:v>
                </c:pt>
                <c:pt idx="5557">
                  <c:v>2034-03-20</c:v>
                </c:pt>
                <c:pt idx="5558">
                  <c:v>2034-03-21</c:v>
                </c:pt>
                <c:pt idx="5559">
                  <c:v>2034-03-22</c:v>
                </c:pt>
                <c:pt idx="5560">
                  <c:v>2034-03-23</c:v>
                </c:pt>
                <c:pt idx="5561">
                  <c:v>2034-03-24</c:v>
                </c:pt>
                <c:pt idx="5562">
                  <c:v>2034-03-25</c:v>
                </c:pt>
                <c:pt idx="5563">
                  <c:v>2034-03-26</c:v>
                </c:pt>
                <c:pt idx="5564">
                  <c:v>2034-03-27</c:v>
                </c:pt>
                <c:pt idx="5565">
                  <c:v>2034-03-28</c:v>
                </c:pt>
                <c:pt idx="5566">
                  <c:v>2034-03-29</c:v>
                </c:pt>
                <c:pt idx="5567">
                  <c:v>2034-03-30</c:v>
                </c:pt>
                <c:pt idx="5568">
                  <c:v>2034-03-31</c:v>
                </c:pt>
                <c:pt idx="5569">
                  <c:v>2034-04-01</c:v>
                </c:pt>
                <c:pt idx="5570">
                  <c:v>2034-04-02</c:v>
                </c:pt>
                <c:pt idx="5571">
                  <c:v>2034-04-03</c:v>
                </c:pt>
                <c:pt idx="5572">
                  <c:v>2034-04-04</c:v>
                </c:pt>
                <c:pt idx="5573">
                  <c:v>2034-04-05</c:v>
                </c:pt>
                <c:pt idx="5574">
                  <c:v>2034-04-06</c:v>
                </c:pt>
                <c:pt idx="5575">
                  <c:v>2034-04-07</c:v>
                </c:pt>
                <c:pt idx="5576">
                  <c:v>2034-04-08</c:v>
                </c:pt>
                <c:pt idx="5577">
                  <c:v>2034-04-09</c:v>
                </c:pt>
                <c:pt idx="5578">
                  <c:v>2034-04-10</c:v>
                </c:pt>
                <c:pt idx="5579">
                  <c:v>2034-04-11</c:v>
                </c:pt>
                <c:pt idx="5580">
                  <c:v>2034-04-12</c:v>
                </c:pt>
                <c:pt idx="5581">
                  <c:v>2034-04-13</c:v>
                </c:pt>
                <c:pt idx="5582">
                  <c:v>2034-04-14</c:v>
                </c:pt>
                <c:pt idx="5583">
                  <c:v>2034-04-15</c:v>
                </c:pt>
                <c:pt idx="5584">
                  <c:v>2034-04-16</c:v>
                </c:pt>
                <c:pt idx="5585">
                  <c:v>2034-04-17</c:v>
                </c:pt>
                <c:pt idx="5586">
                  <c:v>2034-04-18</c:v>
                </c:pt>
                <c:pt idx="5587">
                  <c:v>2034-04-19</c:v>
                </c:pt>
                <c:pt idx="5588">
                  <c:v>2034-04-20</c:v>
                </c:pt>
                <c:pt idx="5589">
                  <c:v>2034-04-21</c:v>
                </c:pt>
                <c:pt idx="5590">
                  <c:v>2034-04-22</c:v>
                </c:pt>
                <c:pt idx="5591">
                  <c:v>2034-04-23</c:v>
                </c:pt>
                <c:pt idx="5592">
                  <c:v>2034-04-24</c:v>
                </c:pt>
                <c:pt idx="5593">
                  <c:v>2034-04-25</c:v>
                </c:pt>
                <c:pt idx="5594">
                  <c:v>2034-04-26</c:v>
                </c:pt>
                <c:pt idx="5595">
                  <c:v>2034-04-27</c:v>
                </c:pt>
                <c:pt idx="5596">
                  <c:v>2034-04-28</c:v>
                </c:pt>
                <c:pt idx="5597">
                  <c:v>2034-04-29</c:v>
                </c:pt>
                <c:pt idx="5598">
                  <c:v>2034-04-30</c:v>
                </c:pt>
                <c:pt idx="5599">
                  <c:v>2034-05-01</c:v>
                </c:pt>
                <c:pt idx="5600">
                  <c:v>2034-05-02</c:v>
                </c:pt>
                <c:pt idx="5601">
                  <c:v>2034-05-03</c:v>
                </c:pt>
                <c:pt idx="5602">
                  <c:v>2034-05-04</c:v>
                </c:pt>
                <c:pt idx="5603">
                  <c:v>2034-05-05</c:v>
                </c:pt>
                <c:pt idx="5604">
                  <c:v>2034-05-06</c:v>
                </c:pt>
                <c:pt idx="5605">
                  <c:v>2034-05-07</c:v>
                </c:pt>
                <c:pt idx="5606">
                  <c:v>2034-05-08</c:v>
                </c:pt>
                <c:pt idx="5607">
                  <c:v>2034-05-09</c:v>
                </c:pt>
                <c:pt idx="5608">
                  <c:v>2034-05-10</c:v>
                </c:pt>
                <c:pt idx="5609">
                  <c:v>2034-05-11</c:v>
                </c:pt>
                <c:pt idx="5610">
                  <c:v>2034-05-12</c:v>
                </c:pt>
                <c:pt idx="5611">
                  <c:v>2034-05-13</c:v>
                </c:pt>
                <c:pt idx="5612">
                  <c:v>2034-05-14</c:v>
                </c:pt>
                <c:pt idx="5613">
                  <c:v>2034-05-15</c:v>
                </c:pt>
                <c:pt idx="5614">
                  <c:v>2034-05-16</c:v>
                </c:pt>
                <c:pt idx="5615">
                  <c:v>2034-05-17</c:v>
                </c:pt>
                <c:pt idx="5616">
                  <c:v>2034-05-18</c:v>
                </c:pt>
                <c:pt idx="5617">
                  <c:v>2034-05-19</c:v>
                </c:pt>
                <c:pt idx="5618">
                  <c:v>2034-05-20</c:v>
                </c:pt>
                <c:pt idx="5619">
                  <c:v>2034-05-21</c:v>
                </c:pt>
                <c:pt idx="5620">
                  <c:v>2034-05-22</c:v>
                </c:pt>
                <c:pt idx="5621">
                  <c:v>2034-05-23</c:v>
                </c:pt>
                <c:pt idx="5622">
                  <c:v>2034-05-24</c:v>
                </c:pt>
                <c:pt idx="5623">
                  <c:v>2034-05-25</c:v>
                </c:pt>
                <c:pt idx="5624">
                  <c:v>2034-05-26</c:v>
                </c:pt>
                <c:pt idx="5625">
                  <c:v>2034-05-27</c:v>
                </c:pt>
                <c:pt idx="5626">
                  <c:v>2034-05-28</c:v>
                </c:pt>
                <c:pt idx="5627">
                  <c:v>2034-05-29</c:v>
                </c:pt>
                <c:pt idx="5628">
                  <c:v>2034-05-30</c:v>
                </c:pt>
                <c:pt idx="5629">
                  <c:v>2034-05-31</c:v>
                </c:pt>
                <c:pt idx="5630">
                  <c:v>2034-06-01</c:v>
                </c:pt>
                <c:pt idx="5631">
                  <c:v>2034-06-02</c:v>
                </c:pt>
                <c:pt idx="5632">
                  <c:v>2034-06-03</c:v>
                </c:pt>
                <c:pt idx="5633">
                  <c:v>2034-06-04</c:v>
                </c:pt>
                <c:pt idx="5634">
                  <c:v>2034-06-05</c:v>
                </c:pt>
                <c:pt idx="5635">
                  <c:v>2034-06-06</c:v>
                </c:pt>
                <c:pt idx="5636">
                  <c:v>2034-06-07</c:v>
                </c:pt>
                <c:pt idx="5637">
                  <c:v>2034-06-08</c:v>
                </c:pt>
                <c:pt idx="5638">
                  <c:v>2034-06-09</c:v>
                </c:pt>
                <c:pt idx="5639">
                  <c:v>2034-06-10</c:v>
                </c:pt>
                <c:pt idx="5640">
                  <c:v>2034-06-11</c:v>
                </c:pt>
                <c:pt idx="5641">
                  <c:v>2034-06-12</c:v>
                </c:pt>
                <c:pt idx="5642">
                  <c:v>2034-06-13</c:v>
                </c:pt>
                <c:pt idx="5643">
                  <c:v>2034-06-14</c:v>
                </c:pt>
                <c:pt idx="5644">
                  <c:v>2034-06-15</c:v>
                </c:pt>
                <c:pt idx="5645">
                  <c:v>2034-06-16</c:v>
                </c:pt>
                <c:pt idx="5646">
                  <c:v>2034-06-17</c:v>
                </c:pt>
                <c:pt idx="5647">
                  <c:v>2034-06-18</c:v>
                </c:pt>
                <c:pt idx="5648">
                  <c:v>2034-06-19</c:v>
                </c:pt>
                <c:pt idx="5649">
                  <c:v>2034-06-20</c:v>
                </c:pt>
                <c:pt idx="5650">
                  <c:v>2034-06-21</c:v>
                </c:pt>
                <c:pt idx="5651">
                  <c:v>2034-06-22</c:v>
                </c:pt>
                <c:pt idx="5652">
                  <c:v>2034-06-23</c:v>
                </c:pt>
                <c:pt idx="5653">
                  <c:v>2034-06-24</c:v>
                </c:pt>
                <c:pt idx="5654">
                  <c:v>2034-06-25</c:v>
                </c:pt>
                <c:pt idx="5655">
                  <c:v>2034-06-26</c:v>
                </c:pt>
                <c:pt idx="5656">
                  <c:v>2034-06-27</c:v>
                </c:pt>
                <c:pt idx="5657">
                  <c:v>2034-06-28</c:v>
                </c:pt>
                <c:pt idx="5658">
                  <c:v>2034-06-29</c:v>
                </c:pt>
                <c:pt idx="5659">
                  <c:v>2034-06-30</c:v>
                </c:pt>
                <c:pt idx="5660">
                  <c:v>2034-07-01</c:v>
                </c:pt>
                <c:pt idx="5661">
                  <c:v>2034-07-02</c:v>
                </c:pt>
                <c:pt idx="5662">
                  <c:v>2034-07-03</c:v>
                </c:pt>
                <c:pt idx="5663">
                  <c:v>2034-07-04</c:v>
                </c:pt>
                <c:pt idx="5664">
                  <c:v>2034-07-05</c:v>
                </c:pt>
                <c:pt idx="5665">
                  <c:v>2034-07-06</c:v>
                </c:pt>
                <c:pt idx="5666">
                  <c:v>2034-07-07</c:v>
                </c:pt>
                <c:pt idx="5667">
                  <c:v>2034-07-08</c:v>
                </c:pt>
                <c:pt idx="5668">
                  <c:v>2034-07-09</c:v>
                </c:pt>
                <c:pt idx="5669">
                  <c:v>2034-07-10</c:v>
                </c:pt>
                <c:pt idx="5670">
                  <c:v>2034-07-11</c:v>
                </c:pt>
                <c:pt idx="5671">
                  <c:v>2034-07-12</c:v>
                </c:pt>
                <c:pt idx="5672">
                  <c:v>2034-07-13</c:v>
                </c:pt>
                <c:pt idx="5673">
                  <c:v>2034-07-14</c:v>
                </c:pt>
                <c:pt idx="5674">
                  <c:v>2034-07-15</c:v>
                </c:pt>
                <c:pt idx="5675">
                  <c:v>2034-07-16</c:v>
                </c:pt>
                <c:pt idx="5676">
                  <c:v>2034-07-17</c:v>
                </c:pt>
                <c:pt idx="5677">
                  <c:v>2034-07-18</c:v>
                </c:pt>
                <c:pt idx="5678">
                  <c:v>2034-07-19</c:v>
                </c:pt>
                <c:pt idx="5679">
                  <c:v>2034-07-20</c:v>
                </c:pt>
                <c:pt idx="5680">
                  <c:v>2034-07-21</c:v>
                </c:pt>
                <c:pt idx="5681">
                  <c:v>2034-07-22</c:v>
                </c:pt>
                <c:pt idx="5682">
                  <c:v>2034-07-23</c:v>
                </c:pt>
                <c:pt idx="5683">
                  <c:v>2034-07-24</c:v>
                </c:pt>
                <c:pt idx="5684">
                  <c:v>2034-07-25</c:v>
                </c:pt>
                <c:pt idx="5685">
                  <c:v>2034-07-26</c:v>
                </c:pt>
                <c:pt idx="5686">
                  <c:v>2034-07-27</c:v>
                </c:pt>
                <c:pt idx="5687">
                  <c:v>2034-07-28</c:v>
                </c:pt>
                <c:pt idx="5688">
                  <c:v>2034-07-29</c:v>
                </c:pt>
                <c:pt idx="5689">
                  <c:v>2034-07-30</c:v>
                </c:pt>
                <c:pt idx="5690">
                  <c:v>2034-07-31</c:v>
                </c:pt>
                <c:pt idx="5691">
                  <c:v>2034-08-01</c:v>
                </c:pt>
                <c:pt idx="5692">
                  <c:v>2034-08-02</c:v>
                </c:pt>
                <c:pt idx="5693">
                  <c:v>2034-08-03</c:v>
                </c:pt>
                <c:pt idx="5694">
                  <c:v>2034-08-04</c:v>
                </c:pt>
                <c:pt idx="5695">
                  <c:v>2034-08-05</c:v>
                </c:pt>
                <c:pt idx="5696">
                  <c:v>2034-08-06</c:v>
                </c:pt>
                <c:pt idx="5697">
                  <c:v>2034-08-07</c:v>
                </c:pt>
                <c:pt idx="5698">
                  <c:v>2034-08-08</c:v>
                </c:pt>
                <c:pt idx="5699">
                  <c:v>2034-08-09</c:v>
                </c:pt>
                <c:pt idx="5700">
                  <c:v>2034-08-10</c:v>
                </c:pt>
                <c:pt idx="5701">
                  <c:v>2034-08-11</c:v>
                </c:pt>
                <c:pt idx="5702">
                  <c:v>2034-08-12</c:v>
                </c:pt>
                <c:pt idx="5703">
                  <c:v>2034-08-13</c:v>
                </c:pt>
                <c:pt idx="5704">
                  <c:v>2034-08-14</c:v>
                </c:pt>
                <c:pt idx="5705">
                  <c:v>2034-08-15</c:v>
                </c:pt>
                <c:pt idx="5706">
                  <c:v>2034-08-16</c:v>
                </c:pt>
                <c:pt idx="5707">
                  <c:v>2034-08-17</c:v>
                </c:pt>
                <c:pt idx="5708">
                  <c:v>2034-08-18</c:v>
                </c:pt>
                <c:pt idx="5709">
                  <c:v>2034-08-19</c:v>
                </c:pt>
                <c:pt idx="5710">
                  <c:v>2034-08-20</c:v>
                </c:pt>
                <c:pt idx="5711">
                  <c:v>2034-08-21</c:v>
                </c:pt>
                <c:pt idx="5712">
                  <c:v>2034-08-22</c:v>
                </c:pt>
                <c:pt idx="5713">
                  <c:v>2034-08-23</c:v>
                </c:pt>
                <c:pt idx="5714">
                  <c:v>2034-08-24</c:v>
                </c:pt>
                <c:pt idx="5715">
                  <c:v>2034-08-25</c:v>
                </c:pt>
                <c:pt idx="5716">
                  <c:v>2034-08-26</c:v>
                </c:pt>
                <c:pt idx="5717">
                  <c:v>2034-08-27</c:v>
                </c:pt>
                <c:pt idx="5718">
                  <c:v>2034-08-28</c:v>
                </c:pt>
                <c:pt idx="5719">
                  <c:v>2034-08-29</c:v>
                </c:pt>
                <c:pt idx="5720">
                  <c:v>2034-08-30</c:v>
                </c:pt>
                <c:pt idx="5721">
                  <c:v>2034-08-31</c:v>
                </c:pt>
                <c:pt idx="5722">
                  <c:v>2034-09-01</c:v>
                </c:pt>
                <c:pt idx="5723">
                  <c:v>2034-09-02</c:v>
                </c:pt>
                <c:pt idx="5724">
                  <c:v>2034-09-03</c:v>
                </c:pt>
                <c:pt idx="5725">
                  <c:v>2034-09-04</c:v>
                </c:pt>
                <c:pt idx="5726">
                  <c:v>2034-09-05</c:v>
                </c:pt>
                <c:pt idx="5727">
                  <c:v>2034-09-06</c:v>
                </c:pt>
                <c:pt idx="5728">
                  <c:v>2034-09-07</c:v>
                </c:pt>
                <c:pt idx="5729">
                  <c:v>2034-09-08</c:v>
                </c:pt>
                <c:pt idx="5730">
                  <c:v>2034-09-09</c:v>
                </c:pt>
                <c:pt idx="5731">
                  <c:v>2034-09-10</c:v>
                </c:pt>
                <c:pt idx="5732">
                  <c:v>2034-09-11</c:v>
                </c:pt>
                <c:pt idx="5733">
                  <c:v>2034-09-12</c:v>
                </c:pt>
                <c:pt idx="5734">
                  <c:v>2034-09-13</c:v>
                </c:pt>
                <c:pt idx="5735">
                  <c:v>2034-09-14</c:v>
                </c:pt>
                <c:pt idx="5736">
                  <c:v>2034-09-15</c:v>
                </c:pt>
                <c:pt idx="5737">
                  <c:v>2034-09-16</c:v>
                </c:pt>
                <c:pt idx="5738">
                  <c:v>2034-09-17</c:v>
                </c:pt>
                <c:pt idx="5739">
                  <c:v>2034-09-18</c:v>
                </c:pt>
                <c:pt idx="5740">
                  <c:v>2034-09-19</c:v>
                </c:pt>
                <c:pt idx="5741">
                  <c:v>2034-09-20</c:v>
                </c:pt>
                <c:pt idx="5742">
                  <c:v>2034-09-21</c:v>
                </c:pt>
                <c:pt idx="5743">
                  <c:v>2034-09-22</c:v>
                </c:pt>
                <c:pt idx="5744">
                  <c:v>2034-09-23</c:v>
                </c:pt>
                <c:pt idx="5745">
                  <c:v>2034-09-24</c:v>
                </c:pt>
                <c:pt idx="5746">
                  <c:v>2034-09-25</c:v>
                </c:pt>
                <c:pt idx="5747">
                  <c:v>2034-09-26</c:v>
                </c:pt>
                <c:pt idx="5748">
                  <c:v>2034-09-27</c:v>
                </c:pt>
                <c:pt idx="5749">
                  <c:v>2034-09-28</c:v>
                </c:pt>
                <c:pt idx="5750">
                  <c:v>2034-09-29</c:v>
                </c:pt>
                <c:pt idx="5751">
                  <c:v>2034-09-30</c:v>
                </c:pt>
                <c:pt idx="5752">
                  <c:v>2034-10-01</c:v>
                </c:pt>
                <c:pt idx="5753">
                  <c:v>2034-10-02</c:v>
                </c:pt>
                <c:pt idx="5754">
                  <c:v>2034-10-03</c:v>
                </c:pt>
                <c:pt idx="5755">
                  <c:v>2034-10-04</c:v>
                </c:pt>
                <c:pt idx="5756">
                  <c:v>2034-10-05</c:v>
                </c:pt>
                <c:pt idx="5757">
                  <c:v>2034-10-06</c:v>
                </c:pt>
                <c:pt idx="5758">
                  <c:v>2034-10-07</c:v>
                </c:pt>
                <c:pt idx="5759">
                  <c:v>2034-10-08</c:v>
                </c:pt>
                <c:pt idx="5760">
                  <c:v>2034-10-09</c:v>
                </c:pt>
                <c:pt idx="5761">
                  <c:v>2034-10-10</c:v>
                </c:pt>
                <c:pt idx="5762">
                  <c:v>2034-10-11</c:v>
                </c:pt>
                <c:pt idx="5763">
                  <c:v>2034-10-12</c:v>
                </c:pt>
                <c:pt idx="5764">
                  <c:v>2034-10-13</c:v>
                </c:pt>
                <c:pt idx="5765">
                  <c:v>2034-10-14</c:v>
                </c:pt>
                <c:pt idx="5766">
                  <c:v>2034-10-15</c:v>
                </c:pt>
                <c:pt idx="5767">
                  <c:v>2034-10-16</c:v>
                </c:pt>
                <c:pt idx="5768">
                  <c:v>2034-10-17</c:v>
                </c:pt>
                <c:pt idx="5769">
                  <c:v>2034-10-18</c:v>
                </c:pt>
                <c:pt idx="5770">
                  <c:v>2034-10-19</c:v>
                </c:pt>
                <c:pt idx="5771">
                  <c:v>2034-10-20</c:v>
                </c:pt>
                <c:pt idx="5772">
                  <c:v>2034-10-21</c:v>
                </c:pt>
                <c:pt idx="5773">
                  <c:v>2034-10-22</c:v>
                </c:pt>
                <c:pt idx="5774">
                  <c:v>2034-10-23</c:v>
                </c:pt>
                <c:pt idx="5775">
                  <c:v>2034-10-24</c:v>
                </c:pt>
                <c:pt idx="5776">
                  <c:v>2034-10-25</c:v>
                </c:pt>
                <c:pt idx="5777">
                  <c:v>2034-10-26</c:v>
                </c:pt>
                <c:pt idx="5778">
                  <c:v>2034-10-27</c:v>
                </c:pt>
                <c:pt idx="5779">
                  <c:v>2034-10-28</c:v>
                </c:pt>
                <c:pt idx="5780">
                  <c:v>2034-10-29</c:v>
                </c:pt>
                <c:pt idx="5781">
                  <c:v>2034-10-30</c:v>
                </c:pt>
                <c:pt idx="5782">
                  <c:v>2034-10-31</c:v>
                </c:pt>
                <c:pt idx="5783">
                  <c:v>2034-11-01</c:v>
                </c:pt>
                <c:pt idx="5784">
                  <c:v>2034-11-02</c:v>
                </c:pt>
                <c:pt idx="5785">
                  <c:v>2034-11-03</c:v>
                </c:pt>
                <c:pt idx="5786">
                  <c:v>2034-11-04</c:v>
                </c:pt>
                <c:pt idx="5787">
                  <c:v>2034-11-05</c:v>
                </c:pt>
                <c:pt idx="5788">
                  <c:v>2034-11-06</c:v>
                </c:pt>
                <c:pt idx="5789">
                  <c:v>2034-11-07</c:v>
                </c:pt>
                <c:pt idx="5790">
                  <c:v>2034-11-08</c:v>
                </c:pt>
                <c:pt idx="5791">
                  <c:v>2034-11-09</c:v>
                </c:pt>
                <c:pt idx="5792">
                  <c:v>2034-11-10</c:v>
                </c:pt>
                <c:pt idx="5793">
                  <c:v>2034-11-11</c:v>
                </c:pt>
                <c:pt idx="5794">
                  <c:v>2034-11-12</c:v>
                </c:pt>
                <c:pt idx="5795">
                  <c:v>2034-11-13</c:v>
                </c:pt>
                <c:pt idx="5796">
                  <c:v>2034-11-14</c:v>
                </c:pt>
                <c:pt idx="5797">
                  <c:v>2034-11-15</c:v>
                </c:pt>
                <c:pt idx="5798">
                  <c:v>2034-11-16</c:v>
                </c:pt>
                <c:pt idx="5799">
                  <c:v>2034-11-17</c:v>
                </c:pt>
                <c:pt idx="5800">
                  <c:v>2034-11-18</c:v>
                </c:pt>
                <c:pt idx="5801">
                  <c:v>2034-11-19</c:v>
                </c:pt>
                <c:pt idx="5802">
                  <c:v>2034-11-20</c:v>
                </c:pt>
                <c:pt idx="5803">
                  <c:v>2034-11-21</c:v>
                </c:pt>
                <c:pt idx="5804">
                  <c:v>2034-11-22</c:v>
                </c:pt>
                <c:pt idx="5805">
                  <c:v>2034-11-23</c:v>
                </c:pt>
                <c:pt idx="5806">
                  <c:v>2034-11-24</c:v>
                </c:pt>
                <c:pt idx="5807">
                  <c:v>2034-11-25</c:v>
                </c:pt>
                <c:pt idx="5808">
                  <c:v>2034-11-26</c:v>
                </c:pt>
                <c:pt idx="5809">
                  <c:v>2034-11-27</c:v>
                </c:pt>
                <c:pt idx="5810">
                  <c:v>2034-11-28</c:v>
                </c:pt>
                <c:pt idx="5811">
                  <c:v>2034-11-29</c:v>
                </c:pt>
                <c:pt idx="5812">
                  <c:v>2034-11-30</c:v>
                </c:pt>
                <c:pt idx="5813">
                  <c:v>2034-12-01</c:v>
                </c:pt>
                <c:pt idx="5814">
                  <c:v>2034-12-02</c:v>
                </c:pt>
                <c:pt idx="5815">
                  <c:v>2034-12-03</c:v>
                </c:pt>
                <c:pt idx="5816">
                  <c:v>2034-12-04</c:v>
                </c:pt>
                <c:pt idx="5817">
                  <c:v>2034-12-05</c:v>
                </c:pt>
                <c:pt idx="5818">
                  <c:v>2034-12-06</c:v>
                </c:pt>
                <c:pt idx="5819">
                  <c:v>2034-12-07</c:v>
                </c:pt>
                <c:pt idx="5820">
                  <c:v>2034-12-08</c:v>
                </c:pt>
                <c:pt idx="5821">
                  <c:v>2034-12-09</c:v>
                </c:pt>
                <c:pt idx="5822">
                  <c:v>2034-12-10</c:v>
                </c:pt>
                <c:pt idx="5823">
                  <c:v>2034-12-11</c:v>
                </c:pt>
                <c:pt idx="5824">
                  <c:v>2034-12-12</c:v>
                </c:pt>
                <c:pt idx="5825">
                  <c:v>2034-12-13</c:v>
                </c:pt>
                <c:pt idx="5826">
                  <c:v>2034-12-14</c:v>
                </c:pt>
                <c:pt idx="5827">
                  <c:v>2034-12-15</c:v>
                </c:pt>
                <c:pt idx="5828">
                  <c:v>2034-12-16</c:v>
                </c:pt>
                <c:pt idx="5829">
                  <c:v>2034-12-17</c:v>
                </c:pt>
                <c:pt idx="5830">
                  <c:v>2034-12-18</c:v>
                </c:pt>
                <c:pt idx="5831">
                  <c:v>2034-12-19</c:v>
                </c:pt>
                <c:pt idx="5832">
                  <c:v>2034-12-20</c:v>
                </c:pt>
                <c:pt idx="5833">
                  <c:v>2034-12-21</c:v>
                </c:pt>
                <c:pt idx="5834">
                  <c:v>2034-12-22</c:v>
                </c:pt>
                <c:pt idx="5835">
                  <c:v>2034-12-23</c:v>
                </c:pt>
                <c:pt idx="5836">
                  <c:v>2034-12-24</c:v>
                </c:pt>
                <c:pt idx="5837">
                  <c:v>2034-12-25</c:v>
                </c:pt>
                <c:pt idx="5838">
                  <c:v>2034-12-26</c:v>
                </c:pt>
                <c:pt idx="5839">
                  <c:v>2034-12-27</c:v>
                </c:pt>
                <c:pt idx="5840">
                  <c:v>2034-12-28</c:v>
                </c:pt>
                <c:pt idx="5841">
                  <c:v>2034-12-29</c:v>
                </c:pt>
                <c:pt idx="5842">
                  <c:v>2034-12-30</c:v>
                </c:pt>
                <c:pt idx="5843">
                  <c:v>2034-12-31</c:v>
                </c:pt>
                <c:pt idx="5844">
                  <c:v>2035-01-01</c:v>
                </c:pt>
                <c:pt idx="5845">
                  <c:v>2035-01-02</c:v>
                </c:pt>
                <c:pt idx="5846">
                  <c:v>2035-01-03</c:v>
                </c:pt>
                <c:pt idx="5847">
                  <c:v>2035-01-04</c:v>
                </c:pt>
                <c:pt idx="5848">
                  <c:v>2035-01-05</c:v>
                </c:pt>
                <c:pt idx="5849">
                  <c:v>2035-01-06</c:v>
                </c:pt>
                <c:pt idx="5850">
                  <c:v>2035-01-07</c:v>
                </c:pt>
                <c:pt idx="5851">
                  <c:v>2035-01-08</c:v>
                </c:pt>
                <c:pt idx="5852">
                  <c:v>2035-01-09</c:v>
                </c:pt>
                <c:pt idx="5853">
                  <c:v>2035-01-10</c:v>
                </c:pt>
                <c:pt idx="5854">
                  <c:v>2035-01-11</c:v>
                </c:pt>
                <c:pt idx="5855">
                  <c:v>2035-01-12</c:v>
                </c:pt>
                <c:pt idx="5856">
                  <c:v>2035-01-13</c:v>
                </c:pt>
                <c:pt idx="5857">
                  <c:v>2035-01-14</c:v>
                </c:pt>
                <c:pt idx="5858">
                  <c:v>2035-01-15</c:v>
                </c:pt>
                <c:pt idx="5859">
                  <c:v>2035-01-16</c:v>
                </c:pt>
                <c:pt idx="5860">
                  <c:v>2035-01-17</c:v>
                </c:pt>
                <c:pt idx="5861">
                  <c:v>2035-01-18</c:v>
                </c:pt>
                <c:pt idx="5862">
                  <c:v>2035-01-19</c:v>
                </c:pt>
                <c:pt idx="5863">
                  <c:v>2035-01-20</c:v>
                </c:pt>
                <c:pt idx="5864">
                  <c:v>2035-01-21</c:v>
                </c:pt>
                <c:pt idx="5865">
                  <c:v>2035-01-22</c:v>
                </c:pt>
                <c:pt idx="5866">
                  <c:v>2035-01-23</c:v>
                </c:pt>
                <c:pt idx="5867">
                  <c:v>2035-01-24</c:v>
                </c:pt>
                <c:pt idx="5868">
                  <c:v>2035-01-25</c:v>
                </c:pt>
                <c:pt idx="5869">
                  <c:v>2035-01-26</c:v>
                </c:pt>
                <c:pt idx="5870">
                  <c:v>2035-01-27</c:v>
                </c:pt>
                <c:pt idx="5871">
                  <c:v>2035-01-28</c:v>
                </c:pt>
                <c:pt idx="5872">
                  <c:v>2035-01-29</c:v>
                </c:pt>
                <c:pt idx="5873">
                  <c:v>2035-01-30</c:v>
                </c:pt>
                <c:pt idx="5874">
                  <c:v>2035-01-31</c:v>
                </c:pt>
                <c:pt idx="5875">
                  <c:v>2035-02-01</c:v>
                </c:pt>
                <c:pt idx="5876">
                  <c:v>2035-02-02</c:v>
                </c:pt>
                <c:pt idx="5877">
                  <c:v>2035-02-03</c:v>
                </c:pt>
                <c:pt idx="5878">
                  <c:v>2035-02-04</c:v>
                </c:pt>
                <c:pt idx="5879">
                  <c:v>2035-02-05</c:v>
                </c:pt>
                <c:pt idx="5880">
                  <c:v>2035-02-06</c:v>
                </c:pt>
                <c:pt idx="5881">
                  <c:v>2035-02-07</c:v>
                </c:pt>
                <c:pt idx="5882">
                  <c:v>2035-02-08</c:v>
                </c:pt>
                <c:pt idx="5883">
                  <c:v>2035-02-09</c:v>
                </c:pt>
                <c:pt idx="5884">
                  <c:v>2035-02-10</c:v>
                </c:pt>
                <c:pt idx="5885">
                  <c:v>2035-02-11</c:v>
                </c:pt>
                <c:pt idx="5886">
                  <c:v>2035-02-12</c:v>
                </c:pt>
                <c:pt idx="5887">
                  <c:v>2035-02-13</c:v>
                </c:pt>
                <c:pt idx="5888">
                  <c:v>2035-02-14</c:v>
                </c:pt>
                <c:pt idx="5889">
                  <c:v>2035-02-15</c:v>
                </c:pt>
                <c:pt idx="5890">
                  <c:v>2035-02-16</c:v>
                </c:pt>
                <c:pt idx="5891">
                  <c:v>2035-02-17</c:v>
                </c:pt>
                <c:pt idx="5892">
                  <c:v>2035-02-18</c:v>
                </c:pt>
                <c:pt idx="5893">
                  <c:v>2035-02-19</c:v>
                </c:pt>
                <c:pt idx="5894">
                  <c:v>2035-02-20</c:v>
                </c:pt>
                <c:pt idx="5895">
                  <c:v>2035-02-21</c:v>
                </c:pt>
                <c:pt idx="5896">
                  <c:v>2035-02-22</c:v>
                </c:pt>
                <c:pt idx="5897">
                  <c:v>2035-02-23</c:v>
                </c:pt>
                <c:pt idx="5898">
                  <c:v>2035-02-24</c:v>
                </c:pt>
                <c:pt idx="5899">
                  <c:v>2035-02-25</c:v>
                </c:pt>
                <c:pt idx="5900">
                  <c:v>2035-02-26</c:v>
                </c:pt>
                <c:pt idx="5901">
                  <c:v>2035-02-27</c:v>
                </c:pt>
                <c:pt idx="5902">
                  <c:v>2035-02-28</c:v>
                </c:pt>
                <c:pt idx="5903">
                  <c:v>2035-03-01</c:v>
                </c:pt>
                <c:pt idx="5904">
                  <c:v>2035-03-02</c:v>
                </c:pt>
                <c:pt idx="5905">
                  <c:v>2035-03-03</c:v>
                </c:pt>
                <c:pt idx="5906">
                  <c:v>2035-03-04</c:v>
                </c:pt>
                <c:pt idx="5907">
                  <c:v>2035-03-05</c:v>
                </c:pt>
                <c:pt idx="5908">
                  <c:v>2035-03-06</c:v>
                </c:pt>
                <c:pt idx="5909">
                  <c:v>2035-03-07</c:v>
                </c:pt>
                <c:pt idx="5910">
                  <c:v>2035-03-08</c:v>
                </c:pt>
                <c:pt idx="5911">
                  <c:v>2035-03-09</c:v>
                </c:pt>
                <c:pt idx="5912">
                  <c:v>2035-03-10</c:v>
                </c:pt>
                <c:pt idx="5913">
                  <c:v>2035-03-11</c:v>
                </c:pt>
                <c:pt idx="5914">
                  <c:v>2035-03-12</c:v>
                </c:pt>
                <c:pt idx="5915">
                  <c:v>2035-03-13</c:v>
                </c:pt>
                <c:pt idx="5916">
                  <c:v>2035-03-14</c:v>
                </c:pt>
                <c:pt idx="5917">
                  <c:v>2035-03-15</c:v>
                </c:pt>
                <c:pt idx="5918">
                  <c:v>2035-03-16</c:v>
                </c:pt>
                <c:pt idx="5919">
                  <c:v>2035-03-17</c:v>
                </c:pt>
                <c:pt idx="5920">
                  <c:v>2035-03-18</c:v>
                </c:pt>
                <c:pt idx="5921">
                  <c:v>2035-03-19</c:v>
                </c:pt>
                <c:pt idx="5922">
                  <c:v>2035-03-20</c:v>
                </c:pt>
                <c:pt idx="5923">
                  <c:v>2035-03-21</c:v>
                </c:pt>
                <c:pt idx="5924">
                  <c:v>2035-03-22</c:v>
                </c:pt>
                <c:pt idx="5925">
                  <c:v>2035-03-23</c:v>
                </c:pt>
                <c:pt idx="5926">
                  <c:v>2035-03-24</c:v>
                </c:pt>
                <c:pt idx="5927">
                  <c:v>2035-03-25</c:v>
                </c:pt>
                <c:pt idx="5928">
                  <c:v>2035-03-26</c:v>
                </c:pt>
                <c:pt idx="5929">
                  <c:v>2035-03-27</c:v>
                </c:pt>
                <c:pt idx="5930">
                  <c:v>2035-03-28</c:v>
                </c:pt>
                <c:pt idx="5931">
                  <c:v>2035-03-29</c:v>
                </c:pt>
                <c:pt idx="5932">
                  <c:v>2035-03-30</c:v>
                </c:pt>
                <c:pt idx="5933">
                  <c:v>2035-03-31</c:v>
                </c:pt>
                <c:pt idx="5934">
                  <c:v>2035-04-01</c:v>
                </c:pt>
                <c:pt idx="5935">
                  <c:v>2035-04-02</c:v>
                </c:pt>
                <c:pt idx="5936">
                  <c:v>2035-04-03</c:v>
                </c:pt>
                <c:pt idx="5937">
                  <c:v>2035-04-04</c:v>
                </c:pt>
                <c:pt idx="5938">
                  <c:v>2035-04-05</c:v>
                </c:pt>
                <c:pt idx="5939">
                  <c:v>2035-04-06</c:v>
                </c:pt>
                <c:pt idx="5940">
                  <c:v>2035-04-07</c:v>
                </c:pt>
                <c:pt idx="5941">
                  <c:v>2035-04-08</c:v>
                </c:pt>
                <c:pt idx="5942">
                  <c:v>2035-04-09</c:v>
                </c:pt>
                <c:pt idx="5943">
                  <c:v>2035-04-10</c:v>
                </c:pt>
                <c:pt idx="5944">
                  <c:v>2035-04-11</c:v>
                </c:pt>
                <c:pt idx="5945">
                  <c:v>2035-04-12</c:v>
                </c:pt>
                <c:pt idx="5946">
                  <c:v>2035-04-13</c:v>
                </c:pt>
                <c:pt idx="5947">
                  <c:v>2035-04-14</c:v>
                </c:pt>
                <c:pt idx="5948">
                  <c:v>2035-04-15</c:v>
                </c:pt>
                <c:pt idx="5949">
                  <c:v>2035-04-16</c:v>
                </c:pt>
                <c:pt idx="5950">
                  <c:v>2035-04-17</c:v>
                </c:pt>
                <c:pt idx="5951">
                  <c:v>2035-04-18</c:v>
                </c:pt>
                <c:pt idx="5952">
                  <c:v>2035-04-19</c:v>
                </c:pt>
                <c:pt idx="5953">
                  <c:v>2035-04-20</c:v>
                </c:pt>
                <c:pt idx="5954">
                  <c:v>2035-04-21</c:v>
                </c:pt>
                <c:pt idx="5955">
                  <c:v>2035-04-22</c:v>
                </c:pt>
                <c:pt idx="5956">
                  <c:v>2035-04-23</c:v>
                </c:pt>
                <c:pt idx="5957">
                  <c:v>2035-04-24</c:v>
                </c:pt>
                <c:pt idx="5958">
                  <c:v>2035-04-25</c:v>
                </c:pt>
                <c:pt idx="5959">
                  <c:v>2035-04-26</c:v>
                </c:pt>
                <c:pt idx="5960">
                  <c:v>2035-04-27</c:v>
                </c:pt>
                <c:pt idx="5961">
                  <c:v>2035-04-28</c:v>
                </c:pt>
                <c:pt idx="5962">
                  <c:v>2035-04-29</c:v>
                </c:pt>
                <c:pt idx="5963">
                  <c:v>2035-04-30</c:v>
                </c:pt>
                <c:pt idx="5964">
                  <c:v>2035-05-01</c:v>
                </c:pt>
                <c:pt idx="5965">
                  <c:v>2035-05-02</c:v>
                </c:pt>
                <c:pt idx="5966">
                  <c:v>2035-05-03</c:v>
                </c:pt>
                <c:pt idx="5967">
                  <c:v>2035-05-04</c:v>
                </c:pt>
                <c:pt idx="5968">
                  <c:v>2035-05-05</c:v>
                </c:pt>
                <c:pt idx="5969">
                  <c:v>2035-05-06</c:v>
                </c:pt>
                <c:pt idx="5970">
                  <c:v>2035-05-07</c:v>
                </c:pt>
                <c:pt idx="5971">
                  <c:v>2035-05-08</c:v>
                </c:pt>
                <c:pt idx="5972">
                  <c:v>2035-05-09</c:v>
                </c:pt>
                <c:pt idx="5973">
                  <c:v>2035-05-10</c:v>
                </c:pt>
                <c:pt idx="5974">
                  <c:v>2035-05-11</c:v>
                </c:pt>
                <c:pt idx="5975">
                  <c:v>2035-05-12</c:v>
                </c:pt>
                <c:pt idx="5976">
                  <c:v>2035-05-13</c:v>
                </c:pt>
                <c:pt idx="5977">
                  <c:v>2035-05-14</c:v>
                </c:pt>
                <c:pt idx="5978">
                  <c:v>2035-05-15</c:v>
                </c:pt>
                <c:pt idx="5979">
                  <c:v>2035-05-16</c:v>
                </c:pt>
                <c:pt idx="5980">
                  <c:v>2035-05-17</c:v>
                </c:pt>
                <c:pt idx="5981">
                  <c:v>2035-05-18</c:v>
                </c:pt>
                <c:pt idx="5982">
                  <c:v>2035-05-19</c:v>
                </c:pt>
                <c:pt idx="5983">
                  <c:v>2035-05-20</c:v>
                </c:pt>
                <c:pt idx="5984">
                  <c:v>2035-05-21</c:v>
                </c:pt>
                <c:pt idx="5985">
                  <c:v>2035-05-22</c:v>
                </c:pt>
                <c:pt idx="5986">
                  <c:v>2035-05-23</c:v>
                </c:pt>
                <c:pt idx="5987">
                  <c:v>2035-05-24</c:v>
                </c:pt>
                <c:pt idx="5988">
                  <c:v>2035-05-25</c:v>
                </c:pt>
                <c:pt idx="5989">
                  <c:v>2035-05-26</c:v>
                </c:pt>
                <c:pt idx="5990">
                  <c:v>2035-05-27</c:v>
                </c:pt>
                <c:pt idx="5991">
                  <c:v>2035-05-28</c:v>
                </c:pt>
                <c:pt idx="5992">
                  <c:v>2035-05-29</c:v>
                </c:pt>
                <c:pt idx="5993">
                  <c:v>2035-05-30</c:v>
                </c:pt>
                <c:pt idx="5994">
                  <c:v>2035-05-31</c:v>
                </c:pt>
                <c:pt idx="5995">
                  <c:v>2035-06-01</c:v>
                </c:pt>
                <c:pt idx="5996">
                  <c:v>2035-06-02</c:v>
                </c:pt>
                <c:pt idx="5997">
                  <c:v>2035-06-03</c:v>
                </c:pt>
                <c:pt idx="5998">
                  <c:v>2035-06-04</c:v>
                </c:pt>
                <c:pt idx="5999">
                  <c:v>2035-06-05</c:v>
                </c:pt>
                <c:pt idx="6000">
                  <c:v>2035-06-06</c:v>
                </c:pt>
                <c:pt idx="6001">
                  <c:v>2035-06-07</c:v>
                </c:pt>
                <c:pt idx="6002">
                  <c:v>2035-06-08</c:v>
                </c:pt>
                <c:pt idx="6003">
                  <c:v>2035-06-09</c:v>
                </c:pt>
                <c:pt idx="6004">
                  <c:v>2035-06-10</c:v>
                </c:pt>
                <c:pt idx="6005">
                  <c:v>2035-06-11</c:v>
                </c:pt>
                <c:pt idx="6006">
                  <c:v>2035-06-12</c:v>
                </c:pt>
                <c:pt idx="6007">
                  <c:v>2035-06-13</c:v>
                </c:pt>
                <c:pt idx="6008">
                  <c:v>2035-06-14</c:v>
                </c:pt>
                <c:pt idx="6009">
                  <c:v>2035-06-15</c:v>
                </c:pt>
                <c:pt idx="6010">
                  <c:v>2035-06-16</c:v>
                </c:pt>
                <c:pt idx="6011">
                  <c:v>2035-06-17</c:v>
                </c:pt>
                <c:pt idx="6012">
                  <c:v>2035-06-18</c:v>
                </c:pt>
                <c:pt idx="6013">
                  <c:v>2035-06-19</c:v>
                </c:pt>
                <c:pt idx="6014">
                  <c:v>2035-06-20</c:v>
                </c:pt>
                <c:pt idx="6015">
                  <c:v>2035-06-21</c:v>
                </c:pt>
                <c:pt idx="6016">
                  <c:v>2035-06-22</c:v>
                </c:pt>
                <c:pt idx="6017">
                  <c:v>2035-06-23</c:v>
                </c:pt>
                <c:pt idx="6018">
                  <c:v>2035-06-24</c:v>
                </c:pt>
                <c:pt idx="6019">
                  <c:v>2035-06-25</c:v>
                </c:pt>
                <c:pt idx="6020">
                  <c:v>2035-06-26</c:v>
                </c:pt>
                <c:pt idx="6021">
                  <c:v>2035-06-27</c:v>
                </c:pt>
                <c:pt idx="6022">
                  <c:v>2035-06-28</c:v>
                </c:pt>
                <c:pt idx="6023">
                  <c:v>2035-06-29</c:v>
                </c:pt>
                <c:pt idx="6024">
                  <c:v>2035-06-30</c:v>
                </c:pt>
                <c:pt idx="6025">
                  <c:v>2035-07-01</c:v>
                </c:pt>
                <c:pt idx="6026">
                  <c:v>2035-07-02</c:v>
                </c:pt>
                <c:pt idx="6027">
                  <c:v>2035-07-03</c:v>
                </c:pt>
                <c:pt idx="6028">
                  <c:v>2035-07-04</c:v>
                </c:pt>
                <c:pt idx="6029">
                  <c:v>2035-07-05</c:v>
                </c:pt>
                <c:pt idx="6030">
                  <c:v>2035-07-06</c:v>
                </c:pt>
                <c:pt idx="6031">
                  <c:v>2035-07-07</c:v>
                </c:pt>
                <c:pt idx="6032">
                  <c:v>2035-07-08</c:v>
                </c:pt>
                <c:pt idx="6033">
                  <c:v>2035-07-09</c:v>
                </c:pt>
                <c:pt idx="6034">
                  <c:v>2035-07-10</c:v>
                </c:pt>
                <c:pt idx="6035">
                  <c:v>2035-07-11</c:v>
                </c:pt>
                <c:pt idx="6036">
                  <c:v>2035-07-12</c:v>
                </c:pt>
                <c:pt idx="6037">
                  <c:v>2035-07-13</c:v>
                </c:pt>
                <c:pt idx="6038">
                  <c:v>2035-07-14</c:v>
                </c:pt>
                <c:pt idx="6039">
                  <c:v>2035-07-15</c:v>
                </c:pt>
                <c:pt idx="6040">
                  <c:v>2035-07-16</c:v>
                </c:pt>
                <c:pt idx="6041">
                  <c:v>2035-07-17</c:v>
                </c:pt>
                <c:pt idx="6042">
                  <c:v>2035-07-18</c:v>
                </c:pt>
                <c:pt idx="6043">
                  <c:v>2035-07-19</c:v>
                </c:pt>
                <c:pt idx="6044">
                  <c:v>2035-07-20</c:v>
                </c:pt>
                <c:pt idx="6045">
                  <c:v>2035-07-21</c:v>
                </c:pt>
                <c:pt idx="6046">
                  <c:v>2035-07-22</c:v>
                </c:pt>
                <c:pt idx="6047">
                  <c:v>2035-07-23</c:v>
                </c:pt>
                <c:pt idx="6048">
                  <c:v>2035-07-24</c:v>
                </c:pt>
                <c:pt idx="6049">
                  <c:v>2035-07-25</c:v>
                </c:pt>
                <c:pt idx="6050">
                  <c:v>2035-07-26</c:v>
                </c:pt>
                <c:pt idx="6051">
                  <c:v>2035-07-27</c:v>
                </c:pt>
                <c:pt idx="6052">
                  <c:v>2035-07-28</c:v>
                </c:pt>
                <c:pt idx="6053">
                  <c:v>2035-07-29</c:v>
                </c:pt>
                <c:pt idx="6054">
                  <c:v>2035-07-30</c:v>
                </c:pt>
                <c:pt idx="6055">
                  <c:v>2035-07-31</c:v>
                </c:pt>
                <c:pt idx="6056">
                  <c:v>2035-08-01</c:v>
                </c:pt>
                <c:pt idx="6057">
                  <c:v>2035-08-02</c:v>
                </c:pt>
                <c:pt idx="6058">
                  <c:v>2035-08-03</c:v>
                </c:pt>
                <c:pt idx="6059">
                  <c:v>2035-08-04</c:v>
                </c:pt>
                <c:pt idx="6060">
                  <c:v>2035-08-05</c:v>
                </c:pt>
                <c:pt idx="6061">
                  <c:v>2035-08-06</c:v>
                </c:pt>
                <c:pt idx="6062">
                  <c:v>2035-08-07</c:v>
                </c:pt>
                <c:pt idx="6063">
                  <c:v>2035-08-08</c:v>
                </c:pt>
                <c:pt idx="6064">
                  <c:v>2035-08-09</c:v>
                </c:pt>
                <c:pt idx="6065">
                  <c:v>2035-08-10</c:v>
                </c:pt>
                <c:pt idx="6066">
                  <c:v>2035-08-11</c:v>
                </c:pt>
                <c:pt idx="6067">
                  <c:v>2035-08-12</c:v>
                </c:pt>
                <c:pt idx="6068">
                  <c:v>2035-08-13</c:v>
                </c:pt>
                <c:pt idx="6069">
                  <c:v>2035-08-14</c:v>
                </c:pt>
                <c:pt idx="6070">
                  <c:v>2035-08-15</c:v>
                </c:pt>
                <c:pt idx="6071">
                  <c:v>2035-08-16</c:v>
                </c:pt>
                <c:pt idx="6072">
                  <c:v>2035-08-17</c:v>
                </c:pt>
                <c:pt idx="6073">
                  <c:v>2035-08-18</c:v>
                </c:pt>
                <c:pt idx="6074">
                  <c:v>2035-08-19</c:v>
                </c:pt>
                <c:pt idx="6075">
                  <c:v>2035-08-20</c:v>
                </c:pt>
                <c:pt idx="6076">
                  <c:v>2035-08-21</c:v>
                </c:pt>
                <c:pt idx="6077">
                  <c:v>2035-08-22</c:v>
                </c:pt>
                <c:pt idx="6078">
                  <c:v>2035-08-23</c:v>
                </c:pt>
                <c:pt idx="6079">
                  <c:v>2035-08-24</c:v>
                </c:pt>
                <c:pt idx="6080">
                  <c:v>2035-08-25</c:v>
                </c:pt>
                <c:pt idx="6081">
                  <c:v>2035-08-26</c:v>
                </c:pt>
                <c:pt idx="6082">
                  <c:v>2035-08-27</c:v>
                </c:pt>
                <c:pt idx="6083">
                  <c:v>2035-08-28</c:v>
                </c:pt>
                <c:pt idx="6084">
                  <c:v>2035-08-29</c:v>
                </c:pt>
                <c:pt idx="6085">
                  <c:v>2035-08-30</c:v>
                </c:pt>
                <c:pt idx="6086">
                  <c:v>2035-08-31</c:v>
                </c:pt>
                <c:pt idx="6087">
                  <c:v>2035-09-01</c:v>
                </c:pt>
                <c:pt idx="6088">
                  <c:v>2035-09-02</c:v>
                </c:pt>
                <c:pt idx="6089">
                  <c:v>2035-09-03</c:v>
                </c:pt>
                <c:pt idx="6090">
                  <c:v>2035-09-04</c:v>
                </c:pt>
                <c:pt idx="6091">
                  <c:v>2035-09-05</c:v>
                </c:pt>
                <c:pt idx="6092">
                  <c:v>2035-09-06</c:v>
                </c:pt>
                <c:pt idx="6093">
                  <c:v>2035-09-07</c:v>
                </c:pt>
                <c:pt idx="6094">
                  <c:v>2035-09-08</c:v>
                </c:pt>
                <c:pt idx="6095">
                  <c:v>2035-09-09</c:v>
                </c:pt>
                <c:pt idx="6096">
                  <c:v>2035-09-10</c:v>
                </c:pt>
                <c:pt idx="6097">
                  <c:v>2035-09-11</c:v>
                </c:pt>
                <c:pt idx="6098">
                  <c:v>2035-09-12</c:v>
                </c:pt>
                <c:pt idx="6099">
                  <c:v>2035-09-13</c:v>
                </c:pt>
                <c:pt idx="6100">
                  <c:v>2035-09-14</c:v>
                </c:pt>
                <c:pt idx="6101">
                  <c:v>2035-09-15</c:v>
                </c:pt>
                <c:pt idx="6102">
                  <c:v>2035-09-16</c:v>
                </c:pt>
                <c:pt idx="6103">
                  <c:v>2035-09-17</c:v>
                </c:pt>
                <c:pt idx="6104">
                  <c:v>2035-09-18</c:v>
                </c:pt>
                <c:pt idx="6105">
                  <c:v>2035-09-19</c:v>
                </c:pt>
                <c:pt idx="6106">
                  <c:v>2035-09-20</c:v>
                </c:pt>
                <c:pt idx="6107">
                  <c:v>2035-09-21</c:v>
                </c:pt>
                <c:pt idx="6108">
                  <c:v>2035-09-22</c:v>
                </c:pt>
                <c:pt idx="6109">
                  <c:v>2035-09-23</c:v>
                </c:pt>
                <c:pt idx="6110">
                  <c:v>2035-09-24</c:v>
                </c:pt>
                <c:pt idx="6111">
                  <c:v>2035-09-25</c:v>
                </c:pt>
                <c:pt idx="6112">
                  <c:v>2035-09-26</c:v>
                </c:pt>
                <c:pt idx="6113">
                  <c:v>2035-09-27</c:v>
                </c:pt>
                <c:pt idx="6114">
                  <c:v>2035-09-28</c:v>
                </c:pt>
                <c:pt idx="6115">
                  <c:v>2035-09-29</c:v>
                </c:pt>
                <c:pt idx="6116">
                  <c:v>2035-09-30</c:v>
                </c:pt>
                <c:pt idx="6117">
                  <c:v>2035-10-01</c:v>
                </c:pt>
                <c:pt idx="6118">
                  <c:v>2035-10-02</c:v>
                </c:pt>
                <c:pt idx="6119">
                  <c:v>2035-10-03</c:v>
                </c:pt>
                <c:pt idx="6120">
                  <c:v>2035-10-04</c:v>
                </c:pt>
                <c:pt idx="6121">
                  <c:v>2035-10-05</c:v>
                </c:pt>
                <c:pt idx="6122">
                  <c:v>2035-10-06</c:v>
                </c:pt>
                <c:pt idx="6123">
                  <c:v>2035-10-07</c:v>
                </c:pt>
                <c:pt idx="6124">
                  <c:v>2035-10-08</c:v>
                </c:pt>
                <c:pt idx="6125">
                  <c:v>2035-10-09</c:v>
                </c:pt>
                <c:pt idx="6126">
                  <c:v>2035-10-10</c:v>
                </c:pt>
                <c:pt idx="6127">
                  <c:v>2035-10-11</c:v>
                </c:pt>
                <c:pt idx="6128">
                  <c:v>2035-10-12</c:v>
                </c:pt>
                <c:pt idx="6129">
                  <c:v>2035-10-13</c:v>
                </c:pt>
                <c:pt idx="6130">
                  <c:v>2035-10-14</c:v>
                </c:pt>
                <c:pt idx="6131">
                  <c:v>2035-10-15</c:v>
                </c:pt>
                <c:pt idx="6132">
                  <c:v>2035-10-16</c:v>
                </c:pt>
                <c:pt idx="6133">
                  <c:v>2035-10-17</c:v>
                </c:pt>
                <c:pt idx="6134">
                  <c:v>2035-10-18</c:v>
                </c:pt>
                <c:pt idx="6135">
                  <c:v>2035-10-19</c:v>
                </c:pt>
                <c:pt idx="6136">
                  <c:v>2035-10-20</c:v>
                </c:pt>
                <c:pt idx="6137">
                  <c:v>2035-10-21</c:v>
                </c:pt>
                <c:pt idx="6138">
                  <c:v>2035-10-22</c:v>
                </c:pt>
                <c:pt idx="6139">
                  <c:v>2035-10-23</c:v>
                </c:pt>
                <c:pt idx="6140">
                  <c:v>2035-10-24</c:v>
                </c:pt>
                <c:pt idx="6141">
                  <c:v>2035-10-25</c:v>
                </c:pt>
                <c:pt idx="6142">
                  <c:v>2035-10-26</c:v>
                </c:pt>
                <c:pt idx="6143">
                  <c:v>2035-10-27</c:v>
                </c:pt>
                <c:pt idx="6144">
                  <c:v>2035-10-28</c:v>
                </c:pt>
                <c:pt idx="6145">
                  <c:v>2035-10-29</c:v>
                </c:pt>
                <c:pt idx="6146">
                  <c:v>2035-10-30</c:v>
                </c:pt>
                <c:pt idx="6147">
                  <c:v>2035-10-31</c:v>
                </c:pt>
                <c:pt idx="6148">
                  <c:v>2035-11-01</c:v>
                </c:pt>
                <c:pt idx="6149">
                  <c:v>2035-11-02</c:v>
                </c:pt>
                <c:pt idx="6150">
                  <c:v>2035-11-03</c:v>
                </c:pt>
                <c:pt idx="6151">
                  <c:v>2035-11-04</c:v>
                </c:pt>
                <c:pt idx="6152">
                  <c:v>2035-11-05</c:v>
                </c:pt>
                <c:pt idx="6153">
                  <c:v>2035-11-06</c:v>
                </c:pt>
                <c:pt idx="6154">
                  <c:v>2035-11-07</c:v>
                </c:pt>
                <c:pt idx="6155">
                  <c:v>2035-11-08</c:v>
                </c:pt>
                <c:pt idx="6156">
                  <c:v>2035-11-09</c:v>
                </c:pt>
                <c:pt idx="6157">
                  <c:v>2035-11-10</c:v>
                </c:pt>
                <c:pt idx="6158">
                  <c:v>2035-11-11</c:v>
                </c:pt>
                <c:pt idx="6159">
                  <c:v>2035-11-12</c:v>
                </c:pt>
                <c:pt idx="6160">
                  <c:v>2035-11-13</c:v>
                </c:pt>
                <c:pt idx="6161">
                  <c:v>2035-11-14</c:v>
                </c:pt>
                <c:pt idx="6162">
                  <c:v>2035-11-15</c:v>
                </c:pt>
                <c:pt idx="6163">
                  <c:v>2035-11-16</c:v>
                </c:pt>
                <c:pt idx="6164">
                  <c:v>2035-11-17</c:v>
                </c:pt>
                <c:pt idx="6165">
                  <c:v>2035-11-18</c:v>
                </c:pt>
                <c:pt idx="6166">
                  <c:v>2035-11-19</c:v>
                </c:pt>
                <c:pt idx="6167">
                  <c:v>2035-11-20</c:v>
                </c:pt>
                <c:pt idx="6168">
                  <c:v>2035-11-21</c:v>
                </c:pt>
                <c:pt idx="6169">
                  <c:v>2035-11-22</c:v>
                </c:pt>
                <c:pt idx="6170">
                  <c:v>2035-11-23</c:v>
                </c:pt>
                <c:pt idx="6171">
                  <c:v>2035-11-24</c:v>
                </c:pt>
                <c:pt idx="6172">
                  <c:v>2035-11-25</c:v>
                </c:pt>
                <c:pt idx="6173">
                  <c:v>2035-11-26</c:v>
                </c:pt>
                <c:pt idx="6174">
                  <c:v>2035-11-27</c:v>
                </c:pt>
                <c:pt idx="6175">
                  <c:v>2035-11-28</c:v>
                </c:pt>
                <c:pt idx="6176">
                  <c:v>2035-11-29</c:v>
                </c:pt>
                <c:pt idx="6177">
                  <c:v>2035-11-30</c:v>
                </c:pt>
                <c:pt idx="6178">
                  <c:v>2035-12-01</c:v>
                </c:pt>
                <c:pt idx="6179">
                  <c:v>2035-12-02</c:v>
                </c:pt>
                <c:pt idx="6180">
                  <c:v>2035-12-03</c:v>
                </c:pt>
                <c:pt idx="6181">
                  <c:v>2035-12-04</c:v>
                </c:pt>
                <c:pt idx="6182">
                  <c:v>2035-12-05</c:v>
                </c:pt>
                <c:pt idx="6183">
                  <c:v>2035-12-06</c:v>
                </c:pt>
                <c:pt idx="6184">
                  <c:v>2035-12-07</c:v>
                </c:pt>
                <c:pt idx="6185">
                  <c:v>2035-12-08</c:v>
                </c:pt>
                <c:pt idx="6186">
                  <c:v>2035-12-09</c:v>
                </c:pt>
                <c:pt idx="6187">
                  <c:v>2035-12-10</c:v>
                </c:pt>
                <c:pt idx="6188">
                  <c:v>2035-12-11</c:v>
                </c:pt>
                <c:pt idx="6189">
                  <c:v>2035-12-12</c:v>
                </c:pt>
                <c:pt idx="6190">
                  <c:v>2035-12-13</c:v>
                </c:pt>
                <c:pt idx="6191">
                  <c:v>2035-12-14</c:v>
                </c:pt>
                <c:pt idx="6192">
                  <c:v>2035-12-15</c:v>
                </c:pt>
                <c:pt idx="6193">
                  <c:v>2035-12-16</c:v>
                </c:pt>
                <c:pt idx="6194">
                  <c:v>2035-12-17</c:v>
                </c:pt>
                <c:pt idx="6195">
                  <c:v>2035-12-18</c:v>
                </c:pt>
                <c:pt idx="6196">
                  <c:v>2035-12-19</c:v>
                </c:pt>
                <c:pt idx="6197">
                  <c:v>2035-12-20</c:v>
                </c:pt>
                <c:pt idx="6198">
                  <c:v>2035-12-21</c:v>
                </c:pt>
                <c:pt idx="6199">
                  <c:v>2035-12-22</c:v>
                </c:pt>
                <c:pt idx="6200">
                  <c:v>2035-12-23</c:v>
                </c:pt>
                <c:pt idx="6201">
                  <c:v>2035-12-24</c:v>
                </c:pt>
                <c:pt idx="6202">
                  <c:v>2035-12-25</c:v>
                </c:pt>
                <c:pt idx="6203">
                  <c:v>2035-12-26</c:v>
                </c:pt>
                <c:pt idx="6204">
                  <c:v>2035-12-27</c:v>
                </c:pt>
                <c:pt idx="6205">
                  <c:v>2035-12-28</c:v>
                </c:pt>
                <c:pt idx="6206">
                  <c:v>2035-12-29</c:v>
                </c:pt>
                <c:pt idx="6207">
                  <c:v>2035-12-30</c:v>
                </c:pt>
                <c:pt idx="6208">
                  <c:v>2035-12-31</c:v>
                </c:pt>
              </c:strCache>
            </c:strRef>
          </c:cat>
          <c:val>
            <c:numRef>
              <c:f>G1_SolarPeak!$G$2:$G$6210</c:f>
              <c:numCache>
                <c:formatCode>General</c:formatCode>
                <c:ptCount val="6209"/>
                <c:pt idx="0">
                  <c:v>6.6</c:v>
                </c:pt>
                <c:pt idx="1">
                  <c:v>6.6</c:v>
                </c:pt>
                <c:pt idx="2">
                  <c:v>6.6</c:v>
                </c:pt>
                <c:pt idx="3">
                  <c:v>6.6</c:v>
                </c:pt>
                <c:pt idx="4">
                  <c:v>6.6</c:v>
                </c:pt>
                <c:pt idx="5">
                  <c:v>6.6</c:v>
                </c:pt>
                <c:pt idx="6">
                  <c:v>6.6</c:v>
                </c:pt>
                <c:pt idx="7">
                  <c:v>6.6</c:v>
                </c:pt>
                <c:pt idx="8">
                  <c:v>6.6</c:v>
                </c:pt>
                <c:pt idx="9">
                  <c:v>6.6</c:v>
                </c:pt>
                <c:pt idx="10">
                  <c:v>6.6</c:v>
                </c:pt>
                <c:pt idx="11">
                  <c:v>6.6</c:v>
                </c:pt>
                <c:pt idx="12">
                  <c:v>6.6</c:v>
                </c:pt>
                <c:pt idx="13">
                  <c:v>6.6</c:v>
                </c:pt>
                <c:pt idx="14">
                  <c:v>6.6</c:v>
                </c:pt>
                <c:pt idx="15">
                  <c:v>6.6</c:v>
                </c:pt>
                <c:pt idx="16">
                  <c:v>6.6</c:v>
                </c:pt>
                <c:pt idx="17">
                  <c:v>6.6</c:v>
                </c:pt>
                <c:pt idx="18">
                  <c:v>6.6</c:v>
                </c:pt>
                <c:pt idx="19">
                  <c:v>6.6</c:v>
                </c:pt>
                <c:pt idx="20">
                  <c:v>6.6</c:v>
                </c:pt>
                <c:pt idx="21">
                  <c:v>6.6</c:v>
                </c:pt>
                <c:pt idx="22">
                  <c:v>6.6</c:v>
                </c:pt>
                <c:pt idx="23">
                  <c:v>6.6</c:v>
                </c:pt>
                <c:pt idx="24">
                  <c:v>6.6</c:v>
                </c:pt>
                <c:pt idx="25">
                  <c:v>6.6</c:v>
                </c:pt>
                <c:pt idx="26">
                  <c:v>6.6</c:v>
                </c:pt>
                <c:pt idx="27">
                  <c:v>6.6</c:v>
                </c:pt>
                <c:pt idx="28">
                  <c:v>6.6</c:v>
                </c:pt>
                <c:pt idx="29">
                  <c:v>6.6</c:v>
                </c:pt>
                <c:pt idx="30">
                  <c:v>6.6</c:v>
                </c:pt>
                <c:pt idx="31">
                  <c:v>6.6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6.6</c:v>
                </c:pt>
                <c:pt idx="36">
                  <c:v>6.6</c:v>
                </c:pt>
                <c:pt idx="37">
                  <c:v>6.6</c:v>
                </c:pt>
                <c:pt idx="38">
                  <c:v>6.6</c:v>
                </c:pt>
                <c:pt idx="39">
                  <c:v>6.6</c:v>
                </c:pt>
                <c:pt idx="40">
                  <c:v>6.6</c:v>
                </c:pt>
                <c:pt idx="41">
                  <c:v>6.6</c:v>
                </c:pt>
                <c:pt idx="42">
                  <c:v>6.6</c:v>
                </c:pt>
                <c:pt idx="43">
                  <c:v>6.6</c:v>
                </c:pt>
                <c:pt idx="44">
                  <c:v>6.6</c:v>
                </c:pt>
                <c:pt idx="45">
                  <c:v>6.6</c:v>
                </c:pt>
                <c:pt idx="46">
                  <c:v>6.6</c:v>
                </c:pt>
                <c:pt idx="47">
                  <c:v>6.6</c:v>
                </c:pt>
                <c:pt idx="48">
                  <c:v>6.6</c:v>
                </c:pt>
                <c:pt idx="49">
                  <c:v>6.6</c:v>
                </c:pt>
                <c:pt idx="50">
                  <c:v>6.6</c:v>
                </c:pt>
                <c:pt idx="51">
                  <c:v>6.6</c:v>
                </c:pt>
                <c:pt idx="52">
                  <c:v>6.6</c:v>
                </c:pt>
                <c:pt idx="53">
                  <c:v>6.6</c:v>
                </c:pt>
                <c:pt idx="54">
                  <c:v>6.6</c:v>
                </c:pt>
                <c:pt idx="55">
                  <c:v>6.6</c:v>
                </c:pt>
                <c:pt idx="56">
                  <c:v>6.6</c:v>
                </c:pt>
                <c:pt idx="57">
                  <c:v>6.6</c:v>
                </c:pt>
                <c:pt idx="58">
                  <c:v>6.6</c:v>
                </c:pt>
                <c:pt idx="59">
                  <c:v>6.6</c:v>
                </c:pt>
                <c:pt idx="60">
                  <c:v>6.6</c:v>
                </c:pt>
                <c:pt idx="61">
                  <c:v>6.6</c:v>
                </c:pt>
                <c:pt idx="62">
                  <c:v>6.6</c:v>
                </c:pt>
                <c:pt idx="63">
                  <c:v>6.6</c:v>
                </c:pt>
                <c:pt idx="64">
                  <c:v>6.6</c:v>
                </c:pt>
                <c:pt idx="65">
                  <c:v>6.6</c:v>
                </c:pt>
                <c:pt idx="66">
                  <c:v>6.6</c:v>
                </c:pt>
                <c:pt idx="67">
                  <c:v>6.6</c:v>
                </c:pt>
                <c:pt idx="68">
                  <c:v>6.6</c:v>
                </c:pt>
                <c:pt idx="69">
                  <c:v>6.6</c:v>
                </c:pt>
                <c:pt idx="70">
                  <c:v>6.6</c:v>
                </c:pt>
                <c:pt idx="71">
                  <c:v>6.6</c:v>
                </c:pt>
                <c:pt idx="72">
                  <c:v>6.6</c:v>
                </c:pt>
                <c:pt idx="73">
                  <c:v>6.6</c:v>
                </c:pt>
                <c:pt idx="74">
                  <c:v>6.6</c:v>
                </c:pt>
                <c:pt idx="75">
                  <c:v>6.6</c:v>
                </c:pt>
                <c:pt idx="76">
                  <c:v>6.6</c:v>
                </c:pt>
                <c:pt idx="77">
                  <c:v>6.6</c:v>
                </c:pt>
                <c:pt idx="78">
                  <c:v>6.6</c:v>
                </c:pt>
                <c:pt idx="79">
                  <c:v>6.6</c:v>
                </c:pt>
                <c:pt idx="80">
                  <c:v>6.6</c:v>
                </c:pt>
                <c:pt idx="81">
                  <c:v>6.6</c:v>
                </c:pt>
                <c:pt idx="82">
                  <c:v>6.6</c:v>
                </c:pt>
                <c:pt idx="83">
                  <c:v>6.6</c:v>
                </c:pt>
                <c:pt idx="84">
                  <c:v>6.6</c:v>
                </c:pt>
                <c:pt idx="85">
                  <c:v>6.6</c:v>
                </c:pt>
                <c:pt idx="86">
                  <c:v>6.6</c:v>
                </c:pt>
                <c:pt idx="87">
                  <c:v>6.6</c:v>
                </c:pt>
                <c:pt idx="88">
                  <c:v>6.6</c:v>
                </c:pt>
                <c:pt idx="89">
                  <c:v>6.6</c:v>
                </c:pt>
                <c:pt idx="90">
                  <c:v>8.1</c:v>
                </c:pt>
                <c:pt idx="91">
                  <c:v>8.1</c:v>
                </c:pt>
                <c:pt idx="92">
                  <c:v>8.1</c:v>
                </c:pt>
                <c:pt idx="93">
                  <c:v>8.1</c:v>
                </c:pt>
                <c:pt idx="94">
                  <c:v>8.1</c:v>
                </c:pt>
                <c:pt idx="95">
                  <c:v>8.1</c:v>
                </c:pt>
                <c:pt idx="96">
                  <c:v>8.1</c:v>
                </c:pt>
                <c:pt idx="97">
                  <c:v>8.1</c:v>
                </c:pt>
                <c:pt idx="98">
                  <c:v>8.1</c:v>
                </c:pt>
                <c:pt idx="99">
                  <c:v>8.1</c:v>
                </c:pt>
                <c:pt idx="100">
                  <c:v>8.1</c:v>
                </c:pt>
                <c:pt idx="101">
                  <c:v>8.1</c:v>
                </c:pt>
                <c:pt idx="102">
                  <c:v>8.1</c:v>
                </c:pt>
                <c:pt idx="103">
                  <c:v>8.1</c:v>
                </c:pt>
                <c:pt idx="104">
                  <c:v>8.1</c:v>
                </c:pt>
                <c:pt idx="105">
                  <c:v>8.1</c:v>
                </c:pt>
                <c:pt idx="106">
                  <c:v>8.1</c:v>
                </c:pt>
                <c:pt idx="107">
                  <c:v>8.1</c:v>
                </c:pt>
                <c:pt idx="108">
                  <c:v>8.1</c:v>
                </c:pt>
                <c:pt idx="109">
                  <c:v>8.1</c:v>
                </c:pt>
                <c:pt idx="110">
                  <c:v>8.1</c:v>
                </c:pt>
                <c:pt idx="111">
                  <c:v>8.1</c:v>
                </c:pt>
                <c:pt idx="112">
                  <c:v>8.1</c:v>
                </c:pt>
                <c:pt idx="113">
                  <c:v>8.1</c:v>
                </c:pt>
                <c:pt idx="114">
                  <c:v>8.1</c:v>
                </c:pt>
                <c:pt idx="115">
                  <c:v>8.1</c:v>
                </c:pt>
                <c:pt idx="116">
                  <c:v>8.1</c:v>
                </c:pt>
                <c:pt idx="117">
                  <c:v>8.1</c:v>
                </c:pt>
                <c:pt idx="118">
                  <c:v>8.1</c:v>
                </c:pt>
                <c:pt idx="119">
                  <c:v>8.1</c:v>
                </c:pt>
                <c:pt idx="120">
                  <c:v>8.1</c:v>
                </c:pt>
                <c:pt idx="121">
                  <c:v>8.1</c:v>
                </c:pt>
                <c:pt idx="122">
                  <c:v>8.1</c:v>
                </c:pt>
                <c:pt idx="123">
                  <c:v>8.1</c:v>
                </c:pt>
                <c:pt idx="124">
                  <c:v>8.1</c:v>
                </c:pt>
                <c:pt idx="125">
                  <c:v>8.1</c:v>
                </c:pt>
                <c:pt idx="126">
                  <c:v>8.1</c:v>
                </c:pt>
                <c:pt idx="127">
                  <c:v>8.1</c:v>
                </c:pt>
                <c:pt idx="128">
                  <c:v>8.1</c:v>
                </c:pt>
                <c:pt idx="129">
                  <c:v>8.1</c:v>
                </c:pt>
                <c:pt idx="130">
                  <c:v>8.1</c:v>
                </c:pt>
                <c:pt idx="131">
                  <c:v>8.1</c:v>
                </c:pt>
                <c:pt idx="132">
                  <c:v>8.1</c:v>
                </c:pt>
                <c:pt idx="133">
                  <c:v>8.1</c:v>
                </c:pt>
                <c:pt idx="134">
                  <c:v>8.1</c:v>
                </c:pt>
                <c:pt idx="135">
                  <c:v>8.1</c:v>
                </c:pt>
                <c:pt idx="136">
                  <c:v>8.1</c:v>
                </c:pt>
                <c:pt idx="137">
                  <c:v>8.1</c:v>
                </c:pt>
                <c:pt idx="138">
                  <c:v>8.1</c:v>
                </c:pt>
                <c:pt idx="139">
                  <c:v>8.1</c:v>
                </c:pt>
                <c:pt idx="140">
                  <c:v>8.1</c:v>
                </c:pt>
                <c:pt idx="141">
                  <c:v>8.1</c:v>
                </c:pt>
                <c:pt idx="142">
                  <c:v>8.1</c:v>
                </c:pt>
                <c:pt idx="143">
                  <c:v>8.1</c:v>
                </c:pt>
                <c:pt idx="144">
                  <c:v>8.1</c:v>
                </c:pt>
                <c:pt idx="145">
                  <c:v>8.1</c:v>
                </c:pt>
                <c:pt idx="146">
                  <c:v>8.1</c:v>
                </c:pt>
                <c:pt idx="147">
                  <c:v>8.1</c:v>
                </c:pt>
                <c:pt idx="148">
                  <c:v>8.1</c:v>
                </c:pt>
                <c:pt idx="149">
                  <c:v>8.1</c:v>
                </c:pt>
                <c:pt idx="150">
                  <c:v>8.1</c:v>
                </c:pt>
                <c:pt idx="151">
                  <c:v>8.1</c:v>
                </c:pt>
                <c:pt idx="152">
                  <c:v>8.1</c:v>
                </c:pt>
                <c:pt idx="153">
                  <c:v>8.1</c:v>
                </c:pt>
                <c:pt idx="154">
                  <c:v>8.1</c:v>
                </c:pt>
                <c:pt idx="155">
                  <c:v>8.1</c:v>
                </c:pt>
                <c:pt idx="156">
                  <c:v>8.1</c:v>
                </c:pt>
                <c:pt idx="157">
                  <c:v>8.1</c:v>
                </c:pt>
                <c:pt idx="158">
                  <c:v>8.1</c:v>
                </c:pt>
                <c:pt idx="159">
                  <c:v>8.1</c:v>
                </c:pt>
                <c:pt idx="160">
                  <c:v>8.1</c:v>
                </c:pt>
                <c:pt idx="161">
                  <c:v>8.1</c:v>
                </c:pt>
                <c:pt idx="162">
                  <c:v>8.1</c:v>
                </c:pt>
                <c:pt idx="163">
                  <c:v>8.1</c:v>
                </c:pt>
                <c:pt idx="164">
                  <c:v>8.1</c:v>
                </c:pt>
                <c:pt idx="165">
                  <c:v>8.1</c:v>
                </c:pt>
                <c:pt idx="166">
                  <c:v>8.1</c:v>
                </c:pt>
                <c:pt idx="167">
                  <c:v>8.1</c:v>
                </c:pt>
                <c:pt idx="168">
                  <c:v>8.1</c:v>
                </c:pt>
                <c:pt idx="169">
                  <c:v>8.1</c:v>
                </c:pt>
                <c:pt idx="170">
                  <c:v>8.1</c:v>
                </c:pt>
                <c:pt idx="171">
                  <c:v>8.1</c:v>
                </c:pt>
                <c:pt idx="172">
                  <c:v>8.1</c:v>
                </c:pt>
                <c:pt idx="173">
                  <c:v>8.1</c:v>
                </c:pt>
                <c:pt idx="174">
                  <c:v>8.1</c:v>
                </c:pt>
                <c:pt idx="175">
                  <c:v>8.1</c:v>
                </c:pt>
                <c:pt idx="176">
                  <c:v>8.1</c:v>
                </c:pt>
                <c:pt idx="177">
                  <c:v>8.1</c:v>
                </c:pt>
                <c:pt idx="178">
                  <c:v>8.1</c:v>
                </c:pt>
                <c:pt idx="179">
                  <c:v>8.1</c:v>
                </c:pt>
                <c:pt idx="180">
                  <c:v>8.1</c:v>
                </c:pt>
                <c:pt idx="181">
                  <c:v>8.9</c:v>
                </c:pt>
                <c:pt idx="182">
                  <c:v>8.9</c:v>
                </c:pt>
                <c:pt idx="183">
                  <c:v>8.9</c:v>
                </c:pt>
                <c:pt idx="184">
                  <c:v>8.9</c:v>
                </c:pt>
                <c:pt idx="185">
                  <c:v>8.9</c:v>
                </c:pt>
                <c:pt idx="186">
                  <c:v>8.9</c:v>
                </c:pt>
                <c:pt idx="187">
                  <c:v>8.9</c:v>
                </c:pt>
                <c:pt idx="188">
                  <c:v>8.9</c:v>
                </c:pt>
                <c:pt idx="189">
                  <c:v>8.9</c:v>
                </c:pt>
                <c:pt idx="190">
                  <c:v>8.9</c:v>
                </c:pt>
                <c:pt idx="191">
                  <c:v>8.9</c:v>
                </c:pt>
                <c:pt idx="192">
                  <c:v>8.9</c:v>
                </c:pt>
                <c:pt idx="193">
                  <c:v>8.9</c:v>
                </c:pt>
                <c:pt idx="194">
                  <c:v>8.9</c:v>
                </c:pt>
                <c:pt idx="195">
                  <c:v>8.9</c:v>
                </c:pt>
                <c:pt idx="196">
                  <c:v>8.9</c:v>
                </c:pt>
                <c:pt idx="197">
                  <c:v>8.9</c:v>
                </c:pt>
                <c:pt idx="198">
                  <c:v>8.9</c:v>
                </c:pt>
                <c:pt idx="199">
                  <c:v>8.9</c:v>
                </c:pt>
                <c:pt idx="200">
                  <c:v>8.9</c:v>
                </c:pt>
                <c:pt idx="201">
                  <c:v>8.9</c:v>
                </c:pt>
                <c:pt idx="202">
                  <c:v>8.9</c:v>
                </c:pt>
                <c:pt idx="203">
                  <c:v>8.9</c:v>
                </c:pt>
                <c:pt idx="204">
                  <c:v>8.9</c:v>
                </c:pt>
                <c:pt idx="205">
                  <c:v>8.9</c:v>
                </c:pt>
                <c:pt idx="206">
                  <c:v>8.9</c:v>
                </c:pt>
                <c:pt idx="207">
                  <c:v>8.9</c:v>
                </c:pt>
                <c:pt idx="208">
                  <c:v>8.9</c:v>
                </c:pt>
                <c:pt idx="209">
                  <c:v>8.9</c:v>
                </c:pt>
                <c:pt idx="210">
                  <c:v>8.9</c:v>
                </c:pt>
                <c:pt idx="211">
                  <c:v>8.9</c:v>
                </c:pt>
                <c:pt idx="212">
                  <c:v>8.9</c:v>
                </c:pt>
                <c:pt idx="213">
                  <c:v>8.9</c:v>
                </c:pt>
                <c:pt idx="214">
                  <c:v>8.9</c:v>
                </c:pt>
                <c:pt idx="215">
                  <c:v>8.9</c:v>
                </c:pt>
                <c:pt idx="216">
                  <c:v>8.9</c:v>
                </c:pt>
                <c:pt idx="217">
                  <c:v>8.9</c:v>
                </c:pt>
                <c:pt idx="218">
                  <c:v>8.9</c:v>
                </c:pt>
                <c:pt idx="219">
                  <c:v>8.9</c:v>
                </c:pt>
                <c:pt idx="220">
                  <c:v>8.9</c:v>
                </c:pt>
                <c:pt idx="221">
                  <c:v>8.9</c:v>
                </c:pt>
                <c:pt idx="222">
                  <c:v>8.9</c:v>
                </c:pt>
                <c:pt idx="223">
                  <c:v>8.9</c:v>
                </c:pt>
                <c:pt idx="224">
                  <c:v>8.9</c:v>
                </c:pt>
                <c:pt idx="225">
                  <c:v>8.9</c:v>
                </c:pt>
                <c:pt idx="226">
                  <c:v>8.9</c:v>
                </c:pt>
                <c:pt idx="227">
                  <c:v>8.9</c:v>
                </c:pt>
                <c:pt idx="228">
                  <c:v>8.9</c:v>
                </c:pt>
                <c:pt idx="229">
                  <c:v>8.9</c:v>
                </c:pt>
                <c:pt idx="230">
                  <c:v>8.9</c:v>
                </c:pt>
                <c:pt idx="231">
                  <c:v>8.9</c:v>
                </c:pt>
                <c:pt idx="232">
                  <c:v>8.9</c:v>
                </c:pt>
                <c:pt idx="233">
                  <c:v>8.9</c:v>
                </c:pt>
                <c:pt idx="234">
                  <c:v>8.9</c:v>
                </c:pt>
                <c:pt idx="235">
                  <c:v>8.9</c:v>
                </c:pt>
                <c:pt idx="236">
                  <c:v>8.9</c:v>
                </c:pt>
                <c:pt idx="237">
                  <c:v>8.9</c:v>
                </c:pt>
                <c:pt idx="238">
                  <c:v>8.9</c:v>
                </c:pt>
                <c:pt idx="239">
                  <c:v>8.9</c:v>
                </c:pt>
                <c:pt idx="240">
                  <c:v>8.9</c:v>
                </c:pt>
                <c:pt idx="241">
                  <c:v>8.9</c:v>
                </c:pt>
                <c:pt idx="242">
                  <c:v>8.9</c:v>
                </c:pt>
                <c:pt idx="243">
                  <c:v>8.9</c:v>
                </c:pt>
                <c:pt idx="244">
                  <c:v>8.9</c:v>
                </c:pt>
                <c:pt idx="245">
                  <c:v>8.9</c:v>
                </c:pt>
                <c:pt idx="246">
                  <c:v>8.9</c:v>
                </c:pt>
                <c:pt idx="247">
                  <c:v>8.9</c:v>
                </c:pt>
                <c:pt idx="248">
                  <c:v>8.9</c:v>
                </c:pt>
                <c:pt idx="249">
                  <c:v>8.9</c:v>
                </c:pt>
                <c:pt idx="250">
                  <c:v>8.9</c:v>
                </c:pt>
                <c:pt idx="251">
                  <c:v>8.9</c:v>
                </c:pt>
                <c:pt idx="252">
                  <c:v>8.9</c:v>
                </c:pt>
                <c:pt idx="253">
                  <c:v>8.9</c:v>
                </c:pt>
                <c:pt idx="254">
                  <c:v>8.9</c:v>
                </c:pt>
                <c:pt idx="255">
                  <c:v>8.9</c:v>
                </c:pt>
                <c:pt idx="256">
                  <c:v>8.9</c:v>
                </c:pt>
                <c:pt idx="257">
                  <c:v>8.9</c:v>
                </c:pt>
                <c:pt idx="258">
                  <c:v>8.9</c:v>
                </c:pt>
                <c:pt idx="259">
                  <c:v>8.9</c:v>
                </c:pt>
                <c:pt idx="260">
                  <c:v>8.9</c:v>
                </c:pt>
                <c:pt idx="261">
                  <c:v>8.9</c:v>
                </c:pt>
                <c:pt idx="262">
                  <c:v>8.9</c:v>
                </c:pt>
                <c:pt idx="263">
                  <c:v>8.9</c:v>
                </c:pt>
                <c:pt idx="264">
                  <c:v>8.9</c:v>
                </c:pt>
                <c:pt idx="265">
                  <c:v>8.9</c:v>
                </c:pt>
                <c:pt idx="266">
                  <c:v>8.9</c:v>
                </c:pt>
                <c:pt idx="267">
                  <c:v>8.9</c:v>
                </c:pt>
                <c:pt idx="268">
                  <c:v>8.9</c:v>
                </c:pt>
                <c:pt idx="269">
                  <c:v>8.9</c:v>
                </c:pt>
                <c:pt idx="270">
                  <c:v>8.9</c:v>
                </c:pt>
                <c:pt idx="271">
                  <c:v>8.9</c:v>
                </c:pt>
                <c:pt idx="272">
                  <c:v>8.9</c:v>
                </c:pt>
                <c:pt idx="273">
                  <c:v>5.3</c:v>
                </c:pt>
                <c:pt idx="274">
                  <c:v>5.3</c:v>
                </c:pt>
                <c:pt idx="275">
                  <c:v>5.3</c:v>
                </c:pt>
                <c:pt idx="276">
                  <c:v>5.3</c:v>
                </c:pt>
                <c:pt idx="277">
                  <c:v>5.3</c:v>
                </c:pt>
                <c:pt idx="278">
                  <c:v>5.3</c:v>
                </c:pt>
                <c:pt idx="279">
                  <c:v>5.3</c:v>
                </c:pt>
                <c:pt idx="280">
                  <c:v>5.3</c:v>
                </c:pt>
                <c:pt idx="281">
                  <c:v>5.3</c:v>
                </c:pt>
                <c:pt idx="282">
                  <c:v>5.3</c:v>
                </c:pt>
                <c:pt idx="283">
                  <c:v>5.3</c:v>
                </c:pt>
                <c:pt idx="284">
                  <c:v>5.3</c:v>
                </c:pt>
                <c:pt idx="285">
                  <c:v>5.3</c:v>
                </c:pt>
                <c:pt idx="286">
                  <c:v>5.3</c:v>
                </c:pt>
                <c:pt idx="287">
                  <c:v>5.3</c:v>
                </c:pt>
                <c:pt idx="288">
                  <c:v>5.3</c:v>
                </c:pt>
                <c:pt idx="289">
                  <c:v>5.3</c:v>
                </c:pt>
                <c:pt idx="290">
                  <c:v>5.3</c:v>
                </c:pt>
                <c:pt idx="291">
                  <c:v>5.3</c:v>
                </c:pt>
                <c:pt idx="292">
                  <c:v>5.3</c:v>
                </c:pt>
                <c:pt idx="293">
                  <c:v>5.3</c:v>
                </c:pt>
                <c:pt idx="294">
                  <c:v>5.3</c:v>
                </c:pt>
                <c:pt idx="295">
                  <c:v>5.3</c:v>
                </c:pt>
                <c:pt idx="296">
                  <c:v>5.3</c:v>
                </c:pt>
                <c:pt idx="297">
                  <c:v>5.3</c:v>
                </c:pt>
                <c:pt idx="298">
                  <c:v>5.3</c:v>
                </c:pt>
                <c:pt idx="299">
                  <c:v>5.3</c:v>
                </c:pt>
                <c:pt idx="300">
                  <c:v>5.3</c:v>
                </c:pt>
                <c:pt idx="301">
                  <c:v>5.3</c:v>
                </c:pt>
                <c:pt idx="302">
                  <c:v>5.3</c:v>
                </c:pt>
                <c:pt idx="303">
                  <c:v>5.3</c:v>
                </c:pt>
                <c:pt idx="304">
                  <c:v>5.3</c:v>
                </c:pt>
                <c:pt idx="305">
                  <c:v>5.3</c:v>
                </c:pt>
                <c:pt idx="306">
                  <c:v>5.3</c:v>
                </c:pt>
                <c:pt idx="307">
                  <c:v>5.3</c:v>
                </c:pt>
                <c:pt idx="308">
                  <c:v>5.3</c:v>
                </c:pt>
                <c:pt idx="309">
                  <c:v>5.3</c:v>
                </c:pt>
                <c:pt idx="310">
                  <c:v>5.3</c:v>
                </c:pt>
                <c:pt idx="311">
                  <c:v>5.3</c:v>
                </c:pt>
                <c:pt idx="312">
                  <c:v>5.3</c:v>
                </c:pt>
                <c:pt idx="313">
                  <c:v>5.3</c:v>
                </c:pt>
                <c:pt idx="314">
                  <c:v>5.3</c:v>
                </c:pt>
                <c:pt idx="315">
                  <c:v>5.3</c:v>
                </c:pt>
                <c:pt idx="316">
                  <c:v>5.3</c:v>
                </c:pt>
                <c:pt idx="317">
                  <c:v>5.3</c:v>
                </c:pt>
                <c:pt idx="318">
                  <c:v>5.3</c:v>
                </c:pt>
                <c:pt idx="319">
                  <c:v>5.3</c:v>
                </c:pt>
                <c:pt idx="320">
                  <c:v>5.3</c:v>
                </c:pt>
                <c:pt idx="321">
                  <c:v>5.3</c:v>
                </c:pt>
                <c:pt idx="322">
                  <c:v>5.3</c:v>
                </c:pt>
                <c:pt idx="323">
                  <c:v>5.3</c:v>
                </c:pt>
                <c:pt idx="324">
                  <c:v>5.3</c:v>
                </c:pt>
                <c:pt idx="325">
                  <c:v>5.3</c:v>
                </c:pt>
                <c:pt idx="326">
                  <c:v>5.3</c:v>
                </c:pt>
                <c:pt idx="327">
                  <c:v>5.3</c:v>
                </c:pt>
                <c:pt idx="328">
                  <c:v>5.3</c:v>
                </c:pt>
                <c:pt idx="329">
                  <c:v>5.3</c:v>
                </c:pt>
                <c:pt idx="330">
                  <c:v>5.3</c:v>
                </c:pt>
                <c:pt idx="331">
                  <c:v>5.3</c:v>
                </c:pt>
                <c:pt idx="332">
                  <c:v>5.3</c:v>
                </c:pt>
                <c:pt idx="333">
                  <c:v>5.3</c:v>
                </c:pt>
                <c:pt idx="334">
                  <c:v>5.3</c:v>
                </c:pt>
                <c:pt idx="335">
                  <c:v>5.3</c:v>
                </c:pt>
                <c:pt idx="336">
                  <c:v>5.3</c:v>
                </c:pt>
                <c:pt idx="337">
                  <c:v>5.3</c:v>
                </c:pt>
                <c:pt idx="338">
                  <c:v>5.3</c:v>
                </c:pt>
                <c:pt idx="339">
                  <c:v>5.3</c:v>
                </c:pt>
                <c:pt idx="340">
                  <c:v>5.3</c:v>
                </c:pt>
                <c:pt idx="341">
                  <c:v>5.3</c:v>
                </c:pt>
                <c:pt idx="342">
                  <c:v>5.3</c:v>
                </c:pt>
                <c:pt idx="343">
                  <c:v>5.3</c:v>
                </c:pt>
                <c:pt idx="344">
                  <c:v>5.3</c:v>
                </c:pt>
                <c:pt idx="345">
                  <c:v>5.3</c:v>
                </c:pt>
                <c:pt idx="346">
                  <c:v>5.3</c:v>
                </c:pt>
                <c:pt idx="347">
                  <c:v>5.3</c:v>
                </c:pt>
                <c:pt idx="348">
                  <c:v>5.3</c:v>
                </c:pt>
                <c:pt idx="349">
                  <c:v>5.3</c:v>
                </c:pt>
                <c:pt idx="350">
                  <c:v>5.3</c:v>
                </c:pt>
                <c:pt idx="351">
                  <c:v>5.3</c:v>
                </c:pt>
                <c:pt idx="352">
                  <c:v>5.3</c:v>
                </c:pt>
                <c:pt idx="353">
                  <c:v>5.3</c:v>
                </c:pt>
                <c:pt idx="354">
                  <c:v>5.3</c:v>
                </c:pt>
                <c:pt idx="355">
                  <c:v>5.3</c:v>
                </c:pt>
                <c:pt idx="356">
                  <c:v>5.3</c:v>
                </c:pt>
                <c:pt idx="357">
                  <c:v>5.3</c:v>
                </c:pt>
                <c:pt idx="358">
                  <c:v>5.3</c:v>
                </c:pt>
                <c:pt idx="359">
                  <c:v>5.3</c:v>
                </c:pt>
                <c:pt idx="360">
                  <c:v>5.3</c:v>
                </c:pt>
                <c:pt idx="361">
                  <c:v>5.3</c:v>
                </c:pt>
                <c:pt idx="362">
                  <c:v>5.3</c:v>
                </c:pt>
                <c:pt idx="363">
                  <c:v>5.3</c:v>
                </c:pt>
                <c:pt idx="364">
                  <c:v>5.3</c:v>
                </c:pt>
                <c:pt idx="365">
                  <c:v>6.8</c:v>
                </c:pt>
                <c:pt idx="366">
                  <c:v>6.8</c:v>
                </c:pt>
                <c:pt idx="367">
                  <c:v>6.8</c:v>
                </c:pt>
                <c:pt idx="368">
                  <c:v>6.8</c:v>
                </c:pt>
                <c:pt idx="369">
                  <c:v>6.8</c:v>
                </c:pt>
                <c:pt idx="370">
                  <c:v>6.8</c:v>
                </c:pt>
                <c:pt idx="371">
                  <c:v>6.8</c:v>
                </c:pt>
                <c:pt idx="372">
                  <c:v>6.8</c:v>
                </c:pt>
                <c:pt idx="373">
                  <c:v>6.8</c:v>
                </c:pt>
                <c:pt idx="374">
                  <c:v>6.8</c:v>
                </c:pt>
                <c:pt idx="375">
                  <c:v>6.8</c:v>
                </c:pt>
                <c:pt idx="376">
                  <c:v>6.8</c:v>
                </c:pt>
                <c:pt idx="377">
                  <c:v>6.8</c:v>
                </c:pt>
                <c:pt idx="378">
                  <c:v>6.8</c:v>
                </c:pt>
                <c:pt idx="379">
                  <c:v>6.8</c:v>
                </c:pt>
                <c:pt idx="380">
                  <c:v>6.8</c:v>
                </c:pt>
                <c:pt idx="381">
                  <c:v>6.8</c:v>
                </c:pt>
                <c:pt idx="382">
                  <c:v>6.8</c:v>
                </c:pt>
                <c:pt idx="383">
                  <c:v>6.8</c:v>
                </c:pt>
                <c:pt idx="384">
                  <c:v>6.8</c:v>
                </c:pt>
                <c:pt idx="385">
                  <c:v>6.8</c:v>
                </c:pt>
                <c:pt idx="386">
                  <c:v>6.8</c:v>
                </c:pt>
                <c:pt idx="387">
                  <c:v>6.8</c:v>
                </c:pt>
                <c:pt idx="388">
                  <c:v>6.8</c:v>
                </c:pt>
                <c:pt idx="389">
                  <c:v>6.8</c:v>
                </c:pt>
                <c:pt idx="390">
                  <c:v>6.8</c:v>
                </c:pt>
                <c:pt idx="391">
                  <c:v>6.8</c:v>
                </c:pt>
                <c:pt idx="392">
                  <c:v>6.8</c:v>
                </c:pt>
                <c:pt idx="393">
                  <c:v>6.8</c:v>
                </c:pt>
                <c:pt idx="394">
                  <c:v>6.8</c:v>
                </c:pt>
                <c:pt idx="395">
                  <c:v>6.8</c:v>
                </c:pt>
                <c:pt idx="396">
                  <c:v>6.8</c:v>
                </c:pt>
                <c:pt idx="397">
                  <c:v>6.8</c:v>
                </c:pt>
                <c:pt idx="398">
                  <c:v>6.8</c:v>
                </c:pt>
                <c:pt idx="399">
                  <c:v>6.8</c:v>
                </c:pt>
                <c:pt idx="400">
                  <c:v>6.8</c:v>
                </c:pt>
                <c:pt idx="401">
                  <c:v>6.8</c:v>
                </c:pt>
                <c:pt idx="402">
                  <c:v>6.8</c:v>
                </c:pt>
                <c:pt idx="403">
                  <c:v>6.8</c:v>
                </c:pt>
                <c:pt idx="404">
                  <c:v>6.8</c:v>
                </c:pt>
                <c:pt idx="405">
                  <c:v>6.8</c:v>
                </c:pt>
                <c:pt idx="406">
                  <c:v>6.8</c:v>
                </c:pt>
                <c:pt idx="407">
                  <c:v>6.8</c:v>
                </c:pt>
                <c:pt idx="408">
                  <c:v>6.8</c:v>
                </c:pt>
                <c:pt idx="409">
                  <c:v>6.8</c:v>
                </c:pt>
                <c:pt idx="410">
                  <c:v>6.8</c:v>
                </c:pt>
                <c:pt idx="411">
                  <c:v>6.8</c:v>
                </c:pt>
                <c:pt idx="412">
                  <c:v>6.8</c:v>
                </c:pt>
                <c:pt idx="413">
                  <c:v>6.8</c:v>
                </c:pt>
                <c:pt idx="414">
                  <c:v>6.8</c:v>
                </c:pt>
                <c:pt idx="415">
                  <c:v>6.8</c:v>
                </c:pt>
                <c:pt idx="416">
                  <c:v>6.8</c:v>
                </c:pt>
                <c:pt idx="417">
                  <c:v>6.8</c:v>
                </c:pt>
                <c:pt idx="418">
                  <c:v>6.8</c:v>
                </c:pt>
                <c:pt idx="419">
                  <c:v>6.8</c:v>
                </c:pt>
                <c:pt idx="420">
                  <c:v>6.8</c:v>
                </c:pt>
                <c:pt idx="421">
                  <c:v>6.8</c:v>
                </c:pt>
                <c:pt idx="422">
                  <c:v>6.8</c:v>
                </c:pt>
                <c:pt idx="423">
                  <c:v>6.8</c:v>
                </c:pt>
                <c:pt idx="424">
                  <c:v>6.8</c:v>
                </c:pt>
                <c:pt idx="425">
                  <c:v>6.8</c:v>
                </c:pt>
                <c:pt idx="426">
                  <c:v>6.8</c:v>
                </c:pt>
                <c:pt idx="427">
                  <c:v>6.8</c:v>
                </c:pt>
                <c:pt idx="428">
                  <c:v>6.8</c:v>
                </c:pt>
                <c:pt idx="429">
                  <c:v>6.8</c:v>
                </c:pt>
                <c:pt idx="430">
                  <c:v>6.8</c:v>
                </c:pt>
                <c:pt idx="431">
                  <c:v>6.8</c:v>
                </c:pt>
                <c:pt idx="432">
                  <c:v>6.8</c:v>
                </c:pt>
                <c:pt idx="433">
                  <c:v>6.8</c:v>
                </c:pt>
                <c:pt idx="434">
                  <c:v>6.8</c:v>
                </c:pt>
                <c:pt idx="435">
                  <c:v>6.8</c:v>
                </c:pt>
                <c:pt idx="436">
                  <c:v>6.8</c:v>
                </c:pt>
                <c:pt idx="437">
                  <c:v>6.8</c:v>
                </c:pt>
                <c:pt idx="438">
                  <c:v>6.8</c:v>
                </c:pt>
                <c:pt idx="439">
                  <c:v>6.8</c:v>
                </c:pt>
                <c:pt idx="440">
                  <c:v>6.8</c:v>
                </c:pt>
                <c:pt idx="441">
                  <c:v>6.8</c:v>
                </c:pt>
                <c:pt idx="442">
                  <c:v>6.8</c:v>
                </c:pt>
                <c:pt idx="443">
                  <c:v>6.8</c:v>
                </c:pt>
                <c:pt idx="444">
                  <c:v>6.8</c:v>
                </c:pt>
                <c:pt idx="445">
                  <c:v>6.8</c:v>
                </c:pt>
                <c:pt idx="446">
                  <c:v>6.8</c:v>
                </c:pt>
                <c:pt idx="447">
                  <c:v>6.8</c:v>
                </c:pt>
                <c:pt idx="448">
                  <c:v>6.8</c:v>
                </c:pt>
                <c:pt idx="449">
                  <c:v>6.8</c:v>
                </c:pt>
                <c:pt idx="450">
                  <c:v>6.8</c:v>
                </c:pt>
                <c:pt idx="451">
                  <c:v>6.8</c:v>
                </c:pt>
                <c:pt idx="452">
                  <c:v>6.8</c:v>
                </c:pt>
                <c:pt idx="453">
                  <c:v>6.8</c:v>
                </c:pt>
                <c:pt idx="454">
                  <c:v>6.8</c:v>
                </c:pt>
                <c:pt idx="455">
                  <c:v>6.8</c:v>
                </c:pt>
                <c:pt idx="456">
                  <c:v>11.7</c:v>
                </c:pt>
                <c:pt idx="457">
                  <c:v>11.7</c:v>
                </c:pt>
                <c:pt idx="458">
                  <c:v>11.7</c:v>
                </c:pt>
                <c:pt idx="459">
                  <c:v>11.7</c:v>
                </c:pt>
                <c:pt idx="460">
                  <c:v>11.7</c:v>
                </c:pt>
                <c:pt idx="461">
                  <c:v>11.7</c:v>
                </c:pt>
                <c:pt idx="462">
                  <c:v>11.7</c:v>
                </c:pt>
                <c:pt idx="463">
                  <c:v>11.7</c:v>
                </c:pt>
                <c:pt idx="464">
                  <c:v>11.7</c:v>
                </c:pt>
                <c:pt idx="465">
                  <c:v>11.7</c:v>
                </c:pt>
                <c:pt idx="466">
                  <c:v>11.7</c:v>
                </c:pt>
                <c:pt idx="467">
                  <c:v>11.7</c:v>
                </c:pt>
                <c:pt idx="468">
                  <c:v>11.7</c:v>
                </c:pt>
                <c:pt idx="469">
                  <c:v>11.7</c:v>
                </c:pt>
                <c:pt idx="470">
                  <c:v>11.7</c:v>
                </c:pt>
                <c:pt idx="471">
                  <c:v>11.7</c:v>
                </c:pt>
                <c:pt idx="472">
                  <c:v>11.7</c:v>
                </c:pt>
                <c:pt idx="473">
                  <c:v>11.7</c:v>
                </c:pt>
                <c:pt idx="474">
                  <c:v>11.7</c:v>
                </c:pt>
                <c:pt idx="475">
                  <c:v>11.7</c:v>
                </c:pt>
                <c:pt idx="476">
                  <c:v>11.7</c:v>
                </c:pt>
                <c:pt idx="477">
                  <c:v>11.7</c:v>
                </c:pt>
                <c:pt idx="478">
                  <c:v>11.7</c:v>
                </c:pt>
                <c:pt idx="479">
                  <c:v>11.7</c:v>
                </c:pt>
                <c:pt idx="480">
                  <c:v>11.7</c:v>
                </c:pt>
                <c:pt idx="481">
                  <c:v>11.7</c:v>
                </c:pt>
                <c:pt idx="482">
                  <c:v>11.7</c:v>
                </c:pt>
                <c:pt idx="483">
                  <c:v>11.7</c:v>
                </c:pt>
                <c:pt idx="484">
                  <c:v>11.7</c:v>
                </c:pt>
                <c:pt idx="485">
                  <c:v>11.7</c:v>
                </c:pt>
                <c:pt idx="486">
                  <c:v>11.7</c:v>
                </c:pt>
                <c:pt idx="487">
                  <c:v>11.7</c:v>
                </c:pt>
                <c:pt idx="488">
                  <c:v>11.7</c:v>
                </c:pt>
                <c:pt idx="489">
                  <c:v>11.7</c:v>
                </c:pt>
                <c:pt idx="490">
                  <c:v>11.7</c:v>
                </c:pt>
                <c:pt idx="491">
                  <c:v>11.7</c:v>
                </c:pt>
                <c:pt idx="492">
                  <c:v>11.7</c:v>
                </c:pt>
                <c:pt idx="493">
                  <c:v>11.7</c:v>
                </c:pt>
                <c:pt idx="494">
                  <c:v>11.7</c:v>
                </c:pt>
                <c:pt idx="495">
                  <c:v>11.7</c:v>
                </c:pt>
                <c:pt idx="496">
                  <c:v>11.7</c:v>
                </c:pt>
                <c:pt idx="497">
                  <c:v>11.7</c:v>
                </c:pt>
                <c:pt idx="498">
                  <c:v>11.7</c:v>
                </c:pt>
                <c:pt idx="499">
                  <c:v>11.7</c:v>
                </c:pt>
                <c:pt idx="500">
                  <c:v>11.7</c:v>
                </c:pt>
                <c:pt idx="501">
                  <c:v>11.7</c:v>
                </c:pt>
                <c:pt idx="502">
                  <c:v>11.7</c:v>
                </c:pt>
                <c:pt idx="503">
                  <c:v>11.7</c:v>
                </c:pt>
                <c:pt idx="504">
                  <c:v>11.7</c:v>
                </c:pt>
                <c:pt idx="505">
                  <c:v>11.7</c:v>
                </c:pt>
                <c:pt idx="506">
                  <c:v>11.7</c:v>
                </c:pt>
                <c:pt idx="507">
                  <c:v>11.7</c:v>
                </c:pt>
                <c:pt idx="508">
                  <c:v>11.7</c:v>
                </c:pt>
                <c:pt idx="509">
                  <c:v>11.7</c:v>
                </c:pt>
                <c:pt idx="510">
                  <c:v>11.7</c:v>
                </c:pt>
                <c:pt idx="511">
                  <c:v>11.7</c:v>
                </c:pt>
                <c:pt idx="512">
                  <c:v>11.7</c:v>
                </c:pt>
                <c:pt idx="513">
                  <c:v>11.7</c:v>
                </c:pt>
                <c:pt idx="514">
                  <c:v>11.7</c:v>
                </c:pt>
                <c:pt idx="515">
                  <c:v>11.7</c:v>
                </c:pt>
                <c:pt idx="516">
                  <c:v>11.7</c:v>
                </c:pt>
                <c:pt idx="517">
                  <c:v>11.7</c:v>
                </c:pt>
                <c:pt idx="518">
                  <c:v>11.7</c:v>
                </c:pt>
                <c:pt idx="519">
                  <c:v>11.7</c:v>
                </c:pt>
                <c:pt idx="520">
                  <c:v>11.7</c:v>
                </c:pt>
                <c:pt idx="521">
                  <c:v>11.7</c:v>
                </c:pt>
                <c:pt idx="522">
                  <c:v>11.7</c:v>
                </c:pt>
                <c:pt idx="523">
                  <c:v>11.7</c:v>
                </c:pt>
                <c:pt idx="524">
                  <c:v>11.7</c:v>
                </c:pt>
                <c:pt idx="525">
                  <c:v>11.7</c:v>
                </c:pt>
                <c:pt idx="526">
                  <c:v>11.7</c:v>
                </c:pt>
                <c:pt idx="527">
                  <c:v>11.7</c:v>
                </c:pt>
                <c:pt idx="528">
                  <c:v>11.7</c:v>
                </c:pt>
                <c:pt idx="529">
                  <c:v>11.7</c:v>
                </c:pt>
                <c:pt idx="530">
                  <c:v>11.7</c:v>
                </c:pt>
                <c:pt idx="531">
                  <c:v>11.7</c:v>
                </c:pt>
                <c:pt idx="532">
                  <c:v>11.7</c:v>
                </c:pt>
                <c:pt idx="533">
                  <c:v>11.7</c:v>
                </c:pt>
                <c:pt idx="534">
                  <c:v>11.7</c:v>
                </c:pt>
                <c:pt idx="535">
                  <c:v>11.7</c:v>
                </c:pt>
                <c:pt idx="536">
                  <c:v>11.7</c:v>
                </c:pt>
                <c:pt idx="537">
                  <c:v>11.7</c:v>
                </c:pt>
                <c:pt idx="538">
                  <c:v>11.7</c:v>
                </c:pt>
                <c:pt idx="539">
                  <c:v>11.7</c:v>
                </c:pt>
                <c:pt idx="540">
                  <c:v>11.7</c:v>
                </c:pt>
                <c:pt idx="541">
                  <c:v>11.7</c:v>
                </c:pt>
                <c:pt idx="542">
                  <c:v>11.7</c:v>
                </c:pt>
                <c:pt idx="543">
                  <c:v>11.7</c:v>
                </c:pt>
                <c:pt idx="544">
                  <c:v>11.7</c:v>
                </c:pt>
                <c:pt idx="545">
                  <c:v>11.7</c:v>
                </c:pt>
                <c:pt idx="546">
                  <c:v>11.7</c:v>
                </c:pt>
                <c:pt idx="547">
                  <c:v>11.0</c:v>
                </c:pt>
                <c:pt idx="548">
                  <c:v>11.0</c:v>
                </c:pt>
                <c:pt idx="549">
                  <c:v>11.0</c:v>
                </c:pt>
                <c:pt idx="550">
                  <c:v>11.0</c:v>
                </c:pt>
                <c:pt idx="551">
                  <c:v>11.0</c:v>
                </c:pt>
                <c:pt idx="552">
                  <c:v>11.0</c:v>
                </c:pt>
                <c:pt idx="553">
                  <c:v>11.0</c:v>
                </c:pt>
                <c:pt idx="554">
                  <c:v>11.0</c:v>
                </c:pt>
                <c:pt idx="555">
                  <c:v>11.0</c:v>
                </c:pt>
                <c:pt idx="556">
                  <c:v>11.0</c:v>
                </c:pt>
                <c:pt idx="557">
                  <c:v>11.0</c:v>
                </c:pt>
                <c:pt idx="558">
                  <c:v>11.0</c:v>
                </c:pt>
                <c:pt idx="559">
                  <c:v>11.0</c:v>
                </c:pt>
                <c:pt idx="560">
                  <c:v>11.0</c:v>
                </c:pt>
                <c:pt idx="561">
                  <c:v>11.0</c:v>
                </c:pt>
                <c:pt idx="562">
                  <c:v>11.0</c:v>
                </c:pt>
                <c:pt idx="563">
                  <c:v>11.0</c:v>
                </c:pt>
                <c:pt idx="564">
                  <c:v>11.0</c:v>
                </c:pt>
                <c:pt idx="565">
                  <c:v>11.0</c:v>
                </c:pt>
                <c:pt idx="566">
                  <c:v>11.0</c:v>
                </c:pt>
                <c:pt idx="567">
                  <c:v>11.0</c:v>
                </c:pt>
                <c:pt idx="568">
                  <c:v>11.0</c:v>
                </c:pt>
                <c:pt idx="569">
                  <c:v>11.0</c:v>
                </c:pt>
                <c:pt idx="570">
                  <c:v>11.0</c:v>
                </c:pt>
                <c:pt idx="571">
                  <c:v>11.0</c:v>
                </c:pt>
                <c:pt idx="572">
                  <c:v>11.0</c:v>
                </c:pt>
                <c:pt idx="573">
                  <c:v>11.0</c:v>
                </c:pt>
                <c:pt idx="574">
                  <c:v>11.0</c:v>
                </c:pt>
                <c:pt idx="575">
                  <c:v>11.0</c:v>
                </c:pt>
                <c:pt idx="576">
                  <c:v>11.0</c:v>
                </c:pt>
                <c:pt idx="577">
                  <c:v>11.0</c:v>
                </c:pt>
                <c:pt idx="578">
                  <c:v>11.0</c:v>
                </c:pt>
                <c:pt idx="579">
                  <c:v>11.0</c:v>
                </c:pt>
                <c:pt idx="580">
                  <c:v>11.0</c:v>
                </c:pt>
                <c:pt idx="581">
                  <c:v>11.0</c:v>
                </c:pt>
                <c:pt idx="582">
                  <c:v>11.0</c:v>
                </c:pt>
                <c:pt idx="583">
                  <c:v>11.0</c:v>
                </c:pt>
                <c:pt idx="584">
                  <c:v>11.0</c:v>
                </c:pt>
                <c:pt idx="585">
                  <c:v>11.0</c:v>
                </c:pt>
                <c:pt idx="586">
                  <c:v>11.0</c:v>
                </c:pt>
                <c:pt idx="587">
                  <c:v>11.0</c:v>
                </c:pt>
                <c:pt idx="588">
                  <c:v>11.0</c:v>
                </c:pt>
                <c:pt idx="589">
                  <c:v>11.0</c:v>
                </c:pt>
                <c:pt idx="590">
                  <c:v>11.0</c:v>
                </c:pt>
                <c:pt idx="591">
                  <c:v>11.0</c:v>
                </c:pt>
                <c:pt idx="592">
                  <c:v>11.0</c:v>
                </c:pt>
                <c:pt idx="593">
                  <c:v>11.0</c:v>
                </c:pt>
                <c:pt idx="594">
                  <c:v>11.0</c:v>
                </c:pt>
                <c:pt idx="595">
                  <c:v>11.0</c:v>
                </c:pt>
                <c:pt idx="596">
                  <c:v>11.0</c:v>
                </c:pt>
                <c:pt idx="597">
                  <c:v>11.0</c:v>
                </c:pt>
                <c:pt idx="598">
                  <c:v>11.0</c:v>
                </c:pt>
                <c:pt idx="599">
                  <c:v>11.0</c:v>
                </c:pt>
                <c:pt idx="600">
                  <c:v>11.0</c:v>
                </c:pt>
                <c:pt idx="601">
                  <c:v>11.0</c:v>
                </c:pt>
                <c:pt idx="602">
                  <c:v>11.0</c:v>
                </c:pt>
                <c:pt idx="603">
                  <c:v>11.0</c:v>
                </c:pt>
                <c:pt idx="604">
                  <c:v>11.0</c:v>
                </c:pt>
                <c:pt idx="605">
                  <c:v>11.0</c:v>
                </c:pt>
                <c:pt idx="606">
                  <c:v>11.0</c:v>
                </c:pt>
                <c:pt idx="607">
                  <c:v>11.0</c:v>
                </c:pt>
                <c:pt idx="608">
                  <c:v>11.0</c:v>
                </c:pt>
                <c:pt idx="609">
                  <c:v>11.0</c:v>
                </c:pt>
                <c:pt idx="610">
                  <c:v>11.0</c:v>
                </c:pt>
                <c:pt idx="611">
                  <c:v>11.0</c:v>
                </c:pt>
                <c:pt idx="612">
                  <c:v>11.0</c:v>
                </c:pt>
                <c:pt idx="613">
                  <c:v>11.0</c:v>
                </c:pt>
                <c:pt idx="614">
                  <c:v>11.0</c:v>
                </c:pt>
                <c:pt idx="615">
                  <c:v>11.0</c:v>
                </c:pt>
                <c:pt idx="616">
                  <c:v>11.0</c:v>
                </c:pt>
                <c:pt idx="617">
                  <c:v>11.0</c:v>
                </c:pt>
                <c:pt idx="618">
                  <c:v>11.0</c:v>
                </c:pt>
                <c:pt idx="619">
                  <c:v>11.0</c:v>
                </c:pt>
                <c:pt idx="620">
                  <c:v>11.0</c:v>
                </c:pt>
                <c:pt idx="621">
                  <c:v>11.0</c:v>
                </c:pt>
                <c:pt idx="622">
                  <c:v>11.0</c:v>
                </c:pt>
                <c:pt idx="623">
                  <c:v>11.0</c:v>
                </c:pt>
                <c:pt idx="624">
                  <c:v>11.0</c:v>
                </c:pt>
                <c:pt idx="625">
                  <c:v>11.0</c:v>
                </c:pt>
                <c:pt idx="626">
                  <c:v>11.0</c:v>
                </c:pt>
                <c:pt idx="627">
                  <c:v>11.0</c:v>
                </c:pt>
                <c:pt idx="628">
                  <c:v>11.0</c:v>
                </c:pt>
                <c:pt idx="629">
                  <c:v>11.0</c:v>
                </c:pt>
                <c:pt idx="630">
                  <c:v>11.0</c:v>
                </c:pt>
                <c:pt idx="631">
                  <c:v>11.0</c:v>
                </c:pt>
                <c:pt idx="632">
                  <c:v>11.0</c:v>
                </c:pt>
                <c:pt idx="633">
                  <c:v>11.0</c:v>
                </c:pt>
                <c:pt idx="634">
                  <c:v>11.0</c:v>
                </c:pt>
                <c:pt idx="635">
                  <c:v>11.0</c:v>
                </c:pt>
                <c:pt idx="636">
                  <c:v>11.0</c:v>
                </c:pt>
                <c:pt idx="637">
                  <c:v>11.0</c:v>
                </c:pt>
                <c:pt idx="638">
                  <c:v>11.0</c:v>
                </c:pt>
                <c:pt idx="639">
                  <c:v>6.8</c:v>
                </c:pt>
                <c:pt idx="640">
                  <c:v>6.8</c:v>
                </c:pt>
                <c:pt idx="641">
                  <c:v>6.8</c:v>
                </c:pt>
                <c:pt idx="642">
                  <c:v>6.8</c:v>
                </c:pt>
                <c:pt idx="643">
                  <c:v>6.8</c:v>
                </c:pt>
                <c:pt idx="644">
                  <c:v>6.8</c:v>
                </c:pt>
                <c:pt idx="645">
                  <c:v>6.8</c:v>
                </c:pt>
                <c:pt idx="646">
                  <c:v>6.8</c:v>
                </c:pt>
                <c:pt idx="647">
                  <c:v>6.8</c:v>
                </c:pt>
                <c:pt idx="648">
                  <c:v>6.8</c:v>
                </c:pt>
                <c:pt idx="649">
                  <c:v>6.8</c:v>
                </c:pt>
                <c:pt idx="650">
                  <c:v>6.8</c:v>
                </c:pt>
                <c:pt idx="651">
                  <c:v>6.8</c:v>
                </c:pt>
                <c:pt idx="652">
                  <c:v>6.8</c:v>
                </c:pt>
                <c:pt idx="653">
                  <c:v>6.8</c:v>
                </c:pt>
                <c:pt idx="654">
                  <c:v>6.8</c:v>
                </c:pt>
                <c:pt idx="655">
                  <c:v>6.8</c:v>
                </c:pt>
                <c:pt idx="656">
                  <c:v>6.8</c:v>
                </c:pt>
                <c:pt idx="657">
                  <c:v>6.8</c:v>
                </c:pt>
                <c:pt idx="658">
                  <c:v>6.8</c:v>
                </c:pt>
                <c:pt idx="659">
                  <c:v>6.8</c:v>
                </c:pt>
                <c:pt idx="660">
                  <c:v>6.8</c:v>
                </c:pt>
                <c:pt idx="661">
                  <c:v>6.8</c:v>
                </c:pt>
                <c:pt idx="662">
                  <c:v>6.8</c:v>
                </c:pt>
                <c:pt idx="663">
                  <c:v>6.8</c:v>
                </c:pt>
                <c:pt idx="664">
                  <c:v>6.8</c:v>
                </c:pt>
                <c:pt idx="665">
                  <c:v>6.8</c:v>
                </c:pt>
                <c:pt idx="666">
                  <c:v>6.8</c:v>
                </c:pt>
                <c:pt idx="667">
                  <c:v>6.8</c:v>
                </c:pt>
                <c:pt idx="668">
                  <c:v>6.8</c:v>
                </c:pt>
                <c:pt idx="669">
                  <c:v>6.8</c:v>
                </c:pt>
                <c:pt idx="670">
                  <c:v>6.8</c:v>
                </c:pt>
                <c:pt idx="671">
                  <c:v>6.8</c:v>
                </c:pt>
                <c:pt idx="672">
                  <c:v>6.8</c:v>
                </c:pt>
                <c:pt idx="673">
                  <c:v>6.8</c:v>
                </c:pt>
                <c:pt idx="674">
                  <c:v>6.8</c:v>
                </c:pt>
                <c:pt idx="675">
                  <c:v>6.8</c:v>
                </c:pt>
                <c:pt idx="676">
                  <c:v>6.8</c:v>
                </c:pt>
                <c:pt idx="677">
                  <c:v>6.8</c:v>
                </c:pt>
                <c:pt idx="678">
                  <c:v>6.8</c:v>
                </c:pt>
                <c:pt idx="679">
                  <c:v>6.8</c:v>
                </c:pt>
                <c:pt idx="680">
                  <c:v>6.8</c:v>
                </c:pt>
                <c:pt idx="681">
                  <c:v>6.8</c:v>
                </c:pt>
                <c:pt idx="682">
                  <c:v>6.8</c:v>
                </c:pt>
                <c:pt idx="683">
                  <c:v>6.8</c:v>
                </c:pt>
                <c:pt idx="684">
                  <c:v>6.8</c:v>
                </c:pt>
                <c:pt idx="685">
                  <c:v>6.8</c:v>
                </c:pt>
                <c:pt idx="686">
                  <c:v>6.8</c:v>
                </c:pt>
                <c:pt idx="687">
                  <c:v>6.8</c:v>
                </c:pt>
                <c:pt idx="688">
                  <c:v>6.8</c:v>
                </c:pt>
                <c:pt idx="689">
                  <c:v>6.8</c:v>
                </c:pt>
                <c:pt idx="690">
                  <c:v>6.8</c:v>
                </c:pt>
                <c:pt idx="691">
                  <c:v>6.8</c:v>
                </c:pt>
                <c:pt idx="692">
                  <c:v>6.8</c:v>
                </c:pt>
                <c:pt idx="693">
                  <c:v>6.8</c:v>
                </c:pt>
                <c:pt idx="694">
                  <c:v>6.8</c:v>
                </c:pt>
                <c:pt idx="695">
                  <c:v>6.8</c:v>
                </c:pt>
                <c:pt idx="696">
                  <c:v>6.8</c:v>
                </c:pt>
                <c:pt idx="697">
                  <c:v>6.8</c:v>
                </c:pt>
                <c:pt idx="698">
                  <c:v>6.8</c:v>
                </c:pt>
                <c:pt idx="699">
                  <c:v>6.8</c:v>
                </c:pt>
                <c:pt idx="700">
                  <c:v>6.8</c:v>
                </c:pt>
                <c:pt idx="701">
                  <c:v>6.8</c:v>
                </c:pt>
                <c:pt idx="702">
                  <c:v>6.8</c:v>
                </c:pt>
                <c:pt idx="703">
                  <c:v>6.8</c:v>
                </c:pt>
                <c:pt idx="704">
                  <c:v>6.8</c:v>
                </c:pt>
                <c:pt idx="705">
                  <c:v>6.8</c:v>
                </c:pt>
                <c:pt idx="706">
                  <c:v>6.8</c:v>
                </c:pt>
                <c:pt idx="707">
                  <c:v>6.8</c:v>
                </c:pt>
                <c:pt idx="708">
                  <c:v>6.8</c:v>
                </c:pt>
                <c:pt idx="709">
                  <c:v>6.8</c:v>
                </c:pt>
                <c:pt idx="710">
                  <c:v>6.8</c:v>
                </c:pt>
                <c:pt idx="711">
                  <c:v>6.8</c:v>
                </c:pt>
                <c:pt idx="712">
                  <c:v>6.8</c:v>
                </c:pt>
                <c:pt idx="713">
                  <c:v>6.8</c:v>
                </c:pt>
                <c:pt idx="714">
                  <c:v>6.8</c:v>
                </c:pt>
                <c:pt idx="715">
                  <c:v>6.8</c:v>
                </c:pt>
                <c:pt idx="716">
                  <c:v>6.8</c:v>
                </c:pt>
                <c:pt idx="717">
                  <c:v>6.8</c:v>
                </c:pt>
                <c:pt idx="718">
                  <c:v>6.8</c:v>
                </c:pt>
                <c:pt idx="719">
                  <c:v>6.8</c:v>
                </c:pt>
                <c:pt idx="720">
                  <c:v>6.8</c:v>
                </c:pt>
                <c:pt idx="721">
                  <c:v>6.8</c:v>
                </c:pt>
                <c:pt idx="722">
                  <c:v>6.8</c:v>
                </c:pt>
                <c:pt idx="723">
                  <c:v>6.8</c:v>
                </c:pt>
                <c:pt idx="724">
                  <c:v>6.8</c:v>
                </c:pt>
                <c:pt idx="725">
                  <c:v>6.8</c:v>
                </c:pt>
                <c:pt idx="726">
                  <c:v>6.8</c:v>
                </c:pt>
                <c:pt idx="727">
                  <c:v>6.8</c:v>
                </c:pt>
                <c:pt idx="728">
                  <c:v>6.8</c:v>
                </c:pt>
                <c:pt idx="729">
                  <c:v>6.8</c:v>
                </c:pt>
                <c:pt idx="730">
                  <c:v>6.8</c:v>
                </c:pt>
                <c:pt idx="731">
                  <c:v>7.6</c:v>
                </c:pt>
                <c:pt idx="732">
                  <c:v>7.6</c:v>
                </c:pt>
                <c:pt idx="733">
                  <c:v>7.6</c:v>
                </c:pt>
                <c:pt idx="734">
                  <c:v>7.6</c:v>
                </c:pt>
                <c:pt idx="735">
                  <c:v>7.6</c:v>
                </c:pt>
                <c:pt idx="736">
                  <c:v>7.6</c:v>
                </c:pt>
                <c:pt idx="737">
                  <c:v>7.6</c:v>
                </c:pt>
                <c:pt idx="738">
                  <c:v>7.6</c:v>
                </c:pt>
                <c:pt idx="739">
                  <c:v>7.6</c:v>
                </c:pt>
                <c:pt idx="740">
                  <c:v>7.6</c:v>
                </c:pt>
                <c:pt idx="741">
                  <c:v>7.6</c:v>
                </c:pt>
                <c:pt idx="742">
                  <c:v>7.6</c:v>
                </c:pt>
                <c:pt idx="743">
                  <c:v>7.6</c:v>
                </c:pt>
                <c:pt idx="744">
                  <c:v>7.6</c:v>
                </c:pt>
                <c:pt idx="745">
                  <c:v>7.6</c:v>
                </c:pt>
                <c:pt idx="746">
                  <c:v>7.6</c:v>
                </c:pt>
                <c:pt idx="747">
                  <c:v>7.6</c:v>
                </c:pt>
                <c:pt idx="748">
                  <c:v>7.6</c:v>
                </c:pt>
                <c:pt idx="749">
                  <c:v>7.6</c:v>
                </c:pt>
                <c:pt idx="750">
                  <c:v>7.6</c:v>
                </c:pt>
                <c:pt idx="751">
                  <c:v>7.6</c:v>
                </c:pt>
                <c:pt idx="752">
                  <c:v>7.6</c:v>
                </c:pt>
                <c:pt idx="753">
                  <c:v>7.6</c:v>
                </c:pt>
                <c:pt idx="754">
                  <c:v>7.6</c:v>
                </c:pt>
                <c:pt idx="755">
                  <c:v>7.6</c:v>
                </c:pt>
                <c:pt idx="756">
                  <c:v>7.6</c:v>
                </c:pt>
                <c:pt idx="757">
                  <c:v>7.6</c:v>
                </c:pt>
                <c:pt idx="758">
                  <c:v>7.6</c:v>
                </c:pt>
                <c:pt idx="759">
                  <c:v>7.6</c:v>
                </c:pt>
                <c:pt idx="760">
                  <c:v>7.6</c:v>
                </c:pt>
                <c:pt idx="761">
                  <c:v>7.6</c:v>
                </c:pt>
                <c:pt idx="762">
                  <c:v>7.6</c:v>
                </c:pt>
                <c:pt idx="763">
                  <c:v>7.6</c:v>
                </c:pt>
                <c:pt idx="764">
                  <c:v>7.6</c:v>
                </c:pt>
                <c:pt idx="765">
                  <c:v>7.6</c:v>
                </c:pt>
                <c:pt idx="766">
                  <c:v>7.6</c:v>
                </c:pt>
                <c:pt idx="767">
                  <c:v>7.6</c:v>
                </c:pt>
                <c:pt idx="768">
                  <c:v>7.6</c:v>
                </c:pt>
                <c:pt idx="769">
                  <c:v>7.6</c:v>
                </c:pt>
                <c:pt idx="770">
                  <c:v>7.6</c:v>
                </c:pt>
                <c:pt idx="771">
                  <c:v>7.6</c:v>
                </c:pt>
                <c:pt idx="772">
                  <c:v>7.6</c:v>
                </c:pt>
                <c:pt idx="773">
                  <c:v>7.6</c:v>
                </c:pt>
                <c:pt idx="774">
                  <c:v>7.6</c:v>
                </c:pt>
                <c:pt idx="775">
                  <c:v>7.6</c:v>
                </c:pt>
                <c:pt idx="776">
                  <c:v>7.6</c:v>
                </c:pt>
                <c:pt idx="777">
                  <c:v>7.6</c:v>
                </c:pt>
                <c:pt idx="778">
                  <c:v>7.6</c:v>
                </c:pt>
                <c:pt idx="779">
                  <c:v>7.6</c:v>
                </c:pt>
                <c:pt idx="780">
                  <c:v>7.6</c:v>
                </c:pt>
                <c:pt idx="781">
                  <c:v>7.6</c:v>
                </c:pt>
                <c:pt idx="782">
                  <c:v>7.6</c:v>
                </c:pt>
                <c:pt idx="783">
                  <c:v>7.6</c:v>
                </c:pt>
                <c:pt idx="784">
                  <c:v>7.6</c:v>
                </c:pt>
                <c:pt idx="785">
                  <c:v>7.6</c:v>
                </c:pt>
                <c:pt idx="786">
                  <c:v>7.6</c:v>
                </c:pt>
                <c:pt idx="787">
                  <c:v>7.6</c:v>
                </c:pt>
                <c:pt idx="788">
                  <c:v>7.6</c:v>
                </c:pt>
                <c:pt idx="789">
                  <c:v>7.6</c:v>
                </c:pt>
                <c:pt idx="790">
                  <c:v>7.6</c:v>
                </c:pt>
                <c:pt idx="791">
                  <c:v>7.6</c:v>
                </c:pt>
                <c:pt idx="792">
                  <c:v>7.6</c:v>
                </c:pt>
                <c:pt idx="793">
                  <c:v>7.6</c:v>
                </c:pt>
                <c:pt idx="794">
                  <c:v>7.6</c:v>
                </c:pt>
                <c:pt idx="795">
                  <c:v>7.6</c:v>
                </c:pt>
                <c:pt idx="796">
                  <c:v>7.6</c:v>
                </c:pt>
                <c:pt idx="797">
                  <c:v>7.6</c:v>
                </c:pt>
                <c:pt idx="798">
                  <c:v>7.6</c:v>
                </c:pt>
                <c:pt idx="799">
                  <c:v>7.6</c:v>
                </c:pt>
                <c:pt idx="800">
                  <c:v>7.6</c:v>
                </c:pt>
                <c:pt idx="801">
                  <c:v>7.6</c:v>
                </c:pt>
                <c:pt idx="802">
                  <c:v>7.6</c:v>
                </c:pt>
                <c:pt idx="803">
                  <c:v>7.6</c:v>
                </c:pt>
                <c:pt idx="804">
                  <c:v>7.6</c:v>
                </c:pt>
                <c:pt idx="805">
                  <c:v>7.6</c:v>
                </c:pt>
                <c:pt idx="806">
                  <c:v>7.6</c:v>
                </c:pt>
                <c:pt idx="807">
                  <c:v>7.6</c:v>
                </c:pt>
                <c:pt idx="808">
                  <c:v>7.6</c:v>
                </c:pt>
                <c:pt idx="809">
                  <c:v>7.6</c:v>
                </c:pt>
                <c:pt idx="810">
                  <c:v>7.6</c:v>
                </c:pt>
                <c:pt idx="811">
                  <c:v>7.6</c:v>
                </c:pt>
                <c:pt idx="812">
                  <c:v>7.6</c:v>
                </c:pt>
                <c:pt idx="813">
                  <c:v>7.6</c:v>
                </c:pt>
                <c:pt idx="814">
                  <c:v>7.6</c:v>
                </c:pt>
                <c:pt idx="815">
                  <c:v>7.6</c:v>
                </c:pt>
                <c:pt idx="816">
                  <c:v>7.6</c:v>
                </c:pt>
                <c:pt idx="817">
                  <c:v>7.6</c:v>
                </c:pt>
                <c:pt idx="818">
                  <c:v>7.6</c:v>
                </c:pt>
                <c:pt idx="819">
                  <c:v>7.6</c:v>
                </c:pt>
                <c:pt idx="820">
                  <c:v>7.6</c:v>
                </c:pt>
                <c:pt idx="821">
                  <c:v>15.0</c:v>
                </c:pt>
                <c:pt idx="822">
                  <c:v>15.0</c:v>
                </c:pt>
                <c:pt idx="823">
                  <c:v>15.0</c:v>
                </c:pt>
                <c:pt idx="824">
                  <c:v>15.0</c:v>
                </c:pt>
                <c:pt idx="825">
                  <c:v>15.0</c:v>
                </c:pt>
                <c:pt idx="826">
                  <c:v>15.0</c:v>
                </c:pt>
                <c:pt idx="827">
                  <c:v>15.0</c:v>
                </c:pt>
                <c:pt idx="828">
                  <c:v>15.0</c:v>
                </c:pt>
                <c:pt idx="829">
                  <c:v>15.0</c:v>
                </c:pt>
                <c:pt idx="830">
                  <c:v>15.0</c:v>
                </c:pt>
                <c:pt idx="831">
                  <c:v>15.0</c:v>
                </c:pt>
                <c:pt idx="832">
                  <c:v>15.0</c:v>
                </c:pt>
                <c:pt idx="833">
                  <c:v>15.0</c:v>
                </c:pt>
                <c:pt idx="834">
                  <c:v>15.0</c:v>
                </c:pt>
                <c:pt idx="835">
                  <c:v>15.0</c:v>
                </c:pt>
                <c:pt idx="836">
                  <c:v>15.0</c:v>
                </c:pt>
                <c:pt idx="837">
                  <c:v>15.0</c:v>
                </c:pt>
                <c:pt idx="838">
                  <c:v>15.0</c:v>
                </c:pt>
                <c:pt idx="839">
                  <c:v>15.0</c:v>
                </c:pt>
                <c:pt idx="840">
                  <c:v>15.0</c:v>
                </c:pt>
                <c:pt idx="841">
                  <c:v>15.0</c:v>
                </c:pt>
                <c:pt idx="842">
                  <c:v>15.0</c:v>
                </c:pt>
                <c:pt idx="843">
                  <c:v>15.0</c:v>
                </c:pt>
                <c:pt idx="844">
                  <c:v>15.0</c:v>
                </c:pt>
                <c:pt idx="845">
                  <c:v>15.0</c:v>
                </c:pt>
                <c:pt idx="846">
                  <c:v>15.0</c:v>
                </c:pt>
                <c:pt idx="847">
                  <c:v>15.0</c:v>
                </c:pt>
                <c:pt idx="848">
                  <c:v>15.0</c:v>
                </c:pt>
                <c:pt idx="849">
                  <c:v>15.0</c:v>
                </c:pt>
                <c:pt idx="850">
                  <c:v>15.0</c:v>
                </c:pt>
                <c:pt idx="851">
                  <c:v>15.0</c:v>
                </c:pt>
                <c:pt idx="852">
                  <c:v>15.0</c:v>
                </c:pt>
                <c:pt idx="853">
                  <c:v>15.0</c:v>
                </c:pt>
                <c:pt idx="854">
                  <c:v>15.0</c:v>
                </c:pt>
                <c:pt idx="855">
                  <c:v>15.0</c:v>
                </c:pt>
                <c:pt idx="856">
                  <c:v>15.0</c:v>
                </c:pt>
                <c:pt idx="857">
                  <c:v>15.0</c:v>
                </c:pt>
                <c:pt idx="858">
                  <c:v>15.0</c:v>
                </c:pt>
                <c:pt idx="859">
                  <c:v>15.0</c:v>
                </c:pt>
                <c:pt idx="860">
                  <c:v>15.0</c:v>
                </c:pt>
                <c:pt idx="861">
                  <c:v>15.0</c:v>
                </c:pt>
                <c:pt idx="862">
                  <c:v>15.0</c:v>
                </c:pt>
                <c:pt idx="863">
                  <c:v>15.0</c:v>
                </c:pt>
                <c:pt idx="864">
                  <c:v>15.0</c:v>
                </c:pt>
                <c:pt idx="865">
                  <c:v>15.0</c:v>
                </c:pt>
                <c:pt idx="866">
                  <c:v>15.0</c:v>
                </c:pt>
                <c:pt idx="867">
                  <c:v>15.0</c:v>
                </c:pt>
                <c:pt idx="868">
                  <c:v>15.0</c:v>
                </c:pt>
                <c:pt idx="869">
                  <c:v>15.0</c:v>
                </c:pt>
                <c:pt idx="870">
                  <c:v>15.0</c:v>
                </c:pt>
                <c:pt idx="871">
                  <c:v>15.0</c:v>
                </c:pt>
                <c:pt idx="872">
                  <c:v>15.0</c:v>
                </c:pt>
                <c:pt idx="873">
                  <c:v>15.0</c:v>
                </c:pt>
                <c:pt idx="874">
                  <c:v>15.0</c:v>
                </c:pt>
                <c:pt idx="875">
                  <c:v>15.0</c:v>
                </c:pt>
                <c:pt idx="876">
                  <c:v>15.0</c:v>
                </c:pt>
                <c:pt idx="877">
                  <c:v>15.0</c:v>
                </c:pt>
                <c:pt idx="878">
                  <c:v>15.0</c:v>
                </c:pt>
                <c:pt idx="879">
                  <c:v>15.0</c:v>
                </c:pt>
                <c:pt idx="880">
                  <c:v>15.0</c:v>
                </c:pt>
                <c:pt idx="881">
                  <c:v>15.0</c:v>
                </c:pt>
                <c:pt idx="882">
                  <c:v>15.0</c:v>
                </c:pt>
                <c:pt idx="883">
                  <c:v>15.0</c:v>
                </c:pt>
                <c:pt idx="884">
                  <c:v>15.0</c:v>
                </c:pt>
                <c:pt idx="885">
                  <c:v>15.0</c:v>
                </c:pt>
                <c:pt idx="886">
                  <c:v>15.0</c:v>
                </c:pt>
                <c:pt idx="887">
                  <c:v>15.0</c:v>
                </c:pt>
                <c:pt idx="888">
                  <c:v>15.0</c:v>
                </c:pt>
                <c:pt idx="889">
                  <c:v>15.0</c:v>
                </c:pt>
                <c:pt idx="890">
                  <c:v>15.0</c:v>
                </c:pt>
                <c:pt idx="891">
                  <c:v>15.0</c:v>
                </c:pt>
                <c:pt idx="892">
                  <c:v>15.0</c:v>
                </c:pt>
                <c:pt idx="893">
                  <c:v>15.0</c:v>
                </c:pt>
                <c:pt idx="894">
                  <c:v>15.0</c:v>
                </c:pt>
                <c:pt idx="895">
                  <c:v>15.0</c:v>
                </c:pt>
                <c:pt idx="896">
                  <c:v>15.0</c:v>
                </c:pt>
                <c:pt idx="897">
                  <c:v>15.0</c:v>
                </c:pt>
                <c:pt idx="898">
                  <c:v>15.0</c:v>
                </c:pt>
                <c:pt idx="899">
                  <c:v>15.0</c:v>
                </c:pt>
                <c:pt idx="900">
                  <c:v>15.0</c:v>
                </c:pt>
                <c:pt idx="901">
                  <c:v>15.0</c:v>
                </c:pt>
                <c:pt idx="902">
                  <c:v>15.0</c:v>
                </c:pt>
                <c:pt idx="903">
                  <c:v>15.0</c:v>
                </c:pt>
                <c:pt idx="904">
                  <c:v>15.0</c:v>
                </c:pt>
                <c:pt idx="905">
                  <c:v>15.0</c:v>
                </c:pt>
                <c:pt idx="906">
                  <c:v>15.0</c:v>
                </c:pt>
                <c:pt idx="907">
                  <c:v>15.0</c:v>
                </c:pt>
                <c:pt idx="908">
                  <c:v>15.0</c:v>
                </c:pt>
                <c:pt idx="909">
                  <c:v>15.0</c:v>
                </c:pt>
                <c:pt idx="910">
                  <c:v>15.0</c:v>
                </c:pt>
                <c:pt idx="911">
                  <c:v>15.0</c:v>
                </c:pt>
                <c:pt idx="912">
                  <c:v>19.4</c:v>
                </c:pt>
                <c:pt idx="913">
                  <c:v>19.4</c:v>
                </c:pt>
                <c:pt idx="914">
                  <c:v>19.4</c:v>
                </c:pt>
                <c:pt idx="915">
                  <c:v>19.4</c:v>
                </c:pt>
                <c:pt idx="916">
                  <c:v>19.4</c:v>
                </c:pt>
                <c:pt idx="917">
                  <c:v>19.4</c:v>
                </c:pt>
                <c:pt idx="918">
                  <c:v>19.4</c:v>
                </c:pt>
                <c:pt idx="919">
                  <c:v>19.4</c:v>
                </c:pt>
                <c:pt idx="920">
                  <c:v>19.4</c:v>
                </c:pt>
                <c:pt idx="921">
                  <c:v>19.4</c:v>
                </c:pt>
                <c:pt idx="922">
                  <c:v>19.4</c:v>
                </c:pt>
                <c:pt idx="923">
                  <c:v>19.4</c:v>
                </c:pt>
                <c:pt idx="924">
                  <c:v>19.4</c:v>
                </c:pt>
                <c:pt idx="925">
                  <c:v>19.4</c:v>
                </c:pt>
                <c:pt idx="926">
                  <c:v>19.4</c:v>
                </c:pt>
                <c:pt idx="927">
                  <c:v>19.4</c:v>
                </c:pt>
                <c:pt idx="928">
                  <c:v>19.4</c:v>
                </c:pt>
                <c:pt idx="929">
                  <c:v>19.4</c:v>
                </c:pt>
                <c:pt idx="930">
                  <c:v>19.4</c:v>
                </c:pt>
                <c:pt idx="931">
                  <c:v>19.4</c:v>
                </c:pt>
                <c:pt idx="932">
                  <c:v>19.4</c:v>
                </c:pt>
                <c:pt idx="933">
                  <c:v>19.4</c:v>
                </c:pt>
                <c:pt idx="934">
                  <c:v>19.4</c:v>
                </c:pt>
                <c:pt idx="935">
                  <c:v>19.4</c:v>
                </c:pt>
                <c:pt idx="936">
                  <c:v>19.4</c:v>
                </c:pt>
                <c:pt idx="937">
                  <c:v>19.4</c:v>
                </c:pt>
                <c:pt idx="938">
                  <c:v>19.4</c:v>
                </c:pt>
                <c:pt idx="939">
                  <c:v>19.4</c:v>
                </c:pt>
                <c:pt idx="940">
                  <c:v>19.4</c:v>
                </c:pt>
                <c:pt idx="941">
                  <c:v>19.4</c:v>
                </c:pt>
                <c:pt idx="942">
                  <c:v>19.4</c:v>
                </c:pt>
                <c:pt idx="943">
                  <c:v>19.4</c:v>
                </c:pt>
                <c:pt idx="944">
                  <c:v>19.4</c:v>
                </c:pt>
                <c:pt idx="945">
                  <c:v>19.4</c:v>
                </c:pt>
                <c:pt idx="946">
                  <c:v>19.4</c:v>
                </c:pt>
                <c:pt idx="947">
                  <c:v>19.4</c:v>
                </c:pt>
                <c:pt idx="948">
                  <c:v>19.4</c:v>
                </c:pt>
                <c:pt idx="949">
                  <c:v>19.4</c:v>
                </c:pt>
                <c:pt idx="950">
                  <c:v>19.4</c:v>
                </c:pt>
                <c:pt idx="951">
                  <c:v>19.4</c:v>
                </c:pt>
                <c:pt idx="952">
                  <c:v>19.4</c:v>
                </c:pt>
                <c:pt idx="953">
                  <c:v>19.4</c:v>
                </c:pt>
                <c:pt idx="954">
                  <c:v>19.4</c:v>
                </c:pt>
                <c:pt idx="955">
                  <c:v>19.4</c:v>
                </c:pt>
                <c:pt idx="956">
                  <c:v>19.4</c:v>
                </c:pt>
                <c:pt idx="957">
                  <c:v>19.4</c:v>
                </c:pt>
                <c:pt idx="958">
                  <c:v>19.4</c:v>
                </c:pt>
                <c:pt idx="959">
                  <c:v>19.4</c:v>
                </c:pt>
                <c:pt idx="960">
                  <c:v>19.4</c:v>
                </c:pt>
                <c:pt idx="961">
                  <c:v>19.4</c:v>
                </c:pt>
                <c:pt idx="962">
                  <c:v>19.4</c:v>
                </c:pt>
                <c:pt idx="963">
                  <c:v>19.4</c:v>
                </c:pt>
                <c:pt idx="964">
                  <c:v>19.4</c:v>
                </c:pt>
                <c:pt idx="965">
                  <c:v>19.4</c:v>
                </c:pt>
                <c:pt idx="966">
                  <c:v>19.4</c:v>
                </c:pt>
                <c:pt idx="967">
                  <c:v>19.4</c:v>
                </c:pt>
                <c:pt idx="968">
                  <c:v>19.4</c:v>
                </c:pt>
                <c:pt idx="969">
                  <c:v>19.4</c:v>
                </c:pt>
                <c:pt idx="970">
                  <c:v>19.4</c:v>
                </c:pt>
                <c:pt idx="971">
                  <c:v>19.4</c:v>
                </c:pt>
                <c:pt idx="972">
                  <c:v>19.4</c:v>
                </c:pt>
                <c:pt idx="973">
                  <c:v>19.4</c:v>
                </c:pt>
                <c:pt idx="974">
                  <c:v>19.4</c:v>
                </c:pt>
                <c:pt idx="975">
                  <c:v>19.4</c:v>
                </c:pt>
                <c:pt idx="976">
                  <c:v>19.4</c:v>
                </c:pt>
                <c:pt idx="977">
                  <c:v>19.4</c:v>
                </c:pt>
                <c:pt idx="978">
                  <c:v>19.4</c:v>
                </c:pt>
                <c:pt idx="979">
                  <c:v>19.4</c:v>
                </c:pt>
                <c:pt idx="980">
                  <c:v>19.4</c:v>
                </c:pt>
                <c:pt idx="981">
                  <c:v>19.4</c:v>
                </c:pt>
                <c:pt idx="982">
                  <c:v>19.4</c:v>
                </c:pt>
                <c:pt idx="983">
                  <c:v>19.4</c:v>
                </c:pt>
                <c:pt idx="984">
                  <c:v>19.4</c:v>
                </c:pt>
                <c:pt idx="985">
                  <c:v>19.4</c:v>
                </c:pt>
                <c:pt idx="986">
                  <c:v>19.4</c:v>
                </c:pt>
                <c:pt idx="987">
                  <c:v>19.4</c:v>
                </c:pt>
                <c:pt idx="988">
                  <c:v>19.4</c:v>
                </c:pt>
                <c:pt idx="989">
                  <c:v>19.4</c:v>
                </c:pt>
                <c:pt idx="990">
                  <c:v>19.4</c:v>
                </c:pt>
                <c:pt idx="991">
                  <c:v>19.4</c:v>
                </c:pt>
                <c:pt idx="992">
                  <c:v>19.4</c:v>
                </c:pt>
                <c:pt idx="993">
                  <c:v>19.4</c:v>
                </c:pt>
                <c:pt idx="994">
                  <c:v>19.4</c:v>
                </c:pt>
                <c:pt idx="995">
                  <c:v>19.4</c:v>
                </c:pt>
                <c:pt idx="996">
                  <c:v>19.4</c:v>
                </c:pt>
                <c:pt idx="997">
                  <c:v>19.4</c:v>
                </c:pt>
                <c:pt idx="998">
                  <c:v>19.4</c:v>
                </c:pt>
                <c:pt idx="999">
                  <c:v>19.4</c:v>
                </c:pt>
                <c:pt idx="1000">
                  <c:v>19.4</c:v>
                </c:pt>
                <c:pt idx="1001">
                  <c:v>19.4</c:v>
                </c:pt>
                <c:pt idx="1002">
                  <c:v>19.4</c:v>
                </c:pt>
                <c:pt idx="1003">
                  <c:v>19.4</c:v>
                </c:pt>
                <c:pt idx="1004">
                  <c:v>14.1</c:v>
                </c:pt>
                <c:pt idx="1005">
                  <c:v>14.1</c:v>
                </c:pt>
                <c:pt idx="1006">
                  <c:v>14.1</c:v>
                </c:pt>
                <c:pt idx="1007">
                  <c:v>14.1</c:v>
                </c:pt>
                <c:pt idx="1008">
                  <c:v>14.1</c:v>
                </c:pt>
                <c:pt idx="1009">
                  <c:v>14.1</c:v>
                </c:pt>
                <c:pt idx="1010">
                  <c:v>14.1</c:v>
                </c:pt>
                <c:pt idx="1011">
                  <c:v>14.1</c:v>
                </c:pt>
                <c:pt idx="1012">
                  <c:v>14.1</c:v>
                </c:pt>
                <c:pt idx="1013">
                  <c:v>14.1</c:v>
                </c:pt>
                <c:pt idx="1014">
                  <c:v>14.1</c:v>
                </c:pt>
                <c:pt idx="1015">
                  <c:v>14.1</c:v>
                </c:pt>
                <c:pt idx="1016">
                  <c:v>14.1</c:v>
                </c:pt>
                <c:pt idx="1017">
                  <c:v>14.1</c:v>
                </c:pt>
                <c:pt idx="1018">
                  <c:v>14.1</c:v>
                </c:pt>
                <c:pt idx="1019">
                  <c:v>14.1</c:v>
                </c:pt>
                <c:pt idx="1020">
                  <c:v>14.1</c:v>
                </c:pt>
                <c:pt idx="1021">
                  <c:v>14.1</c:v>
                </c:pt>
                <c:pt idx="1022">
                  <c:v>14.1</c:v>
                </c:pt>
                <c:pt idx="1023">
                  <c:v>14.1</c:v>
                </c:pt>
                <c:pt idx="1024">
                  <c:v>14.1</c:v>
                </c:pt>
                <c:pt idx="1025">
                  <c:v>14.1</c:v>
                </c:pt>
                <c:pt idx="1026">
                  <c:v>14.1</c:v>
                </c:pt>
                <c:pt idx="1027">
                  <c:v>14.1</c:v>
                </c:pt>
                <c:pt idx="1028">
                  <c:v>14.1</c:v>
                </c:pt>
                <c:pt idx="1029">
                  <c:v>14.1</c:v>
                </c:pt>
                <c:pt idx="1030">
                  <c:v>14.1</c:v>
                </c:pt>
                <c:pt idx="1031">
                  <c:v>14.1</c:v>
                </c:pt>
                <c:pt idx="1032">
                  <c:v>14.1</c:v>
                </c:pt>
                <c:pt idx="1033">
                  <c:v>14.1</c:v>
                </c:pt>
                <c:pt idx="1034">
                  <c:v>14.1</c:v>
                </c:pt>
                <c:pt idx="1035">
                  <c:v>14.1</c:v>
                </c:pt>
                <c:pt idx="1036">
                  <c:v>14.1</c:v>
                </c:pt>
                <c:pt idx="1037">
                  <c:v>14.1</c:v>
                </c:pt>
                <c:pt idx="1038">
                  <c:v>14.1</c:v>
                </c:pt>
                <c:pt idx="1039">
                  <c:v>14.1</c:v>
                </c:pt>
                <c:pt idx="1040">
                  <c:v>14.1</c:v>
                </c:pt>
                <c:pt idx="1041">
                  <c:v>14.1</c:v>
                </c:pt>
                <c:pt idx="1042">
                  <c:v>14.1</c:v>
                </c:pt>
                <c:pt idx="1043">
                  <c:v>14.1</c:v>
                </c:pt>
                <c:pt idx="1044">
                  <c:v>14.1</c:v>
                </c:pt>
                <c:pt idx="1045">
                  <c:v>14.1</c:v>
                </c:pt>
                <c:pt idx="1046">
                  <c:v>14.1</c:v>
                </c:pt>
                <c:pt idx="1047">
                  <c:v>14.1</c:v>
                </c:pt>
                <c:pt idx="1048">
                  <c:v>14.1</c:v>
                </c:pt>
                <c:pt idx="1049">
                  <c:v>14.1</c:v>
                </c:pt>
                <c:pt idx="1050">
                  <c:v>14.1</c:v>
                </c:pt>
                <c:pt idx="1051">
                  <c:v>14.1</c:v>
                </c:pt>
                <c:pt idx="1052">
                  <c:v>14.1</c:v>
                </c:pt>
                <c:pt idx="1053">
                  <c:v>14.1</c:v>
                </c:pt>
                <c:pt idx="1054">
                  <c:v>14.1</c:v>
                </c:pt>
                <c:pt idx="1055">
                  <c:v>14.1</c:v>
                </c:pt>
                <c:pt idx="1056">
                  <c:v>14.1</c:v>
                </c:pt>
                <c:pt idx="1057">
                  <c:v>14.1</c:v>
                </c:pt>
                <c:pt idx="1058">
                  <c:v>14.1</c:v>
                </c:pt>
                <c:pt idx="1059">
                  <c:v>14.1</c:v>
                </c:pt>
                <c:pt idx="1060">
                  <c:v>14.1</c:v>
                </c:pt>
                <c:pt idx="1061">
                  <c:v>14.1</c:v>
                </c:pt>
                <c:pt idx="1062">
                  <c:v>14.1</c:v>
                </c:pt>
                <c:pt idx="1063">
                  <c:v>14.1</c:v>
                </c:pt>
                <c:pt idx="1064">
                  <c:v>14.1</c:v>
                </c:pt>
                <c:pt idx="1065">
                  <c:v>14.1</c:v>
                </c:pt>
                <c:pt idx="1066">
                  <c:v>14.1</c:v>
                </c:pt>
                <c:pt idx="1067">
                  <c:v>14.1</c:v>
                </c:pt>
                <c:pt idx="1068">
                  <c:v>14.1</c:v>
                </c:pt>
                <c:pt idx="1069">
                  <c:v>14.1</c:v>
                </c:pt>
                <c:pt idx="1070">
                  <c:v>14.1</c:v>
                </c:pt>
                <c:pt idx="1071">
                  <c:v>14.1</c:v>
                </c:pt>
                <c:pt idx="1072">
                  <c:v>14.1</c:v>
                </c:pt>
                <c:pt idx="1073">
                  <c:v>14.1</c:v>
                </c:pt>
                <c:pt idx="1074">
                  <c:v>14.1</c:v>
                </c:pt>
                <c:pt idx="1075">
                  <c:v>14.1</c:v>
                </c:pt>
                <c:pt idx="1076">
                  <c:v>14.1</c:v>
                </c:pt>
                <c:pt idx="1077">
                  <c:v>14.1</c:v>
                </c:pt>
                <c:pt idx="1078">
                  <c:v>14.1</c:v>
                </c:pt>
                <c:pt idx="1079">
                  <c:v>14.1</c:v>
                </c:pt>
                <c:pt idx="1080">
                  <c:v>14.1</c:v>
                </c:pt>
                <c:pt idx="1081">
                  <c:v>14.1</c:v>
                </c:pt>
                <c:pt idx="1082">
                  <c:v>14.1</c:v>
                </c:pt>
                <c:pt idx="1083">
                  <c:v>14.1</c:v>
                </c:pt>
                <c:pt idx="1084">
                  <c:v>14.1</c:v>
                </c:pt>
                <c:pt idx="1085">
                  <c:v>14.1</c:v>
                </c:pt>
                <c:pt idx="1086">
                  <c:v>14.1</c:v>
                </c:pt>
                <c:pt idx="1087">
                  <c:v>14.1</c:v>
                </c:pt>
                <c:pt idx="1088">
                  <c:v>14.1</c:v>
                </c:pt>
                <c:pt idx="1089">
                  <c:v>14.1</c:v>
                </c:pt>
                <c:pt idx="1090">
                  <c:v>14.1</c:v>
                </c:pt>
                <c:pt idx="1091">
                  <c:v>14.1</c:v>
                </c:pt>
                <c:pt idx="1092">
                  <c:v>14.1</c:v>
                </c:pt>
                <c:pt idx="1093">
                  <c:v>14.1</c:v>
                </c:pt>
                <c:pt idx="1094">
                  <c:v>14.1</c:v>
                </c:pt>
                <c:pt idx="1095">
                  <c:v>14.1</c:v>
                </c:pt>
                <c:pt idx="1096">
                  <c:v>17.1</c:v>
                </c:pt>
                <c:pt idx="1097">
                  <c:v>17.1</c:v>
                </c:pt>
                <c:pt idx="1098">
                  <c:v>17.1</c:v>
                </c:pt>
                <c:pt idx="1099">
                  <c:v>17.1</c:v>
                </c:pt>
                <c:pt idx="1100">
                  <c:v>17.1</c:v>
                </c:pt>
                <c:pt idx="1101">
                  <c:v>17.1</c:v>
                </c:pt>
                <c:pt idx="1102">
                  <c:v>17.1</c:v>
                </c:pt>
                <c:pt idx="1103">
                  <c:v>17.1</c:v>
                </c:pt>
                <c:pt idx="1104">
                  <c:v>17.1</c:v>
                </c:pt>
                <c:pt idx="1105">
                  <c:v>17.1</c:v>
                </c:pt>
                <c:pt idx="1106">
                  <c:v>17.1</c:v>
                </c:pt>
                <c:pt idx="1107">
                  <c:v>17.1</c:v>
                </c:pt>
                <c:pt idx="1108">
                  <c:v>17.1</c:v>
                </c:pt>
                <c:pt idx="1109">
                  <c:v>17.1</c:v>
                </c:pt>
                <c:pt idx="1110">
                  <c:v>17.1</c:v>
                </c:pt>
                <c:pt idx="1111">
                  <c:v>17.1</c:v>
                </c:pt>
                <c:pt idx="1112">
                  <c:v>17.1</c:v>
                </c:pt>
                <c:pt idx="1113">
                  <c:v>17.1</c:v>
                </c:pt>
                <c:pt idx="1114">
                  <c:v>17.1</c:v>
                </c:pt>
                <c:pt idx="1115">
                  <c:v>17.1</c:v>
                </c:pt>
                <c:pt idx="1116">
                  <c:v>17.1</c:v>
                </c:pt>
                <c:pt idx="1117">
                  <c:v>17.1</c:v>
                </c:pt>
                <c:pt idx="1118">
                  <c:v>17.1</c:v>
                </c:pt>
                <c:pt idx="1119">
                  <c:v>17.1</c:v>
                </c:pt>
                <c:pt idx="1120">
                  <c:v>17.1</c:v>
                </c:pt>
                <c:pt idx="1121">
                  <c:v>17.1</c:v>
                </c:pt>
                <c:pt idx="1122">
                  <c:v>17.1</c:v>
                </c:pt>
                <c:pt idx="1123">
                  <c:v>17.1</c:v>
                </c:pt>
                <c:pt idx="1124">
                  <c:v>17.1</c:v>
                </c:pt>
                <c:pt idx="1125">
                  <c:v>17.1</c:v>
                </c:pt>
                <c:pt idx="1126">
                  <c:v>17.1</c:v>
                </c:pt>
                <c:pt idx="1127">
                  <c:v>17.1</c:v>
                </c:pt>
                <c:pt idx="1128">
                  <c:v>17.1</c:v>
                </c:pt>
                <c:pt idx="1129">
                  <c:v>17.1</c:v>
                </c:pt>
                <c:pt idx="1130">
                  <c:v>17.1</c:v>
                </c:pt>
                <c:pt idx="1131">
                  <c:v>17.1</c:v>
                </c:pt>
                <c:pt idx="1132">
                  <c:v>17.1</c:v>
                </c:pt>
                <c:pt idx="1133">
                  <c:v>17.1</c:v>
                </c:pt>
                <c:pt idx="1134">
                  <c:v>17.1</c:v>
                </c:pt>
                <c:pt idx="1135">
                  <c:v>17.1</c:v>
                </c:pt>
                <c:pt idx="1136">
                  <c:v>17.1</c:v>
                </c:pt>
                <c:pt idx="1137">
                  <c:v>17.1</c:v>
                </c:pt>
                <c:pt idx="1138">
                  <c:v>17.1</c:v>
                </c:pt>
                <c:pt idx="1139">
                  <c:v>17.1</c:v>
                </c:pt>
                <c:pt idx="1140">
                  <c:v>17.1</c:v>
                </c:pt>
                <c:pt idx="1141">
                  <c:v>17.1</c:v>
                </c:pt>
                <c:pt idx="1142">
                  <c:v>17.1</c:v>
                </c:pt>
                <c:pt idx="1143">
                  <c:v>17.1</c:v>
                </c:pt>
                <c:pt idx="1144">
                  <c:v>17.1</c:v>
                </c:pt>
                <c:pt idx="1145">
                  <c:v>17.1</c:v>
                </c:pt>
                <c:pt idx="1146">
                  <c:v>17.1</c:v>
                </c:pt>
                <c:pt idx="1147">
                  <c:v>17.1</c:v>
                </c:pt>
                <c:pt idx="1148">
                  <c:v>17.1</c:v>
                </c:pt>
                <c:pt idx="1149">
                  <c:v>17.1</c:v>
                </c:pt>
                <c:pt idx="1150">
                  <c:v>17.1</c:v>
                </c:pt>
                <c:pt idx="1151">
                  <c:v>17.1</c:v>
                </c:pt>
                <c:pt idx="1152">
                  <c:v>17.1</c:v>
                </c:pt>
                <c:pt idx="1153">
                  <c:v>17.1</c:v>
                </c:pt>
                <c:pt idx="1154">
                  <c:v>17.1</c:v>
                </c:pt>
                <c:pt idx="1155">
                  <c:v>17.1</c:v>
                </c:pt>
                <c:pt idx="1156">
                  <c:v>17.1</c:v>
                </c:pt>
                <c:pt idx="1157">
                  <c:v>17.1</c:v>
                </c:pt>
                <c:pt idx="1158">
                  <c:v>17.1</c:v>
                </c:pt>
                <c:pt idx="1159">
                  <c:v>17.1</c:v>
                </c:pt>
                <c:pt idx="1160">
                  <c:v>17.1</c:v>
                </c:pt>
                <c:pt idx="1161">
                  <c:v>17.1</c:v>
                </c:pt>
                <c:pt idx="1162">
                  <c:v>17.1</c:v>
                </c:pt>
                <c:pt idx="1163">
                  <c:v>17.1</c:v>
                </c:pt>
                <c:pt idx="1164">
                  <c:v>17.1</c:v>
                </c:pt>
                <c:pt idx="1165">
                  <c:v>17.1</c:v>
                </c:pt>
                <c:pt idx="1166">
                  <c:v>17.1</c:v>
                </c:pt>
                <c:pt idx="1167">
                  <c:v>17.1</c:v>
                </c:pt>
                <c:pt idx="1168">
                  <c:v>17.1</c:v>
                </c:pt>
                <c:pt idx="1169">
                  <c:v>17.1</c:v>
                </c:pt>
                <c:pt idx="1170">
                  <c:v>17.1</c:v>
                </c:pt>
                <c:pt idx="1171">
                  <c:v>17.1</c:v>
                </c:pt>
                <c:pt idx="1172">
                  <c:v>17.1</c:v>
                </c:pt>
                <c:pt idx="1173">
                  <c:v>17.1</c:v>
                </c:pt>
                <c:pt idx="1174">
                  <c:v>17.1</c:v>
                </c:pt>
                <c:pt idx="1175">
                  <c:v>17.1</c:v>
                </c:pt>
                <c:pt idx="1176">
                  <c:v>17.1</c:v>
                </c:pt>
                <c:pt idx="1177">
                  <c:v>17.1</c:v>
                </c:pt>
                <c:pt idx="1178">
                  <c:v>17.1</c:v>
                </c:pt>
                <c:pt idx="1179">
                  <c:v>17.1</c:v>
                </c:pt>
                <c:pt idx="1180">
                  <c:v>17.1</c:v>
                </c:pt>
                <c:pt idx="1181">
                  <c:v>17.1</c:v>
                </c:pt>
                <c:pt idx="1182">
                  <c:v>17.1</c:v>
                </c:pt>
                <c:pt idx="1183">
                  <c:v>17.1</c:v>
                </c:pt>
                <c:pt idx="1184">
                  <c:v>17.1</c:v>
                </c:pt>
                <c:pt idx="1185">
                  <c:v>17.1</c:v>
                </c:pt>
                <c:pt idx="1186">
                  <c:v>24.1</c:v>
                </c:pt>
                <c:pt idx="1187">
                  <c:v>24.1</c:v>
                </c:pt>
                <c:pt idx="1188">
                  <c:v>24.1</c:v>
                </c:pt>
                <c:pt idx="1189">
                  <c:v>24.1</c:v>
                </c:pt>
                <c:pt idx="1190">
                  <c:v>24.1</c:v>
                </c:pt>
                <c:pt idx="1191">
                  <c:v>24.1</c:v>
                </c:pt>
                <c:pt idx="1192">
                  <c:v>24.1</c:v>
                </c:pt>
                <c:pt idx="1193">
                  <c:v>24.1</c:v>
                </c:pt>
                <c:pt idx="1194">
                  <c:v>24.1</c:v>
                </c:pt>
                <c:pt idx="1195">
                  <c:v>24.1</c:v>
                </c:pt>
                <c:pt idx="1196">
                  <c:v>24.1</c:v>
                </c:pt>
                <c:pt idx="1197">
                  <c:v>24.1</c:v>
                </c:pt>
                <c:pt idx="1198">
                  <c:v>24.1</c:v>
                </c:pt>
                <c:pt idx="1199">
                  <c:v>24.1</c:v>
                </c:pt>
                <c:pt idx="1200">
                  <c:v>24.1</c:v>
                </c:pt>
                <c:pt idx="1201">
                  <c:v>24.1</c:v>
                </c:pt>
                <c:pt idx="1202">
                  <c:v>24.1</c:v>
                </c:pt>
                <c:pt idx="1203">
                  <c:v>24.1</c:v>
                </c:pt>
                <c:pt idx="1204">
                  <c:v>24.1</c:v>
                </c:pt>
                <c:pt idx="1205">
                  <c:v>24.1</c:v>
                </c:pt>
                <c:pt idx="1206">
                  <c:v>24.1</c:v>
                </c:pt>
                <c:pt idx="1207">
                  <c:v>24.1</c:v>
                </c:pt>
                <c:pt idx="1208">
                  <c:v>24.1</c:v>
                </c:pt>
                <c:pt idx="1209">
                  <c:v>24.1</c:v>
                </c:pt>
                <c:pt idx="1210">
                  <c:v>24.1</c:v>
                </c:pt>
                <c:pt idx="1211">
                  <c:v>24.1</c:v>
                </c:pt>
                <c:pt idx="1212">
                  <c:v>24.1</c:v>
                </c:pt>
                <c:pt idx="1213">
                  <c:v>24.1</c:v>
                </c:pt>
                <c:pt idx="1214">
                  <c:v>24.1</c:v>
                </c:pt>
                <c:pt idx="1215">
                  <c:v>24.1</c:v>
                </c:pt>
                <c:pt idx="1216">
                  <c:v>24.1</c:v>
                </c:pt>
                <c:pt idx="1217">
                  <c:v>24.1</c:v>
                </c:pt>
                <c:pt idx="1218">
                  <c:v>24.1</c:v>
                </c:pt>
                <c:pt idx="1219">
                  <c:v>24.1</c:v>
                </c:pt>
                <c:pt idx="1220">
                  <c:v>24.1</c:v>
                </c:pt>
                <c:pt idx="1221">
                  <c:v>24.1</c:v>
                </c:pt>
                <c:pt idx="1222">
                  <c:v>24.1</c:v>
                </c:pt>
                <c:pt idx="1223">
                  <c:v>24.1</c:v>
                </c:pt>
                <c:pt idx="1224">
                  <c:v>24.1</c:v>
                </c:pt>
                <c:pt idx="1225">
                  <c:v>24.1</c:v>
                </c:pt>
                <c:pt idx="1226">
                  <c:v>24.1</c:v>
                </c:pt>
                <c:pt idx="1227">
                  <c:v>24.1</c:v>
                </c:pt>
                <c:pt idx="1228">
                  <c:v>24.1</c:v>
                </c:pt>
                <c:pt idx="1229">
                  <c:v>24.1</c:v>
                </c:pt>
                <c:pt idx="1230">
                  <c:v>24.1</c:v>
                </c:pt>
                <c:pt idx="1231">
                  <c:v>24.1</c:v>
                </c:pt>
                <c:pt idx="1232">
                  <c:v>24.1</c:v>
                </c:pt>
                <c:pt idx="1233">
                  <c:v>24.1</c:v>
                </c:pt>
                <c:pt idx="1234">
                  <c:v>24.1</c:v>
                </c:pt>
                <c:pt idx="1235">
                  <c:v>24.1</c:v>
                </c:pt>
                <c:pt idx="1236">
                  <c:v>24.1</c:v>
                </c:pt>
                <c:pt idx="1237">
                  <c:v>24.1</c:v>
                </c:pt>
                <c:pt idx="1238">
                  <c:v>24.1</c:v>
                </c:pt>
                <c:pt idx="1239">
                  <c:v>24.1</c:v>
                </c:pt>
                <c:pt idx="1240">
                  <c:v>24.1</c:v>
                </c:pt>
                <c:pt idx="1241">
                  <c:v>24.1</c:v>
                </c:pt>
                <c:pt idx="1242">
                  <c:v>24.1</c:v>
                </c:pt>
                <c:pt idx="1243">
                  <c:v>24.1</c:v>
                </c:pt>
                <c:pt idx="1244">
                  <c:v>24.1</c:v>
                </c:pt>
                <c:pt idx="1245">
                  <c:v>24.1</c:v>
                </c:pt>
                <c:pt idx="1246">
                  <c:v>24.1</c:v>
                </c:pt>
                <c:pt idx="1247">
                  <c:v>24.1</c:v>
                </c:pt>
                <c:pt idx="1248">
                  <c:v>24.1</c:v>
                </c:pt>
                <c:pt idx="1249">
                  <c:v>24.1</c:v>
                </c:pt>
                <c:pt idx="1250">
                  <c:v>24.1</c:v>
                </c:pt>
                <c:pt idx="1251">
                  <c:v>24.1</c:v>
                </c:pt>
                <c:pt idx="1252">
                  <c:v>24.1</c:v>
                </c:pt>
                <c:pt idx="1253">
                  <c:v>24.1</c:v>
                </c:pt>
                <c:pt idx="1254">
                  <c:v>24.1</c:v>
                </c:pt>
                <c:pt idx="1255">
                  <c:v>24.1</c:v>
                </c:pt>
                <c:pt idx="1256">
                  <c:v>24.1</c:v>
                </c:pt>
                <c:pt idx="1257">
                  <c:v>24.1</c:v>
                </c:pt>
                <c:pt idx="1258">
                  <c:v>24.1</c:v>
                </c:pt>
                <c:pt idx="1259">
                  <c:v>24.1</c:v>
                </c:pt>
                <c:pt idx="1260">
                  <c:v>24.1</c:v>
                </c:pt>
                <c:pt idx="1261">
                  <c:v>24.1</c:v>
                </c:pt>
                <c:pt idx="1262">
                  <c:v>24.1</c:v>
                </c:pt>
                <c:pt idx="1263">
                  <c:v>24.1</c:v>
                </c:pt>
                <c:pt idx="1264">
                  <c:v>24.1</c:v>
                </c:pt>
                <c:pt idx="1265">
                  <c:v>24.1</c:v>
                </c:pt>
                <c:pt idx="1266">
                  <c:v>24.1</c:v>
                </c:pt>
                <c:pt idx="1267">
                  <c:v>24.1</c:v>
                </c:pt>
                <c:pt idx="1268">
                  <c:v>24.1</c:v>
                </c:pt>
                <c:pt idx="1269">
                  <c:v>24.1</c:v>
                </c:pt>
                <c:pt idx="1270">
                  <c:v>24.1</c:v>
                </c:pt>
                <c:pt idx="1271">
                  <c:v>24.1</c:v>
                </c:pt>
                <c:pt idx="1272">
                  <c:v>24.1</c:v>
                </c:pt>
                <c:pt idx="1273">
                  <c:v>24.1</c:v>
                </c:pt>
                <c:pt idx="1274">
                  <c:v>24.1</c:v>
                </c:pt>
                <c:pt idx="1275">
                  <c:v>24.1</c:v>
                </c:pt>
                <c:pt idx="1276">
                  <c:v>24.1</c:v>
                </c:pt>
                <c:pt idx="1277">
                  <c:v>25.8</c:v>
                </c:pt>
                <c:pt idx="1278">
                  <c:v>25.8</c:v>
                </c:pt>
                <c:pt idx="1279">
                  <c:v>25.8</c:v>
                </c:pt>
                <c:pt idx="1280">
                  <c:v>25.8</c:v>
                </c:pt>
                <c:pt idx="1281">
                  <c:v>25.8</c:v>
                </c:pt>
                <c:pt idx="1282">
                  <c:v>25.8</c:v>
                </c:pt>
                <c:pt idx="1283">
                  <c:v>25.8</c:v>
                </c:pt>
                <c:pt idx="1284">
                  <c:v>25.8</c:v>
                </c:pt>
                <c:pt idx="1285">
                  <c:v>25.8</c:v>
                </c:pt>
                <c:pt idx="1286">
                  <c:v>25.8</c:v>
                </c:pt>
                <c:pt idx="1287">
                  <c:v>25.8</c:v>
                </c:pt>
                <c:pt idx="1288">
                  <c:v>25.8</c:v>
                </c:pt>
                <c:pt idx="1289">
                  <c:v>25.8</c:v>
                </c:pt>
                <c:pt idx="1290">
                  <c:v>25.8</c:v>
                </c:pt>
                <c:pt idx="1291">
                  <c:v>25.8</c:v>
                </c:pt>
                <c:pt idx="1292">
                  <c:v>25.8</c:v>
                </c:pt>
                <c:pt idx="1293">
                  <c:v>25.8</c:v>
                </c:pt>
                <c:pt idx="1294">
                  <c:v>25.8</c:v>
                </c:pt>
                <c:pt idx="1295">
                  <c:v>25.8</c:v>
                </c:pt>
                <c:pt idx="1296">
                  <c:v>25.8</c:v>
                </c:pt>
                <c:pt idx="1297">
                  <c:v>25.8</c:v>
                </c:pt>
                <c:pt idx="1298">
                  <c:v>25.8</c:v>
                </c:pt>
                <c:pt idx="1299">
                  <c:v>25.8</c:v>
                </c:pt>
                <c:pt idx="1300">
                  <c:v>25.8</c:v>
                </c:pt>
                <c:pt idx="1301">
                  <c:v>25.8</c:v>
                </c:pt>
                <c:pt idx="1302">
                  <c:v>25.8</c:v>
                </c:pt>
                <c:pt idx="1303">
                  <c:v>25.8</c:v>
                </c:pt>
                <c:pt idx="1304">
                  <c:v>25.8</c:v>
                </c:pt>
                <c:pt idx="1305">
                  <c:v>25.8</c:v>
                </c:pt>
                <c:pt idx="1306">
                  <c:v>25.8</c:v>
                </c:pt>
                <c:pt idx="1307">
                  <c:v>25.8</c:v>
                </c:pt>
                <c:pt idx="1308">
                  <c:v>25.8</c:v>
                </c:pt>
                <c:pt idx="1309">
                  <c:v>25.8</c:v>
                </c:pt>
                <c:pt idx="1310">
                  <c:v>25.8</c:v>
                </c:pt>
                <c:pt idx="1311">
                  <c:v>25.8</c:v>
                </c:pt>
                <c:pt idx="1312">
                  <c:v>25.8</c:v>
                </c:pt>
                <c:pt idx="1313">
                  <c:v>25.8</c:v>
                </c:pt>
                <c:pt idx="1314">
                  <c:v>25.8</c:v>
                </c:pt>
                <c:pt idx="1315">
                  <c:v>25.8</c:v>
                </c:pt>
                <c:pt idx="1316">
                  <c:v>25.8</c:v>
                </c:pt>
                <c:pt idx="1317">
                  <c:v>25.8</c:v>
                </c:pt>
                <c:pt idx="1318">
                  <c:v>25.8</c:v>
                </c:pt>
                <c:pt idx="1319">
                  <c:v>25.8</c:v>
                </c:pt>
                <c:pt idx="1320">
                  <c:v>25.8</c:v>
                </c:pt>
                <c:pt idx="1321">
                  <c:v>25.8</c:v>
                </c:pt>
                <c:pt idx="1322">
                  <c:v>25.8</c:v>
                </c:pt>
                <c:pt idx="1323">
                  <c:v>25.8</c:v>
                </c:pt>
                <c:pt idx="1324">
                  <c:v>25.8</c:v>
                </c:pt>
                <c:pt idx="1325">
                  <c:v>25.8</c:v>
                </c:pt>
                <c:pt idx="1326">
                  <c:v>25.8</c:v>
                </c:pt>
                <c:pt idx="1327">
                  <c:v>25.8</c:v>
                </c:pt>
                <c:pt idx="1328">
                  <c:v>25.8</c:v>
                </c:pt>
                <c:pt idx="1329">
                  <c:v>25.8</c:v>
                </c:pt>
                <c:pt idx="1330">
                  <c:v>25.8</c:v>
                </c:pt>
                <c:pt idx="1331">
                  <c:v>25.8</c:v>
                </c:pt>
                <c:pt idx="1332">
                  <c:v>25.8</c:v>
                </c:pt>
                <c:pt idx="1333">
                  <c:v>25.8</c:v>
                </c:pt>
                <c:pt idx="1334">
                  <c:v>25.8</c:v>
                </c:pt>
                <c:pt idx="1335">
                  <c:v>25.8</c:v>
                </c:pt>
                <c:pt idx="1336">
                  <c:v>25.8</c:v>
                </c:pt>
                <c:pt idx="1337">
                  <c:v>25.8</c:v>
                </c:pt>
                <c:pt idx="1338">
                  <c:v>25.8</c:v>
                </c:pt>
                <c:pt idx="1339">
                  <c:v>25.8</c:v>
                </c:pt>
                <c:pt idx="1340">
                  <c:v>25.8</c:v>
                </c:pt>
                <c:pt idx="1341">
                  <c:v>25.8</c:v>
                </c:pt>
                <c:pt idx="1342">
                  <c:v>25.8</c:v>
                </c:pt>
                <c:pt idx="1343">
                  <c:v>25.8</c:v>
                </c:pt>
                <c:pt idx="1344">
                  <c:v>25.8</c:v>
                </c:pt>
                <c:pt idx="1345">
                  <c:v>25.8</c:v>
                </c:pt>
                <c:pt idx="1346">
                  <c:v>25.8</c:v>
                </c:pt>
                <c:pt idx="1347">
                  <c:v>25.8</c:v>
                </c:pt>
                <c:pt idx="1348">
                  <c:v>25.8</c:v>
                </c:pt>
                <c:pt idx="1349">
                  <c:v>25.8</c:v>
                </c:pt>
                <c:pt idx="1350">
                  <c:v>25.8</c:v>
                </c:pt>
                <c:pt idx="1351">
                  <c:v>25.8</c:v>
                </c:pt>
                <c:pt idx="1352">
                  <c:v>25.8</c:v>
                </c:pt>
                <c:pt idx="1353">
                  <c:v>25.8</c:v>
                </c:pt>
                <c:pt idx="1354">
                  <c:v>25.8</c:v>
                </c:pt>
                <c:pt idx="1355">
                  <c:v>25.8</c:v>
                </c:pt>
                <c:pt idx="1356">
                  <c:v>25.8</c:v>
                </c:pt>
                <c:pt idx="1357">
                  <c:v>25.8</c:v>
                </c:pt>
                <c:pt idx="1358">
                  <c:v>25.8</c:v>
                </c:pt>
                <c:pt idx="1359">
                  <c:v>25.8</c:v>
                </c:pt>
                <c:pt idx="1360">
                  <c:v>25.8</c:v>
                </c:pt>
                <c:pt idx="1361">
                  <c:v>25.8</c:v>
                </c:pt>
                <c:pt idx="1362">
                  <c:v>25.8</c:v>
                </c:pt>
                <c:pt idx="1363">
                  <c:v>25.8</c:v>
                </c:pt>
                <c:pt idx="1364">
                  <c:v>25.8</c:v>
                </c:pt>
                <c:pt idx="1365">
                  <c:v>25.8</c:v>
                </c:pt>
                <c:pt idx="1366">
                  <c:v>25.8</c:v>
                </c:pt>
                <c:pt idx="1367">
                  <c:v>25.8</c:v>
                </c:pt>
                <c:pt idx="1368">
                  <c:v>25.8</c:v>
                </c:pt>
                <c:pt idx="1369">
                  <c:v>15.5</c:v>
                </c:pt>
                <c:pt idx="1370">
                  <c:v>15.5</c:v>
                </c:pt>
                <c:pt idx="1371">
                  <c:v>15.5</c:v>
                </c:pt>
                <c:pt idx="1372">
                  <c:v>15.5</c:v>
                </c:pt>
                <c:pt idx="1373">
                  <c:v>15.5</c:v>
                </c:pt>
                <c:pt idx="1374">
                  <c:v>15.5</c:v>
                </c:pt>
                <c:pt idx="1375">
                  <c:v>15.5</c:v>
                </c:pt>
                <c:pt idx="1376">
                  <c:v>15.5</c:v>
                </c:pt>
                <c:pt idx="1377">
                  <c:v>15.5</c:v>
                </c:pt>
                <c:pt idx="1378">
                  <c:v>15.5</c:v>
                </c:pt>
                <c:pt idx="1379">
                  <c:v>15.5</c:v>
                </c:pt>
                <c:pt idx="1380">
                  <c:v>15.5</c:v>
                </c:pt>
                <c:pt idx="1381">
                  <c:v>15.5</c:v>
                </c:pt>
                <c:pt idx="1382">
                  <c:v>15.5</c:v>
                </c:pt>
                <c:pt idx="1383">
                  <c:v>15.5</c:v>
                </c:pt>
                <c:pt idx="1384">
                  <c:v>15.5</c:v>
                </c:pt>
                <c:pt idx="1385">
                  <c:v>15.5</c:v>
                </c:pt>
                <c:pt idx="1386">
                  <c:v>15.5</c:v>
                </c:pt>
                <c:pt idx="1387">
                  <c:v>15.5</c:v>
                </c:pt>
                <c:pt idx="1388">
                  <c:v>15.5</c:v>
                </c:pt>
                <c:pt idx="1389">
                  <c:v>15.5</c:v>
                </c:pt>
                <c:pt idx="1390">
                  <c:v>15.5</c:v>
                </c:pt>
                <c:pt idx="1391">
                  <c:v>15.5</c:v>
                </c:pt>
                <c:pt idx="1392">
                  <c:v>15.5</c:v>
                </c:pt>
                <c:pt idx="1393">
                  <c:v>15.5</c:v>
                </c:pt>
                <c:pt idx="1394">
                  <c:v>15.5</c:v>
                </c:pt>
                <c:pt idx="1395">
                  <c:v>15.5</c:v>
                </c:pt>
                <c:pt idx="1396">
                  <c:v>15.5</c:v>
                </c:pt>
                <c:pt idx="1397">
                  <c:v>15.5</c:v>
                </c:pt>
                <c:pt idx="1398">
                  <c:v>15.5</c:v>
                </c:pt>
                <c:pt idx="1399">
                  <c:v>15.5</c:v>
                </c:pt>
                <c:pt idx="1400">
                  <c:v>15.5</c:v>
                </c:pt>
                <c:pt idx="1401">
                  <c:v>15.5</c:v>
                </c:pt>
                <c:pt idx="1402">
                  <c:v>15.5</c:v>
                </c:pt>
                <c:pt idx="1403">
                  <c:v>15.5</c:v>
                </c:pt>
                <c:pt idx="1404">
                  <c:v>15.5</c:v>
                </c:pt>
                <c:pt idx="1405">
                  <c:v>15.5</c:v>
                </c:pt>
                <c:pt idx="1406">
                  <c:v>15.5</c:v>
                </c:pt>
                <c:pt idx="1407">
                  <c:v>15.5</c:v>
                </c:pt>
                <c:pt idx="1408">
                  <c:v>15.5</c:v>
                </c:pt>
                <c:pt idx="1409">
                  <c:v>15.5</c:v>
                </c:pt>
                <c:pt idx="1410">
                  <c:v>15.5</c:v>
                </c:pt>
                <c:pt idx="1411">
                  <c:v>15.5</c:v>
                </c:pt>
                <c:pt idx="1412">
                  <c:v>15.5</c:v>
                </c:pt>
                <c:pt idx="1413">
                  <c:v>15.5</c:v>
                </c:pt>
                <c:pt idx="1414">
                  <c:v>15.5</c:v>
                </c:pt>
                <c:pt idx="1415">
                  <c:v>15.5</c:v>
                </c:pt>
                <c:pt idx="1416">
                  <c:v>15.5</c:v>
                </c:pt>
                <c:pt idx="1417">
                  <c:v>15.5</c:v>
                </c:pt>
                <c:pt idx="1418">
                  <c:v>15.5</c:v>
                </c:pt>
                <c:pt idx="1419">
                  <c:v>15.5</c:v>
                </c:pt>
                <c:pt idx="1420">
                  <c:v>15.5</c:v>
                </c:pt>
                <c:pt idx="1421">
                  <c:v>15.5</c:v>
                </c:pt>
                <c:pt idx="1422">
                  <c:v>15.5</c:v>
                </c:pt>
                <c:pt idx="1423">
                  <c:v>15.5</c:v>
                </c:pt>
                <c:pt idx="1424">
                  <c:v>15.5</c:v>
                </c:pt>
                <c:pt idx="1425">
                  <c:v>15.5</c:v>
                </c:pt>
                <c:pt idx="1426">
                  <c:v>15.5</c:v>
                </c:pt>
                <c:pt idx="1427">
                  <c:v>15.5</c:v>
                </c:pt>
                <c:pt idx="1428">
                  <c:v>15.5</c:v>
                </c:pt>
                <c:pt idx="1429">
                  <c:v>15.5</c:v>
                </c:pt>
                <c:pt idx="1430">
                  <c:v>15.5</c:v>
                </c:pt>
                <c:pt idx="1431">
                  <c:v>15.5</c:v>
                </c:pt>
                <c:pt idx="1432">
                  <c:v>15.5</c:v>
                </c:pt>
                <c:pt idx="1433">
                  <c:v>15.5</c:v>
                </c:pt>
                <c:pt idx="1434">
                  <c:v>15.5</c:v>
                </c:pt>
                <c:pt idx="1435">
                  <c:v>15.5</c:v>
                </c:pt>
                <c:pt idx="1436">
                  <c:v>15.5</c:v>
                </c:pt>
                <c:pt idx="1437">
                  <c:v>15.5</c:v>
                </c:pt>
                <c:pt idx="1438">
                  <c:v>15.5</c:v>
                </c:pt>
                <c:pt idx="1439">
                  <c:v>15.5</c:v>
                </c:pt>
                <c:pt idx="1440">
                  <c:v>15.5</c:v>
                </c:pt>
                <c:pt idx="1441">
                  <c:v>15.5</c:v>
                </c:pt>
                <c:pt idx="1442">
                  <c:v>15.5</c:v>
                </c:pt>
                <c:pt idx="1443">
                  <c:v>15.5</c:v>
                </c:pt>
                <c:pt idx="1444">
                  <c:v>15.5</c:v>
                </c:pt>
                <c:pt idx="1445">
                  <c:v>15.5</c:v>
                </c:pt>
                <c:pt idx="1446">
                  <c:v>15.5</c:v>
                </c:pt>
                <c:pt idx="1447">
                  <c:v>15.5</c:v>
                </c:pt>
                <c:pt idx="1448">
                  <c:v>15.5</c:v>
                </c:pt>
                <c:pt idx="1449">
                  <c:v>15.5</c:v>
                </c:pt>
                <c:pt idx="1450">
                  <c:v>15.5</c:v>
                </c:pt>
                <c:pt idx="1451">
                  <c:v>15.5</c:v>
                </c:pt>
                <c:pt idx="1452">
                  <c:v>15.5</c:v>
                </c:pt>
                <c:pt idx="1453">
                  <c:v>15.5</c:v>
                </c:pt>
                <c:pt idx="1454">
                  <c:v>15.5</c:v>
                </c:pt>
                <c:pt idx="1455">
                  <c:v>15.5</c:v>
                </c:pt>
                <c:pt idx="1456">
                  <c:v>15.5</c:v>
                </c:pt>
                <c:pt idx="1457">
                  <c:v>15.5</c:v>
                </c:pt>
                <c:pt idx="1458">
                  <c:v>15.5</c:v>
                </c:pt>
                <c:pt idx="1459">
                  <c:v>15.5</c:v>
                </c:pt>
                <c:pt idx="1460">
                  <c:v>15.5</c:v>
                </c:pt>
                <c:pt idx="1461">
                  <c:v>21.3</c:v>
                </c:pt>
                <c:pt idx="1462">
                  <c:v>21.3</c:v>
                </c:pt>
                <c:pt idx="1463">
                  <c:v>21.3</c:v>
                </c:pt>
                <c:pt idx="1464">
                  <c:v>21.3</c:v>
                </c:pt>
                <c:pt idx="1465">
                  <c:v>21.3</c:v>
                </c:pt>
                <c:pt idx="1466">
                  <c:v>21.3</c:v>
                </c:pt>
                <c:pt idx="1467">
                  <c:v>21.3</c:v>
                </c:pt>
                <c:pt idx="1468">
                  <c:v>21.3</c:v>
                </c:pt>
                <c:pt idx="1469">
                  <c:v>21.3</c:v>
                </c:pt>
                <c:pt idx="1470">
                  <c:v>21.3</c:v>
                </c:pt>
                <c:pt idx="1471">
                  <c:v>21.3</c:v>
                </c:pt>
                <c:pt idx="1472">
                  <c:v>21.3</c:v>
                </c:pt>
                <c:pt idx="1473">
                  <c:v>21.3</c:v>
                </c:pt>
                <c:pt idx="1474">
                  <c:v>21.3</c:v>
                </c:pt>
                <c:pt idx="1475">
                  <c:v>21.3</c:v>
                </c:pt>
                <c:pt idx="1476">
                  <c:v>21.3</c:v>
                </c:pt>
                <c:pt idx="1477">
                  <c:v>21.3</c:v>
                </c:pt>
                <c:pt idx="1478">
                  <c:v>21.3</c:v>
                </c:pt>
                <c:pt idx="1479">
                  <c:v>21.3</c:v>
                </c:pt>
                <c:pt idx="1480">
                  <c:v>21.3</c:v>
                </c:pt>
                <c:pt idx="1481">
                  <c:v>21.3</c:v>
                </c:pt>
                <c:pt idx="1482">
                  <c:v>21.3</c:v>
                </c:pt>
                <c:pt idx="1483">
                  <c:v>21.3</c:v>
                </c:pt>
                <c:pt idx="1484">
                  <c:v>21.3</c:v>
                </c:pt>
                <c:pt idx="1485">
                  <c:v>21.3</c:v>
                </c:pt>
                <c:pt idx="1486">
                  <c:v>21.3</c:v>
                </c:pt>
                <c:pt idx="1487">
                  <c:v>21.3</c:v>
                </c:pt>
                <c:pt idx="1488">
                  <c:v>21.3</c:v>
                </c:pt>
                <c:pt idx="1489">
                  <c:v>21.3</c:v>
                </c:pt>
                <c:pt idx="1490">
                  <c:v>21.3</c:v>
                </c:pt>
                <c:pt idx="1491">
                  <c:v>21.3</c:v>
                </c:pt>
                <c:pt idx="1492">
                  <c:v>21.3</c:v>
                </c:pt>
                <c:pt idx="1493">
                  <c:v>21.3</c:v>
                </c:pt>
                <c:pt idx="1494">
                  <c:v>21.3</c:v>
                </c:pt>
                <c:pt idx="1495">
                  <c:v>21.3</c:v>
                </c:pt>
                <c:pt idx="1496">
                  <c:v>21.3</c:v>
                </c:pt>
                <c:pt idx="1497">
                  <c:v>21.3</c:v>
                </c:pt>
                <c:pt idx="1498">
                  <c:v>21.3</c:v>
                </c:pt>
                <c:pt idx="1499">
                  <c:v>21.3</c:v>
                </c:pt>
                <c:pt idx="1500">
                  <c:v>21.3</c:v>
                </c:pt>
                <c:pt idx="1501">
                  <c:v>21.3</c:v>
                </c:pt>
                <c:pt idx="1502">
                  <c:v>21.3</c:v>
                </c:pt>
                <c:pt idx="1503">
                  <c:v>21.3</c:v>
                </c:pt>
                <c:pt idx="1504">
                  <c:v>21.3</c:v>
                </c:pt>
                <c:pt idx="1505">
                  <c:v>21.3</c:v>
                </c:pt>
                <c:pt idx="1506">
                  <c:v>21.3</c:v>
                </c:pt>
                <c:pt idx="1507">
                  <c:v>21.3</c:v>
                </c:pt>
                <c:pt idx="1508">
                  <c:v>21.3</c:v>
                </c:pt>
                <c:pt idx="1509">
                  <c:v>21.3</c:v>
                </c:pt>
                <c:pt idx="1510">
                  <c:v>21.3</c:v>
                </c:pt>
                <c:pt idx="1511">
                  <c:v>21.3</c:v>
                </c:pt>
                <c:pt idx="1512">
                  <c:v>21.3</c:v>
                </c:pt>
                <c:pt idx="1513">
                  <c:v>21.3</c:v>
                </c:pt>
                <c:pt idx="1514">
                  <c:v>21.3</c:v>
                </c:pt>
                <c:pt idx="1515">
                  <c:v>21.3</c:v>
                </c:pt>
                <c:pt idx="1516">
                  <c:v>21.3</c:v>
                </c:pt>
                <c:pt idx="1517">
                  <c:v>21.3</c:v>
                </c:pt>
                <c:pt idx="1518">
                  <c:v>21.3</c:v>
                </c:pt>
                <c:pt idx="1519">
                  <c:v>21.3</c:v>
                </c:pt>
                <c:pt idx="1520">
                  <c:v>21.3</c:v>
                </c:pt>
                <c:pt idx="1521">
                  <c:v>21.3</c:v>
                </c:pt>
                <c:pt idx="1522">
                  <c:v>21.3</c:v>
                </c:pt>
                <c:pt idx="1523">
                  <c:v>21.3</c:v>
                </c:pt>
                <c:pt idx="1524">
                  <c:v>21.3</c:v>
                </c:pt>
                <c:pt idx="1525">
                  <c:v>21.3</c:v>
                </c:pt>
                <c:pt idx="1526">
                  <c:v>21.3</c:v>
                </c:pt>
                <c:pt idx="1527">
                  <c:v>21.3</c:v>
                </c:pt>
                <c:pt idx="1528">
                  <c:v>21.3</c:v>
                </c:pt>
                <c:pt idx="1529">
                  <c:v>21.3</c:v>
                </c:pt>
                <c:pt idx="1530">
                  <c:v>21.3</c:v>
                </c:pt>
                <c:pt idx="1531">
                  <c:v>21.3</c:v>
                </c:pt>
                <c:pt idx="1532">
                  <c:v>21.3</c:v>
                </c:pt>
                <c:pt idx="1533">
                  <c:v>21.3</c:v>
                </c:pt>
                <c:pt idx="1534">
                  <c:v>21.3</c:v>
                </c:pt>
                <c:pt idx="1535">
                  <c:v>21.3</c:v>
                </c:pt>
                <c:pt idx="1536">
                  <c:v>21.3</c:v>
                </c:pt>
                <c:pt idx="1537">
                  <c:v>21.3</c:v>
                </c:pt>
                <c:pt idx="1538">
                  <c:v>21.3</c:v>
                </c:pt>
                <c:pt idx="1539">
                  <c:v>21.3</c:v>
                </c:pt>
                <c:pt idx="1540">
                  <c:v>21.3</c:v>
                </c:pt>
                <c:pt idx="1541">
                  <c:v>21.3</c:v>
                </c:pt>
                <c:pt idx="1542">
                  <c:v>21.3</c:v>
                </c:pt>
                <c:pt idx="1543">
                  <c:v>21.3</c:v>
                </c:pt>
                <c:pt idx="1544">
                  <c:v>21.3</c:v>
                </c:pt>
                <c:pt idx="1545">
                  <c:v>21.3</c:v>
                </c:pt>
                <c:pt idx="1546">
                  <c:v>21.3</c:v>
                </c:pt>
                <c:pt idx="1547">
                  <c:v>21.3</c:v>
                </c:pt>
                <c:pt idx="1548">
                  <c:v>21.3</c:v>
                </c:pt>
                <c:pt idx="1549">
                  <c:v>21.3</c:v>
                </c:pt>
                <c:pt idx="1550">
                  <c:v>21.3</c:v>
                </c:pt>
                <c:pt idx="1551">
                  <c:v>36.8</c:v>
                </c:pt>
                <c:pt idx="1552">
                  <c:v>36.8</c:v>
                </c:pt>
                <c:pt idx="1553">
                  <c:v>36.8</c:v>
                </c:pt>
                <c:pt idx="1554">
                  <c:v>36.8</c:v>
                </c:pt>
                <c:pt idx="1555">
                  <c:v>36.8</c:v>
                </c:pt>
                <c:pt idx="1556">
                  <c:v>36.8</c:v>
                </c:pt>
                <c:pt idx="1557">
                  <c:v>36.8</c:v>
                </c:pt>
                <c:pt idx="1558">
                  <c:v>36.8</c:v>
                </c:pt>
                <c:pt idx="1559">
                  <c:v>36.8</c:v>
                </c:pt>
                <c:pt idx="1560">
                  <c:v>36.8</c:v>
                </c:pt>
                <c:pt idx="1561">
                  <c:v>36.8</c:v>
                </c:pt>
                <c:pt idx="1562">
                  <c:v>36.8</c:v>
                </c:pt>
                <c:pt idx="1563">
                  <c:v>36.8</c:v>
                </c:pt>
                <c:pt idx="1564">
                  <c:v>36.8</c:v>
                </c:pt>
                <c:pt idx="1565">
                  <c:v>36.8</c:v>
                </c:pt>
                <c:pt idx="1566">
                  <c:v>36.8</c:v>
                </c:pt>
                <c:pt idx="1567">
                  <c:v>36.8</c:v>
                </c:pt>
                <c:pt idx="1568">
                  <c:v>36.8</c:v>
                </c:pt>
                <c:pt idx="1569">
                  <c:v>36.8</c:v>
                </c:pt>
                <c:pt idx="1570">
                  <c:v>36.8</c:v>
                </c:pt>
                <c:pt idx="1571">
                  <c:v>36.8</c:v>
                </c:pt>
                <c:pt idx="1572">
                  <c:v>36.8</c:v>
                </c:pt>
                <c:pt idx="1573">
                  <c:v>36.8</c:v>
                </c:pt>
                <c:pt idx="1574">
                  <c:v>36.8</c:v>
                </c:pt>
                <c:pt idx="1575">
                  <c:v>36.8</c:v>
                </c:pt>
                <c:pt idx="1576">
                  <c:v>36.8</c:v>
                </c:pt>
                <c:pt idx="1577">
                  <c:v>36.8</c:v>
                </c:pt>
                <c:pt idx="1578">
                  <c:v>36.8</c:v>
                </c:pt>
                <c:pt idx="1579">
                  <c:v>36.8</c:v>
                </c:pt>
                <c:pt idx="1580">
                  <c:v>36.8</c:v>
                </c:pt>
                <c:pt idx="1581">
                  <c:v>36.8</c:v>
                </c:pt>
                <c:pt idx="1582">
                  <c:v>36.8</c:v>
                </c:pt>
                <c:pt idx="1583">
                  <c:v>36.8</c:v>
                </c:pt>
                <c:pt idx="1584">
                  <c:v>36.8</c:v>
                </c:pt>
                <c:pt idx="1585">
                  <c:v>36.8</c:v>
                </c:pt>
                <c:pt idx="1586">
                  <c:v>36.8</c:v>
                </c:pt>
                <c:pt idx="1587">
                  <c:v>36.8</c:v>
                </c:pt>
                <c:pt idx="1588">
                  <c:v>36.8</c:v>
                </c:pt>
                <c:pt idx="1589">
                  <c:v>36.8</c:v>
                </c:pt>
                <c:pt idx="1590">
                  <c:v>36.8</c:v>
                </c:pt>
                <c:pt idx="1591">
                  <c:v>36.8</c:v>
                </c:pt>
                <c:pt idx="1592">
                  <c:v>36.8</c:v>
                </c:pt>
                <c:pt idx="1593">
                  <c:v>36.8</c:v>
                </c:pt>
                <c:pt idx="1594">
                  <c:v>36.8</c:v>
                </c:pt>
                <c:pt idx="1595">
                  <c:v>36.8</c:v>
                </c:pt>
                <c:pt idx="1596">
                  <c:v>36.8</c:v>
                </c:pt>
                <c:pt idx="1597">
                  <c:v>36.8</c:v>
                </c:pt>
                <c:pt idx="1598">
                  <c:v>36.8</c:v>
                </c:pt>
                <c:pt idx="1599">
                  <c:v>36.8</c:v>
                </c:pt>
                <c:pt idx="1600">
                  <c:v>36.8</c:v>
                </c:pt>
                <c:pt idx="1601">
                  <c:v>36.8</c:v>
                </c:pt>
                <c:pt idx="1602">
                  <c:v>36.8</c:v>
                </c:pt>
                <c:pt idx="1603">
                  <c:v>36.8</c:v>
                </c:pt>
                <c:pt idx="1604">
                  <c:v>36.8</c:v>
                </c:pt>
                <c:pt idx="1605">
                  <c:v>36.8</c:v>
                </c:pt>
                <c:pt idx="1606">
                  <c:v>36.8</c:v>
                </c:pt>
                <c:pt idx="1607">
                  <c:v>36.8</c:v>
                </c:pt>
                <c:pt idx="1608">
                  <c:v>36.8</c:v>
                </c:pt>
                <c:pt idx="1609">
                  <c:v>36.8</c:v>
                </c:pt>
                <c:pt idx="1610">
                  <c:v>36.8</c:v>
                </c:pt>
                <c:pt idx="1611">
                  <c:v>36.8</c:v>
                </c:pt>
                <c:pt idx="1612">
                  <c:v>36.8</c:v>
                </c:pt>
                <c:pt idx="1613">
                  <c:v>36.8</c:v>
                </c:pt>
                <c:pt idx="1614">
                  <c:v>36.8</c:v>
                </c:pt>
                <c:pt idx="1615">
                  <c:v>36.8</c:v>
                </c:pt>
                <c:pt idx="1616">
                  <c:v>36.8</c:v>
                </c:pt>
                <c:pt idx="1617">
                  <c:v>36.8</c:v>
                </c:pt>
                <c:pt idx="1618">
                  <c:v>36.8</c:v>
                </c:pt>
                <c:pt idx="1619">
                  <c:v>36.8</c:v>
                </c:pt>
                <c:pt idx="1620">
                  <c:v>36.8</c:v>
                </c:pt>
                <c:pt idx="1621">
                  <c:v>36.8</c:v>
                </c:pt>
                <c:pt idx="1622">
                  <c:v>36.8</c:v>
                </c:pt>
                <c:pt idx="1623">
                  <c:v>36.8</c:v>
                </c:pt>
                <c:pt idx="1624">
                  <c:v>36.8</c:v>
                </c:pt>
                <c:pt idx="1625">
                  <c:v>36.8</c:v>
                </c:pt>
                <c:pt idx="1626">
                  <c:v>36.8</c:v>
                </c:pt>
                <c:pt idx="1627">
                  <c:v>36.8</c:v>
                </c:pt>
                <c:pt idx="1628">
                  <c:v>36.8</c:v>
                </c:pt>
                <c:pt idx="1629">
                  <c:v>36.8</c:v>
                </c:pt>
                <c:pt idx="1630">
                  <c:v>36.8</c:v>
                </c:pt>
                <c:pt idx="1631">
                  <c:v>36.8</c:v>
                </c:pt>
                <c:pt idx="1632">
                  <c:v>36.8</c:v>
                </c:pt>
                <c:pt idx="1633">
                  <c:v>36.8</c:v>
                </c:pt>
                <c:pt idx="1634">
                  <c:v>36.8</c:v>
                </c:pt>
                <c:pt idx="1635">
                  <c:v>36.8</c:v>
                </c:pt>
                <c:pt idx="1636">
                  <c:v>36.8</c:v>
                </c:pt>
                <c:pt idx="1637">
                  <c:v>36.8</c:v>
                </c:pt>
                <c:pt idx="1638">
                  <c:v>36.8</c:v>
                </c:pt>
                <c:pt idx="1639">
                  <c:v>36.8</c:v>
                </c:pt>
                <c:pt idx="1640">
                  <c:v>36.8</c:v>
                </c:pt>
                <c:pt idx="1641">
                  <c:v>36.8</c:v>
                </c:pt>
                <c:pt idx="1642">
                  <c:v>38.1</c:v>
                </c:pt>
                <c:pt idx="1643">
                  <c:v>38.1</c:v>
                </c:pt>
                <c:pt idx="1644">
                  <c:v>38.1</c:v>
                </c:pt>
                <c:pt idx="1645">
                  <c:v>38.1</c:v>
                </c:pt>
                <c:pt idx="1646">
                  <c:v>38.1</c:v>
                </c:pt>
                <c:pt idx="1647">
                  <c:v>38.1</c:v>
                </c:pt>
                <c:pt idx="1648">
                  <c:v>38.1</c:v>
                </c:pt>
                <c:pt idx="1649">
                  <c:v>38.1</c:v>
                </c:pt>
                <c:pt idx="1650">
                  <c:v>38.1</c:v>
                </c:pt>
                <c:pt idx="1651">
                  <c:v>38.1</c:v>
                </c:pt>
                <c:pt idx="1652">
                  <c:v>38.1</c:v>
                </c:pt>
                <c:pt idx="1653">
                  <c:v>38.1</c:v>
                </c:pt>
                <c:pt idx="1654">
                  <c:v>38.1</c:v>
                </c:pt>
                <c:pt idx="1655">
                  <c:v>38.1</c:v>
                </c:pt>
                <c:pt idx="1656">
                  <c:v>38.1</c:v>
                </c:pt>
                <c:pt idx="1657">
                  <c:v>38.1</c:v>
                </c:pt>
                <c:pt idx="1658">
                  <c:v>38.1</c:v>
                </c:pt>
                <c:pt idx="1659">
                  <c:v>38.1</c:v>
                </c:pt>
                <c:pt idx="1660">
                  <c:v>38.1</c:v>
                </c:pt>
                <c:pt idx="1661">
                  <c:v>38.1</c:v>
                </c:pt>
                <c:pt idx="1662">
                  <c:v>38.1</c:v>
                </c:pt>
                <c:pt idx="1663">
                  <c:v>38.1</c:v>
                </c:pt>
                <c:pt idx="1664">
                  <c:v>38.1</c:v>
                </c:pt>
                <c:pt idx="1665">
                  <c:v>38.1</c:v>
                </c:pt>
                <c:pt idx="1666">
                  <c:v>38.1</c:v>
                </c:pt>
                <c:pt idx="1667">
                  <c:v>38.1</c:v>
                </c:pt>
                <c:pt idx="1668">
                  <c:v>38.1</c:v>
                </c:pt>
                <c:pt idx="1669">
                  <c:v>38.1</c:v>
                </c:pt>
                <c:pt idx="1670">
                  <c:v>38.1</c:v>
                </c:pt>
                <c:pt idx="1671">
                  <c:v>38.1</c:v>
                </c:pt>
                <c:pt idx="1672">
                  <c:v>38.1</c:v>
                </c:pt>
                <c:pt idx="1673">
                  <c:v>38.1</c:v>
                </c:pt>
                <c:pt idx="1674">
                  <c:v>38.1</c:v>
                </c:pt>
                <c:pt idx="1675">
                  <c:v>38.1</c:v>
                </c:pt>
                <c:pt idx="1676">
                  <c:v>38.1</c:v>
                </c:pt>
                <c:pt idx="1677">
                  <c:v>38.1</c:v>
                </c:pt>
                <c:pt idx="1678">
                  <c:v>38.1</c:v>
                </c:pt>
                <c:pt idx="1679">
                  <c:v>38.1</c:v>
                </c:pt>
                <c:pt idx="1680">
                  <c:v>38.1</c:v>
                </c:pt>
                <c:pt idx="1681">
                  <c:v>38.1</c:v>
                </c:pt>
                <c:pt idx="1682">
                  <c:v>38.1</c:v>
                </c:pt>
                <c:pt idx="1683">
                  <c:v>38.1</c:v>
                </c:pt>
                <c:pt idx="1684">
                  <c:v>38.1</c:v>
                </c:pt>
                <c:pt idx="1685">
                  <c:v>38.1</c:v>
                </c:pt>
                <c:pt idx="1686">
                  <c:v>38.1</c:v>
                </c:pt>
                <c:pt idx="1687">
                  <c:v>38.1</c:v>
                </c:pt>
                <c:pt idx="1688">
                  <c:v>38.1</c:v>
                </c:pt>
                <c:pt idx="1689">
                  <c:v>38.1</c:v>
                </c:pt>
                <c:pt idx="1690">
                  <c:v>38.1</c:v>
                </c:pt>
                <c:pt idx="1691">
                  <c:v>38.1</c:v>
                </c:pt>
                <c:pt idx="1692">
                  <c:v>38.1</c:v>
                </c:pt>
                <c:pt idx="1693">
                  <c:v>38.1</c:v>
                </c:pt>
                <c:pt idx="1694">
                  <c:v>38.1</c:v>
                </c:pt>
                <c:pt idx="1695">
                  <c:v>38.1</c:v>
                </c:pt>
                <c:pt idx="1696">
                  <c:v>38.1</c:v>
                </c:pt>
                <c:pt idx="1697">
                  <c:v>38.1</c:v>
                </c:pt>
                <c:pt idx="1698">
                  <c:v>38.1</c:v>
                </c:pt>
                <c:pt idx="1699">
                  <c:v>38.1</c:v>
                </c:pt>
                <c:pt idx="1700">
                  <c:v>38.1</c:v>
                </c:pt>
                <c:pt idx="1701">
                  <c:v>38.1</c:v>
                </c:pt>
                <c:pt idx="1702">
                  <c:v>38.1</c:v>
                </c:pt>
                <c:pt idx="1703">
                  <c:v>38.1</c:v>
                </c:pt>
                <c:pt idx="1704">
                  <c:v>38.1</c:v>
                </c:pt>
                <c:pt idx="1705">
                  <c:v>38.1</c:v>
                </c:pt>
                <c:pt idx="1706">
                  <c:v>38.1</c:v>
                </c:pt>
                <c:pt idx="1707">
                  <c:v>38.1</c:v>
                </c:pt>
                <c:pt idx="1708">
                  <c:v>38.1</c:v>
                </c:pt>
                <c:pt idx="1709">
                  <c:v>38.1</c:v>
                </c:pt>
                <c:pt idx="1710">
                  <c:v>38.1</c:v>
                </c:pt>
                <c:pt idx="1711">
                  <c:v>38.1</c:v>
                </c:pt>
                <c:pt idx="1712">
                  <c:v>38.1</c:v>
                </c:pt>
                <c:pt idx="1713">
                  <c:v>38.1</c:v>
                </c:pt>
                <c:pt idx="1714">
                  <c:v>38.1</c:v>
                </c:pt>
                <c:pt idx="1715">
                  <c:v>38.1</c:v>
                </c:pt>
                <c:pt idx="1716">
                  <c:v>38.1</c:v>
                </c:pt>
                <c:pt idx="1717">
                  <c:v>38.1</c:v>
                </c:pt>
                <c:pt idx="1718">
                  <c:v>38.1</c:v>
                </c:pt>
                <c:pt idx="1719">
                  <c:v>38.1</c:v>
                </c:pt>
                <c:pt idx="1720">
                  <c:v>38.1</c:v>
                </c:pt>
                <c:pt idx="1721">
                  <c:v>38.1</c:v>
                </c:pt>
                <c:pt idx="1722">
                  <c:v>38.1</c:v>
                </c:pt>
                <c:pt idx="1723">
                  <c:v>38.1</c:v>
                </c:pt>
                <c:pt idx="1724">
                  <c:v>38.1</c:v>
                </c:pt>
                <c:pt idx="1725">
                  <c:v>38.1</c:v>
                </c:pt>
                <c:pt idx="1726">
                  <c:v>38.1</c:v>
                </c:pt>
                <c:pt idx="1727">
                  <c:v>38.1</c:v>
                </c:pt>
                <c:pt idx="1728">
                  <c:v>38.1</c:v>
                </c:pt>
                <c:pt idx="1729">
                  <c:v>38.1</c:v>
                </c:pt>
                <c:pt idx="1730">
                  <c:v>38.1</c:v>
                </c:pt>
                <c:pt idx="1731">
                  <c:v>38.1</c:v>
                </c:pt>
                <c:pt idx="1732">
                  <c:v>38.1</c:v>
                </c:pt>
                <c:pt idx="1733">
                  <c:v>38.1</c:v>
                </c:pt>
                <c:pt idx="1734">
                  <c:v>22.2</c:v>
                </c:pt>
                <c:pt idx="1735">
                  <c:v>22.2</c:v>
                </c:pt>
                <c:pt idx="1736">
                  <c:v>22.2</c:v>
                </c:pt>
                <c:pt idx="1737">
                  <c:v>22.2</c:v>
                </c:pt>
                <c:pt idx="1738">
                  <c:v>22.2</c:v>
                </c:pt>
                <c:pt idx="1739">
                  <c:v>22.2</c:v>
                </c:pt>
                <c:pt idx="1740">
                  <c:v>22.2</c:v>
                </c:pt>
                <c:pt idx="1741">
                  <c:v>22.2</c:v>
                </c:pt>
                <c:pt idx="1742">
                  <c:v>22.2</c:v>
                </c:pt>
                <c:pt idx="1743">
                  <c:v>22.2</c:v>
                </c:pt>
                <c:pt idx="1744">
                  <c:v>22.2</c:v>
                </c:pt>
                <c:pt idx="1745">
                  <c:v>22.2</c:v>
                </c:pt>
                <c:pt idx="1746">
                  <c:v>22.2</c:v>
                </c:pt>
                <c:pt idx="1747">
                  <c:v>22.2</c:v>
                </c:pt>
                <c:pt idx="1748">
                  <c:v>22.2</c:v>
                </c:pt>
                <c:pt idx="1749">
                  <c:v>22.2</c:v>
                </c:pt>
                <c:pt idx="1750">
                  <c:v>22.2</c:v>
                </c:pt>
                <c:pt idx="1751">
                  <c:v>22.2</c:v>
                </c:pt>
                <c:pt idx="1752">
                  <c:v>22.2</c:v>
                </c:pt>
                <c:pt idx="1753">
                  <c:v>22.2</c:v>
                </c:pt>
                <c:pt idx="1754">
                  <c:v>22.2</c:v>
                </c:pt>
                <c:pt idx="1755">
                  <c:v>22.2</c:v>
                </c:pt>
                <c:pt idx="1756">
                  <c:v>22.2</c:v>
                </c:pt>
                <c:pt idx="1757">
                  <c:v>22.2</c:v>
                </c:pt>
                <c:pt idx="1758">
                  <c:v>22.2</c:v>
                </c:pt>
                <c:pt idx="1759">
                  <c:v>22.2</c:v>
                </c:pt>
                <c:pt idx="1760">
                  <c:v>22.2</c:v>
                </c:pt>
                <c:pt idx="1761">
                  <c:v>22.2</c:v>
                </c:pt>
                <c:pt idx="1762">
                  <c:v>22.2</c:v>
                </c:pt>
                <c:pt idx="1763">
                  <c:v>22.2</c:v>
                </c:pt>
                <c:pt idx="1764">
                  <c:v>22.2</c:v>
                </c:pt>
                <c:pt idx="1765">
                  <c:v>22.2</c:v>
                </c:pt>
                <c:pt idx="1766">
                  <c:v>22.2</c:v>
                </c:pt>
                <c:pt idx="1767">
                  <c:v>22.2</c:v>
                </c:pt>
                <c:pt idx="1768">
                  <c:v>22.2</c:v>
                </c:pt>
                <c:pt idx="1769">
                  <c:v>22.2</c:v>
                </c:pt>
                <c:pt idx="1770">
                  <c:v>22.2</c:v>
                </c:pt>
                <c:pt idx="1771">
                  <c:v>22.2</c:v>
                </c:pt>
                <c:pt idx="1772">
                  <c:v>22.2</c:v>
                </c:pt>
                <c:pt idx="1773">
                  <c:v>22.2</c:v>
                </c:pt>
                <c:pt idx="1774">
                  <c:v>22.2</c:v>
                </c:pt>
                <c:pt idx="1775">
                  <c:v>22.2</c:v>
                </c:pt>
                <c:pt idx="1776">
                  <c:v>22.2</c:v>
                </c:pt>
                <c:pt idx="1777">
                  <c:v>22.2</c:v>
                </c:pt>
                <c:pt idx="1778">
                  <c:v>22.2</c:v>
                </c:pt>
                <c:pt idx="1779">
                  <c:v>22.2</c:v>
                </c:pt>
                <c:pt idx="1780">
                  <c:v>22.2</c:v>
                </c:pt>
                <c:pt idx="1781">
                  <c:v>22.2</c:v>
                </c:pt>
                <c:pt idx="1782">
                  <c:v>22.2</c:v>
                </c:pt>
                <c:pt idx="1783">
                  <c:v>22.2</c:v>
                </c:pt>
                <c:pt idx="1784">
                  <c:v>22.2</c:v>
                </c:pt>
                <c:pt idx="1785">
                  <c:v>22.2</c:v>
                </c:pt>
                <c:pt idx="1786">
                  <c:v>22.2</c:v>
                </c:pt>
                <c:pt idx="1787">
                  <c:v>22.2</c:v>
                </c:pt>
                <c:pt idx="1788">
                  <c:v>22.2</c:v>
                </c:pt>
                <c:pt idx="1789">
                  <c:v>22.2</c:v>
                </c:pt>
                <c:pt idx="1790">
                  <c:v>22.2</c:v>
                </c:pt>
                <c:pt idx="1791">
                  <c:v>22.2</c:v>
                </c:pt>
                <c:pt idx="1792">
                  <c:v>22.2</c:v>
                </c:pt>
                <c:pt idx="1793">
                  <c:v>22.2</c:v>
                </c:pt>
                <c:pt idx="1794">
                  <c:v>22.2</c:v>
                </c:pt>
                <c:pt idx="1795">
                  <c:v>22.2</c:v>
                </c:pt>
                <c:pt idx="1796">
                  <c:v>22.2</c:v>
                </c:pt>
                <c:pt idx="1797">
                  <c:v>22.2</c:v>
                </c:pt>
                <c:pt idx="1798">
                  <c:v>22.2</c:v>
                </c:pt>
                <c:pt idx="1799">
                  <c:v>22.2</c:v>
                </c:pt>
                <c:pt idx="1800">
                  <c:v>22.2</c:v>
                </c:pt>
                <c:pt idx="1801">
                  <c:v>22.2</c:v>
                </c:pt>
                <c:pt idx="1802">
                  <c:v>22.2</c:v>
                </c:pt>
                <c:pt idx="1803">
                  <c:v>22.2</c:v>
                </c:pt>
                <c:pt idx="1804">
                  <c:v>22.2</c:v>
                </c:pt>
                <c:pt idx="1805">
                  <c:v>22.2</c:v>
                </c:pt>
                <c:pt idx="1806">
                  <c:v>22.2</c:v>
                </c:pt>
                <c:pt idx="1807">
                  <c:v>22.2</c:v>
                </c:pt>
                <c:pt idx="1808">
                  <c:v>22.2</c:v>
                </c:pt>
                <c:pt idx="1809">
                  <c:v>22.2</c:v>
                </c:pt>
                <c:pt idx="1810">
                  <c:v>22.2</c:v>
                </c:pt>
                <c:pt idx="1811">
                  <c:v>22.2</c:v>
                </c:pt>
                <c:pt idx="1812">
                  <c:v>22.2</c:v>
                </c:pt>
                <c:pt idx="1813">
                  <c:v>22.2</c:v>
                </c:pt>
                <c:pt idx="1814">
                  <c:v>22.2</c:v>
                </c:pt>
                <c:pt idx="1815">
                  <c:v>22.2</c:v>
                </c:pt>
                <c:pt idx="1816">
                  <c:v>22.2</c:v>
                </c:pt>
                <c:pt idx="1817">
                  <c:v>22.2</c:v>
                </c:pt>
                <c:pt idx="1818">
                  <c:v>22.2</c:v>
                </c:pt>
                <c:pt idx="1819">
                  <c:v>22.2</c:v>
                </c:pt>
                <c:pt idx="1820">
                  <c:v>22.2</c:v>
                </c:pt>
                <c:pt idx="1821">
                  <c:v>22.2</c:v>
                </c:pt>
                <c:pt idx="1822">
                  <c:v>22.2</c:v>
                </c:pt>
                <c:pt idx="1823">
                  <c:v>22.2</c:v>
                </c:pt>
                <c:pt idx="1824">
                  <c:v>22.2</c:v>
                </c:pt>
                <c:pt idx="1825">
                  <c:v>22.2</c:v>
                </c:pt>
                <c:pt idx="1826">
                  <c:v>22.4</c:v>
                </c:pt>
                <c:pt idx="1827">
                  <c:v>22.4</c:v>
                </c:pt>
                <c:pt idx="1828">
                  <c:v>22.4</c:v>
                </c:pt>
                <c:pt idx="1829">
                  <c:v>22.4</c:v>
                </c:pt>
                <c:pt idx="1830">
                  <c:v>22.4</c:v>
                </c:pt>
                <c:pt idx="1831">
                  <c:v>22.4</c:v>
                </c:pt>
                <c:pt idx="1832">
                  <c:v>22.4</c:v>
                </c:pt>
                <c:pt idx="1833">
                  <c:v>22.4</c:v>
                </c:pt>
                <c:pt idx="1834">
                  <c:v>22.4</c:v>
                </c:pt>
                <c:pt idx="1835">
                  <c:v>22.4</c:v>
                </c:pt>
                <c:pt idx="1836">
                  <c:v>22.4</c:v>
                </c:pt>
                <c:pt idx="1837">
                  <c:v>22.4</c:v>
                </c:pt>
                <c:pt idx="1838">
                  <c:v>22.4</c:v>
                </c:pt>
                <c:pt idx="1839">
                  <c:v>22.4</c:v>
                </c:pt>
                <c:pt idx="1840">
                  <c:v>22.4</c:v>
                </c:pt>
                <c:pt idx="1841">
                  <c:v>22.4</c:v>
                </c:pt>
                <c:pt idx="1842">
                  <c:v>22.4</c:v>
                </c:pt>
                <c:pt idx="1843">
                  <c:v>22.4</c:v>
                </c:pt>
                <c:pt idx="1844">
                  <c:v>22.4</c:v>
                </c:pt>
                <c:pt idx="1845">
                  <c:v>22.4</c:v>
                </c:pt>
                <c:pt idx="1846">
                  <c:v>22.4</c:v>
                </c:pt>
                <c:pt idx="1847">
                  <c:v>22.4</c:v>
                </c:pt>
                <c:pt idx="1848">
                  <c:v>22.4</c:v>
                </c:pt>
                <c:pt idx="1849">
                  <c:v>22.4</c:v>
                </c:pt>
                <c:pt idx="1850">
                  <c:v>22.4</c:v>
                </c:pt>
                <c:pt idx="1851">
                  <c:v>22.4</c:v>
                </c:pt>
                <c:pt idx="1852">
                  <c:v>22.4</c:v>
                </c:pt>
                <c:pt idx="1853">
                  <c:v>22.4</c:v>
                </c:pt>
                <c:pt idx="1854">
                  <c:v>22.4</c:v>
                </c:pt>
                <c:pt idx="1855">
                  <c:v>22.4</c:v>
                </c:pt>
                <c:pt idx="1856">
                  <c:v>22.4</c:v>
                </c:pt>
                <c:pt idx="1857">
                  <c:v>22.4</c:v>
                </c:pt>
                <c:pt idx="1858">
                  <c:v>22.4</c:v>
                </c:pt>
                <c:pt idx="1859">
                  <c:v>22.4</c:v>
                </c:pt>
                <c:pt idx="1860">
                  <c:v>22.4</c:v>
                </c:pt>
                <c:pt idx="1861">
                  <c:v>22.4</c:v>
                </c:pt>
                <c:pt idx="1862">
                  <c:v>22.4</c:v>
                </c:pt>
                <c:pt idx="1863">
                  <c:v>22.4</c:v>
                </c:pt>
                <c:pt idx="1864">
                  <c:v>22.4</c:v>
                </c:pt>
                <c:pt idx="1865">
                  <c:v>22.4</c:v>
                </c:pt>
                <c:pt idx="1866">
                  <c:v>22.4</c:v>
                </c:pt>
                <c:pt idx="1867">
                  <c:v>22.4</c:v>
                </c:pt>
                <c:pt idx="1868">
                  <c:v>22.4</c:v>
                </c:pt>
                <c:pt idx="1869">
                  <c:v>22.4</c:v>
                </c:pt>
                <c:pt idx="1870">
                  <c:v>22.4</c:v>
                </c:pt>
                <c:pt idx="1871">
                  <c:v>22.4</c:v>
                </c:pt>
                <c:pt idx="1872">
                  <c:v>22.4</c:v>
                </c:pt>
                <c:pt idx="1873">
                  <c:v>22.4</c:v>
                </c:pt>
                <c:pt idx="1874">
                  <c:v>22.4</c:v>
                </c:pt>
                <c:pt idx="1875">
                  <c:v>22.4</c:v>
                </c:pt>
                <c:pt idx="1876">
                  <c:v>22.4</c:v>
                </c:pt>
                <c:pt idx="1877">
                  <c:v>22.4</c:v>
                </c:pt>
                <c:pt idx="1878">
                  <c:v>22.4</c:v>
                </c:pt>
                <c:pt idx="1879">
                  <c:v>22.4</c:v>
                </c:pt>
                <c:pt idx="1880">
                  <c:v>22.4</c:v>
                </c:pt>
                <c:pt idx="1881">
                  <c:v>22.4</c:v>
                </c:pt>
                <c:pt idx="1882">
                  <c:v>22.4</c:v>
                </c:pt>
                <c:pt idx="1883">
                  <c:v>22.4</c:v>
                </c:pt>
                <c:pt idx="1884">
                  <c:v>22.4</c:v>
                </c:pt>
                <c:pt idx="1885">
                  <c:v>22.4</c:v>
                </c:pt>
                <c:pt idx="1886">
                  <c:v>22.4</c:v>
                </c:pt>
                <c:pt idx="1887">
                  <c:v>22.4</c:v>
                </c:pt>
                <c:pt idx="1888">
                  <c:v>22.4</c:v>
                </c:pt>
                <c:pt idx="1889">
                  <c:v>22.4</c:v>
                </c:pt>
                <c:pt idx="1890">
                  <c:v>22.4</c:v>
                </c:pt>
                <c:pt idx="1891">
                  <c:v>22.4</c:v>
                </c:pt>
                <c:pt idx="1892">
                  <c:v>22.4</c:v>
                </c:pt>
                <c:pt idx="1893">
                  <c:v>22.4</c:v>
                </c:pt>
                <c:pt idx="1894">
                  <c:v>22.4</c:v>
                </c:pt>
                <c:pt idx="1895">
                  <c:v>22.4</c:v>
                </c:pt>
                <c:pt idx="1896">
                  <c:v>22.4</c:v>
                </c:pt>
                <c:pt idx="1897">
                  <c:v>22.4</c:v>
                </c:pt>
                <c:pt idx="1898">
                  <c:v>22.4</c:v>
                </c:pt>
                <c:pt idx="1899">
                  <c:v>22.4</c:v>
                </c:pt>
                <c:pt idx="1900">
                  <c:v>22.4</c:v>
                </c:pt>
                <c:pt idx="1901">
                  <c:v>22.4</c:v>
                </c:pt>
                <c:pt idx="1902">
                  <c:v>22.4</c:v>
                </c:pt>
                <c:pt idx="1903">
                  <c:v>22.4</c:v>
                </c:pt>
                <c:pt idx="1904">
                  <c:v>22.4</c:v>
                </c:pt>
                <c:pt idx="1905">
                  <c:v>22.4</c:v>
                </c:pt>
                <c:pt idx="1906">
                  <c:v>22.4</c:v>
                </c:pt>
                <c:pt idx="1907">
                  <c:v>22.4</c:v>
                </c:pt>
                <c:pt idx="1908">
                  <c:v>22.4</c:v>
                </c:pt>
                <c:pt idx="1909">
                  <c:v>22.4</c:v>
                </c:pt>
                <c:pt idx="1910">
                  <c:v>22.4</c:v>
                </c:pt>
                <c:pt idx="1911">
                  <c:v>22.4</c:v>
                </c:pt>
                <c:pt idx="1912">
                  <c:v>22.4</c:v>
                </c:pt>
                <c:pt idx="1913">
                  <c:v>22.4</c:v>
                </c:pt>
                <c:pt idx="1914">
                  <c:v>22.4</c:v>
                </c:pt>
                <c:pt idx="1915">
                  <c:v>22.4</c:v>
                </c:pt>
                <c:pt idx="1916">
                  <c:v>22.4</c:v>
                </c:pt>
                <c:pt idx="1917">
                  <c:v>43.0</c:v>
                </c:pt>
                <c:pt idx="1918">
                  <c:v>43.0</c:v>
                </c:pt>
                <c:pt idx="1919">
                  <c:v>43.0</c:v>
                </c:pt>
                <c:pt idx="1920">
                  <c:v>43.0</c:v>
                </c:pt>
                <c:pt idx="1921">
                  <c:v>43.0</c:v>
                </c:pt>
                <c:pt idx="1922">
                  <c:v>43.0</c:v>
                </c:pt>
                <c:pt idx="1923">
                  <c:v>43.0</c:v>
                </c:pt>
                <c:pt idx="1924">
                  <c:v>43.0</c:v>
                </c:pt>
                <c:pt idx="1925">
                  <c:v>43.0</c:v>
                </c:pt>
                <c:pt idx="1926">
                  <c:v>43.0</c:v>
                </c:pt>
                <c:pt idx="1927">
                  <c:v>43.0</c:v>
                </c:pt>
                <c:pt idx="1928">
                  <c:v>43.0</c:v>
                </c:pt>
                <c:pt idx="1929">
                  <c:v>43.0</c:v>
                </c:pt>
                <c:pt idx="1930">
                  <c:v>43.0</c:v>
                </c:pt>
                <c:pt idx="1931">
                  <c:v>43.0</c:v>
                </c:pt>
                <c:pt idx="1932">
                  <c:v>43.0</c:v>
                </c:pt>
                <c:pt idx="1933">
                  <c:v>43.0</c:v>
                </c:pt>
                <c:pt idx="1934">
                  <c:v>43.0</c:v>
                </c:pt>
                <c:pt idx="1935">
                  <c:v>43.0</c:v>
                </c:pt>
                <c:pt idx="1936">
                  <c:v>43.0</c:v>
                </c:pt>
                <c:pt idx="1937">
                  <c:v>43.0</c:v>
                </c:pt>
                <c:pt idx="1938">
                  <c:v>43.0</c:v>
                </c:pt>
                <c:pt idx="1939">
                  <c:v>43.0</c:v>
                </c:pt>
                <c:pt idx="1940">
                  <c:v>43.0</c:v>
                </c:pt>
                <c:pt idx="1941">
                  <c:v>43.0</c:v>
                </c:pt>
                <c:pt idx="1942">
                  <c:v>43.0</c:v>
                </c:pt>
                <c:pt idx="1943">
                  <c:v>43.0</c:v>
                </c:pt>
                <c:pt idx="1944">
                  <c:v>43.0</c:v>
                </c:pt>
                <c:pt idx="1945">
                  <c:v>43.0</c:v>
                </c:pt>
                <c:pt idx="1946">
                  <c:v>43.0</c:v>
                </c:pt>
                <c:pt idx="1947">
                  <c:v>43.0</c:v>
                </c:pt>
                <c:pt idx="1948">
                  <c:v>43.0</c:v>
                </c:pt>
                <c:pt idx="1949">
                  <c:v>43.0</c:v>
                </c:pt>
                <c:pt idx="1950">
                  <c:v>43.0</c:v>
                </c:pt>
                <c:pt idx="1951">
                  <c:v>43.0</c:v>
                </c:pt>
                <c:pt idx="1952">
                  <c:v>43.0</c:v>
                </c:pt>
                <c:pt idx="1953">
                  <c:v>43.0</c:v>
                </c:pt>
                <c:pt idx="1954">
                  <c:v>43.0</c:v>
                </c:pt>
                <c:pt idx="1955">
                  <c:v>43.0</c:v>
                </c:pt>
                <c:pt idx="1956">
                  <c:v>43.0</c:v>
                </c:pt>
                <c:pt idx="1957">
                  <c:v>43.0</c:v>
                </c:pt>
                <c:pt idx="1958">
                  <c:v>43.0</c:v>
                </c:pt>
                <c:pt idx="1959">
                  <c:v>43.0</c:v>
                </c:pt>
                <c:pt idx="1960">
                  <c:v>43.0</c:v>
                </c:pt>
                <c:pt idx="1961">
                  <c:v>43.0</c:v>
                </c:pt>
                <c:pt idx="1962">
                  <c:v>43.0</c:v>
                </c:pt>
                <c:pt idx="1963">
                  <c:v>43.0</c:v>
                </c:pt>
                <c:pt idx="1964">
                  <c:v>43.0</c:v>
                </c:pt>
                <c:pt idx="1965">
                  <c:v>43.0</c:v>
                </c:pt>
                <c:pt idx="1966">
                  <c:v>43.0</c:v>
                </c:pt>
                <c:pt idx="1967">
                  <c:v>43.0</c:v>
                </c:pt>
                <c:pt idx="1968">
                  <c:v>43.0</c:v>
                </c:pt>
                <c:pt idx="1969">
                  <c:v>43.0</c:v>
                </c:pt>
                <c:pt idx="1970">
                  <c:v>43.0</c:v>
                </c:pt>
                <c:pt idx="1971">
                  <c:v>43.0</c:v>
                </c:pt>
                <c:pt idx="1972">
                  <c:v>43.0</c:v>
                </c:pt>
                <c:pt idx="1973">
                  <c:v>43.0</c:v>
                </c:pt>
                <c:pt idx="1974">
                  <c:v>43.0</c:v>
                </c:pt>
                <c:pt idx="1975">
                  <c:v>43.0</c:v>
                </c:pt>
                <c:pt idx="1976">
                  <c:v>43.0</c:v>
                </c:pt>
                <c:pt idx="1977">
                  <c:v>43.0</c:v>
                </c:pt>
                <c:pt idx="1978">
                  <c:v>43.0</c:v>
                </c:pt>
                <c:pt idx="1979">
                  <c:v>43.0</c:v>
                </c:pt>
                <c:pt idx="1980">
                  <c:v>43.0</c:v>
                </c:pt>
                <c:pt idx="1981">
                  <c:v>43.0</c:v>
                </c:pt>
                <c:pt idx="1982">
                  <c:v>43.0</c:v>
                </c:pt>
                <c:pt idx="1983">
                  <c:v>43.0</c:v>
                </c:pt>
                <c:pt idx="1984">
                  <c:v>43.0</c:v>
                </c:pt>
                <c:pt idx="1985">
                  <c:v>43.0</c:v>
                </c:pt>
                <c:pt idx="1986">
                  <c:v>43.0</c:v>
                </c:pt>
                <c:pt idx="1987">
                  <c:v>43.0</c:v>
                </c:pt>
                <c:pt idx="1988">
                  <c:v>43.0</c:v>
                </c:pt>
                <c:pt idx="1989">
                  <c:v>43.0</c:v>
                </c:pt>
                <c:pt idx="1990">
                  <c:v>43.0</c:v>
                </c:pt>
                <c:pt idx="1991">
                  <c:v>43.0</c:v>
                </c:pt>
                <c:pt idx="1992">
                  <c:v>43.0</c:v>
                </c:pt>
                <c:pt idx="1993">
                  <c:v>43.0</c:v>
                </c:pt>
                <c:pt idx="1994">
                  <c:v>43.0</c:v>
                </c:pt>
                <c:pt idx="1995">
                  <c:v>43.0</c:v>
                </c:pt>
                <c:pt idx="1996">
                  <c:v>43.0</c:v>
                </c:pt>
                <c:pt idx="1997">
                  <c:v>43.0</c:v>
                </c:pt>
                <c:pt idx="1998">
                  <c:v>43.0</c:v>
                </c:pt>
                <c:pt idx="1999">
                  <c:v>43.0</c:v>
                </c:pt>
                <c:pt idx="2000">
                  <c:v>43.0</c:v>
                </c:pt>
                <c:pt idx="2001">
                  <c:v>43.0</c:v>
                </c:pt>
                <c:pt idx="2002">
                  <c:v>43.0</c:v>
                </c:pt>
                <c:pt idx="2003">
                  <c:v>43.0</c:v>
                </c:pt>
                <c:pt idx="2004">
                  <c:v>43.0</c:v>
                </c:pt>
                <c:pt idx="2005">
                  <c:v>43.0</c:v>
                </c:pt>
                <c:pt idx="2006">
                  <c:v>43.0</c:v>
                </c:pt>
                <c:pt idx="2007">
                  <c:v>43.0</c:v>
                </c:pt>
                <c:pt idx="2008">
                  <c:v>54.3</c:v>
                </c:pt>
                <c:pt idx="2009">
                  <c:v>54.3</c:v>
                </c:pt>
                <c:pt idx="2010">
                  <c:v>54.3</c:v>
                </c:pt>
                <c:pt idx="2011">
                  <c:v>54.3</c:v>
                </c:pt>
                <c:pt idx="2012">
                  <c:v>54.3</c:v>
                </c:pt>
                <c:pt idx="2013">
                  <c:v>54.3</c:v>
                </c:pt>
                <c:pt idx="2014">
                  <c:v>54.3</c:v>
                </c:pt>
                <c:pt idx="2015">
                  <c:v>54.3</c:v>
                </c:pt>
                <c:pt idx="2016">
                  <c:v>54.3</c:v>
                </c:pt>
                <c:pt idx="2017">
                  <c:v>54.3</c:v>
                </c:pt>
                <c:pt idx="2018">
                  <c:v>54.3</c:v>
                </c:pt>
                <c:pt idx="2019">
                  <c:v>54.3</c:v>
                </c:pt>
                <c:pt idx="2020">
                  <c:v>54.3</c:v>
                </c:pt>
                <c:pt idx="2021">
                  <c:v>54.3</c:v>
                </c:pt>
                <c:pt idx="2022">
                  <c:v>54.3</c:v>
                </c:pt>
                <c:pt idx="2023">
                  <c:v>54.3</c:v>
                </c:pt>
                <c:pt idx="2024">
                  <c:v>54.3</c:v>
                </c:pt>
                <c:pt idx="2025">
                  <c:v>54.3</c:v>
                </c:pt>
                <c:pt idx="2026">
                  <c:v>54.3</c:v>
                </c:pt>
                <c:pt idx="2027">
                  <c:v>54.3</c:v>
                </c:pt>
                <c:pt idx="2028">
                  <c:v>54.3</c:v>
                </c:pt>
                <c:pt idx="2029">
                  <c:v>54.3</c:v>
                </c:pt>
                <c:pt idx="2030">
                  <c:v>54.3</c:v>
                </c:pt>
                <c:pt idx="2031">
                  <c:v>54.3</c:v>
                </c:pt>
                <c:pt idx="2032">
                  <c:v>54.3</c:v>
                </c:pt>
                <c:pt idx="2033">
                  <c:v>54.3</c:v>
                </c:pt>
                <c:pt idx="2034">
                  <c:v>54.3</c:v>
                </c:pt>
                <c:pt idx="2035">
                  <c:v>54.3</c:v>
                </c:pt>
                <c:pt idx="2036">
                  <c:v>54.3</c:v>
                </c:pt>
                <c:pt idx="2037">
                  <c:v>54.3</c:v>
                </c:pt>
                <c:pt idx="2038">
                  <c:v>54.3</c:v>
                </c:pt>
                <c:pt idx="2039">
                  <c:v>54.3</c:v>
                </c:pt>
                <c:pt idx="2040">
                  <c:v>54.3</c:v>
                </c:pt>
                <c:pt idx="2041">
                  <c:v>54.3</c:v>
                </c:pt>
                <c:pt idx="2042">
                  <c:v>54.3</c:v>
                </c:pt>
                <c:pt idx="2043">
                  <c:v>54.3</c:v>
                </c:pt>
                <c:pt idx="2044">
                  <c:v>54.3</c:v>
                </c:pt>
                <c:pt idx="2045">
                  <c:v>54.3</c:v>
                </c:pt>
                <c:pt idx="2046">
                  <c:v>54.3</c:v>
                </c:pt>
                <c:pt idx="2047">
                  <c:v>54.3</c:v>
                </c:pt>
                <c:pt idx="2048">
                  <c:v>54.3</c:v>
                </c:pt>
                <c:pt idx="2049">
                  <c:v>54.3</c:v>
                </c:pt>
                <c:pt idx="2050">
                  <c:v>54.3</c:v>
                </c:pt>
                <c:pt idx="2051">
                  <c:v>54.3</c:v>
                </c:pt>
                <c:pt idx="2052">
                  <c:v>54.3</c:v>
                </c:pt>
                <c:pt idx="2053">
                  <c:v>54.3</c:v>
                </c:pt>
                <c:pt idx="2054">
                  <c:v>54.3</c:v>
                </c:pt>
                <c:pt idx="2055">
                  <c:v>54.3</c:v>
                </c:pt>
                <c:pt idx="2056">
                  <c:v>54.3</c:v>
                </c:pt>
                <c:pt idx="2057">
                  <c:v>54.3</c:v>
                </c:pt>
                <c:pt idx="2058">
                  <c:v>54.3</c:v>
                </c:pt>
                <c:pt idx="2059">
                  <c:v>54.3</c:v>
                </c:pt>
                <c:pt idx="2060">
                  <c:v>54.3</c:v>
                </c:pt>
                <c:pt idx="2061">
                  <c:v>54.3</c:v>
                </c:pt>
                <c:pt idx="2062">
                  <c:v>54.3</c:v>
                </c:pt>
                <c:pt idx="2063">
                  <c:v>54.3</c:v>
                </c:pt>
                <c:pt idx="2064">
                  <c:v>54.3</c:v>
                </c:pt>
                <c:pt idx="2065">
                  <c:v>54.3</c:v>
                </c:pt>
                <c:pt idx="2066">
                  <c:v>54.3</c:v>
                </c:pt>
                <c:pt idx="2067">
                  <c:v>54.3</c:v>
                </c:pt>
                <c:pt idx="2068">
                  <c:v>54.3</c:v>
                </c:pt>
                <c:pt idx="2069">
                  <c:v>54.3</c:v>
                </c:pt>
                <c:pt idx="2070">
                  <c:v>54.3</c:v>
                </c:pt>
                <c:pt idx="2071">
                  <c:v>54.3</c:v>
                </c:pt>
                <c:pt idx="2072">
                  <c:v>54.3</c:v>
                </c:pt>
                <c:pt idx="2073">
                  <c:v>54.3</c:v>
                </c:pt>
                <c:pt idx="2074">
                  <c:v>54.3</c:v>
                </c:pt>
                <c:pt idx="2075">
                  <c:v>54.3</c:v>
                </c:pt>
                <c:pt idx="2076">
                  <c:v>54.3</c:v>
                </c:pt>
                <c:pt idx="2077">
                  <c:v>54.3</c:v>
                </c:pt>
                <c:pt idx="2078">
                  <c:v>54.3</c:v>
                </c:pt>
                <c:pt idx="2079">
                  <c:v>54.3</c:v>
                </c:pt>
                <c:pt idx="2080">
                  <c:v>54.3</c:v>
                </c:pt>
                <c:pt idx="2081">
                  <c:v>54.3</c:v>
                </c:pt>
                <c:pt idx="2082">
                  <c:v>54.3</c:v>
                </c:pt>
                <c:pt idx="2083">
                  <c:v>54.3</c:v>
                </c:pt>
                <c:pt idx="2084">
                  <c:v>54.3</c:v>
                </c:pt>
                <c:pt idx="2085">
                  <c:v>54.3</c:v>
                </c:pt>
                <c:pt idx="2086">
                  <c:v>54.3</c:v>
                </c:pt>
                <c:pt idx="2087">
                  <c:v>54.3</c:v>
                </c:pt>
                <c:pt idx="2088">
                  <c:v>54.3</c:v>
                </c:pt>
                <c:pt idx="2089">
                  <c:v>54.3</c:v>
                </c:pt>
                <c:pt idx="2090">
                  <c:v>54.3</c:v>
                </c:pt>
                <c:pt idx="2091">
                  <c:v>54.3</c:v>
                </c:pt>
                <c:pt idx="2092">
                  <c:v>54.3</c:v>
                </c:pt>
                <c:pt idx="2093">
                  <c:v>54.3</c:v>
                </c:pt>
                <c:pt idx="2094">
                  <c:v>54.3</c:v>
                </c:pt>
                <c:pt idx="2095">
                  <c:v>54.3</c:v>
                </c:pt>
                <c:pt idx="2096">
                  <c:v>54.3</c:v>
                </c:pt>
                <c:pt idx="2097">
                  <c:v>54.3</c:v>
                </c:pt>
                <c:pt idx="2098">
                  <c:v>54.3</c:v>
                </c:pt>
                <c:pt idx="2099">
                  <c:v>54.3</c:v>
                </c:pt>
                <c:pt idx="2100">
                  <c:v>32.3</c:v>
                </c:pt>
                <c:pt idx="2101">
                  <c:v>32.3</c:v>
                </c:pt>
                <c:pt idx="2102">
                  <c:v>32.3</c:v>
                </c:pt>
                <c:pt idx="2103">
                  <c:v>32.3</c:v>
                </c:pt>
                <c:pt idx="2104">
                  <c:v>32.3</c:v>
                </c:pt>
                <c:pt idx="2105">
                  <c:v>32.3</c:v>
                </c:pt>
                <c:pt idx="2106">
                  <c:v>32.3</c:v>
                </c:pt>
                <c:pt idx="2107">
                  <c:v>32.3</c:v>
                </c:pt>
                <c:pt idx="2108">
                  <c:v>32.3</c:v>
                </c:pt>
                <c:pt idx="2109">
                  <c:v>32.3</c:v>
                </c:pt>
                <c:pt idx="2110">
                  <c:v>32.3</c:v>
                </c:pt>
                <c:pt idx="2111">
                  <c:v>32.3</c:v>
                </c:pt>
                <c:pt idx="2112">
                  <c:v>32.3</c:v>
                </c:pt>
                <c:pt idx="2113">
                  <c:v>32.3</c:v>
                </c:pt>
                <c:pt idx="2114">
                  <c:v>32.3</c:v>
                </c:pt>
                <c:pt idx="2115">
                  <c:v>32.3</c:v>
                </c:pt>
                <c:pt idx="2116">
                  <c:v>32.3</c:v>
                </c:pt>
                <c:pt idx="2117">
                  <c:v>32.3</c:v>
                </c:pt>
                <c:pt idx="2118">
                  <c:v>32.3</c:v>
                </c:pt>
                <c:pt idx="2119">
                  <c:v>32.3</c:v>
                </c:pt>
                <c:pt idx="2120">
                  <c:v>32.3</c:v>
                </c:pt>
                <c:pt idx="2121">
                  <c:v>32.3</c:v>
                </c:pt>
                <c:pt idx="2122">
                  <c:v>32.3</c:v>
                </c:pt>
                <c:pt idx="2123">
                  <c:v>32.3</c:v>
                </c:pt>
                <c:pt idx="2124">
                  <c:v>32.3</c:v>
                </c:pt>
                <c:pt idx="2125">
                  <c:v>32.3</c:v>
                </c:pt>
                <c:pt idx="2126">
                  <c:v>32.3</c:v>
                </c:pt>
                <c:pt idx="2127">
                  <c:v>32.3</c:v>
                </c:pt>
                <c:pt idx="2128">
                  <c:v>32.3</c:v>
                </c:pt>
                <c:pt idx="2129">
                  <c:v>32.3</c:v>
                </c:pt>
                <c:pt idx="2130">
                  <c:v>32.3</c:v>
                </c:pt>
                <c:pt idx="2131">
                  <c:v>32.3</c:v>
                </c:pt>
                <c:pt idx="2132">
                  <c:v>32.3</c:v>
                </c:pt>
                <c:pt idx="2133">
                  <c:v>32.3</c:v>
                </c:pt>
                <c:pt idx="2134">
                  <c:v>32.3</c:v>
                </c:pt>
                <c:pt idx="2135">
                  <c:v>32.3</c:v>
                </c:pt>
                <c:pt idx="2136">
                  <c:v>32.3</c:v>
                </c:pt>
                <c:pt idx="2137">
                  <c:v>32.3</c:v>
                </c:pt>
                <c:pt idx="2138">
                  <c:v>32.3</c:v>
                </c:pt>
                <c:pt idx="2139">
                  <c:v>32.3</c:v>
                </c:pt>
                <c:pt idx="2140">
                  <c:v>32.3</c:v>
                </c:pt>
                <c:pt idx="2141">
                  <c:v>32.3</c:v>
                </c:pt>
                <c:pt idx="2142">
                  <c:v>32.3</c:v>
                </c:pt>
                <c:pt idx="2143">
                  <c:v>32.3</c:v>
                </c:pt>
                <c:pt idx="2144">
                  <c:v>32.3</c:v>
                </c:pt>
                <c:pt idx="2145">
                  <c:v>32.3</c:v>
                </c:pt>
                <c:pt idx="2146">
                  <c:v>32.3</c:v>
                </c:pt>
                <c:pt idx="2147">
                  <c:v>32.3</c:v>
                </c:pt>
                <c:pt idx="2148">
                  <c:v>32.3</c:v>
                </c:pt>
                <c:pt idx="2149">
                  <c:v>32.3</c:v>
                </c:pt>
                <c:pt idx="2150">
                  <c:v>32.3</c:v>
                </c:pt>
                <c:pt idx="2151">
                  <c:v>32.3</c:v>
                </c:pt>
                <c:pt idx="2152">
                  <c:v>32.3</c:v>
                </c:pt>
                <c:pt idx="2153">
                  <c:v>32.3</c:v>
                </c:pt>
                <c:pt idx="2154">
                  <c:v>32.3</c:v>
                </c:pt>
                <c:pt idx="2155">
                  <c:v>32.3</c:v>
                </c:pt>
                <c:pt idx="2156">
                  <c:v>32.3</c:v>
                </c:pt>
                <c:pt idx="2157">
                  <c:v>32.3</c:v>
                </c:pt>
                <c:pt idx="2158">
                  <c:v>32.3</c:v>
                </c:pt>
                <c:pt idx="2159">
                  <c:v>32.3</c:v>
                </c:pt>
                <c:pt idx="2160">
                  <c:v>32.3</c:v>
                </c:pt>
                <c:pt idx="2161">
                  <c:v>32.3</c:v>
                </c:pt>
                <c:pt idx="2162">
                  <c:v>32.3</c:v>
                </c:pt>
                <c:pt idx="2163">
                  <c:v>32.3</c:v>
                </c:pt>
                <c:pt idx="2164">
                  <c:v>32.3</c:v>
                </c:pt>
                <c:pt idx="2165">
                  <c:v>32.3</c:v>
                </c:pt>
                <c:pt idx="2166">
                  <c:v>32.3</c:v>
                </c:pt>
                <c:pt idx="2167">
                  <c:v>32.3</c:v>
                </c:pt>
                <c:pt idx="2168">
                  <c:v>32.3</c:v>
                </c:pt>
                <c:pt idx="2169">
                  <c:v>32.3</c:v>
                </c:pt>
                <c:pt idx="2170">
                  <c:v>32.3</c:v>
                </c:pt>
                <c:pt idx="2171">
                  <c:v>32.3</c:v>
                </c:pt>
                <c:pt idx="2172">
                  <c:v>32.3</c:v>
                </c:pt>
                <c:pt idx="2173">
                  <c:v>32.3</c:v>
                </c:pt>
                <c:pt idx="2174">
                  <c:v>32.3</c:v>
                </c:pt>
                <c:pt idx="2175">
                  <c:v>32.3</c:v>
                </c:pt>
                <c:pt idx="2176">
                  <c:v>32.3</c:v>
                </c:pt>
                <c:pt idx="2177">
                  <c:v>32.3</c:v>
                </c:pt>
                <c:pt idx="2178">
                  <c:v>32.3</c:v>
                </c:pt>
                <c:pt idx="2179">
                  <c:v>32.3</c:v>
                </c:pt>
                <c:pt idx="2180">
                  <c:v>32.3</c:v>
                </c:pt>
                <c:pt idx="2181">
                  <c:v>32.3</c:v>
                </c:pt>
                <c:pt idx="2182">
                  <c:v>32.3</c:v>
                </c:pt>
                <c:pt idx="2183">
                  <c:v>32.3</c:v>
                </c:pt>
                <c:pt idx="2184">
                  <c:v>32.3</c:v>
                </c:pt>
                <c:pt idx="2185">
                  <c:v>32.3</c:v>
                </c:pt>
                <c:pt idx="2186">
                  <c:v>32.3</c:v>
                </c:pt>
                <c:pt idx="2187">
                  <c:v>32.3</c:v>
                </c:pt>
                <c:pt idx="2188">
                  <c:v>32.3</c:v>
                </c:pt>
                <c:pt idx="2189">
                  <c:v>32.3</c:v>
                </c:pt>
                <c:pt idx="2190">
                  <c:v>32.3</c:v>
                </c:pt>
                <c:pt idx="2191">
                  <c:v>32.3</c:v>
                </c:pt>
                <c:pt idx="2192">
                  <c:v>28.3</c:v>
                </c:pt>
                <c:pt idx="2193">
                  <c:v>28.3</c:v>
                </c:pt>
                <c:pt idx="2194">
                  <c:v>28.3</c:v>
                </c:pt>
                <c:pt idx="2195">
                  <c:v>28.3</c:v>
                </c:pt>
                <c:pt idx="2196">
                  <c:v>28.3</c:v>
                </c:pt>
                <c:pt idx="2197">
                  <c:v>28.3</c:v>
                </c:pt>
                <c:pt idx="2198">
                  <c:v>28.3</c:v>
                </c:pt>
                <c:pt idx="2199">
                  <c:v>28.3</c:v>
                </c:pt>
                <c:pt idx="2200">
                  <c:v>28.3</c:v>
                </c:pt>
                <c:pt idx="2201">
                  <c:v>28.3</c:v>
                </c:pt>
                <c:pt idx="2202">
                  <c:v>28.3</c:v>
                </c:pt>
                <c:pt idx="2203">
                  <c:v>28.3</c:v>
                </c:pt>
                <c:pt idx="2204">
                  <c:v>28.3</c:v>
                </c:pt>
                <c:pt idx="2205">
                  <c:v>28.3</c:v>
                </c:pt>
                <c:pt idx="2206">
                  <c:v>28.3</c:v>
                </c:pt>
                <c:pt idx="2207">
                  <c:v>28.3</c:v>
                </c:pt>
                <c:pt idx="2208">
                  <c:v>28.3</c:v>
                </c:pt>
                <c:pt idx="2209">
                  <c:v>28.3</c:v>
                </c:pt>
                <c:pt idx="2210">
                  <c:v>28.3</c:v>
                </c:pt>
                <c:pt idx="2211">
                  <c:v>28.3</c:v>
                </c:pt>
                <c:pt idx="2212">
                  <c:v>28.3</c:v>
                </c:pt>
                <c:pt idx="2213">
                  <c:v>28.3</c:v>
                </c:pt>
                <c:pt idx="2214">
                  <c:v>28.3</c:v>
                </c:pt>
                <c:pt idx="2215">
                  <c:v>28.3</c:v>
                </c:pt>
                <c:pt idx="2216">
                  <c:v>28.3</c:v>
                </c:pt>
                <c:pt idx="2217">
                  <c:v>28.3</c:v>
                </c:pt>
                <c:pt idx="2218">
                  <c:v>28.3</c:v>
                </c:pt>
                <c:pt idx="2219">
                  <c:v>28.3</c:v>
                </c:pt>
                <c:pt idx="2220">
                  <c:v>28.3</c:v>
                </c:pt>
                <c:pt idx="2221">
                  <c:v>28.3</c:v>
                </c:pt>
                <c:pt idx="2222">
                  <c:v>28.3</c:v>
                </c:pt>
                <c:pt idx="2223">
                  <c:v>28.3</c:v>
                </c:pt>
                <c:pt idx="2224">
                  <c:v>28.3</c:v>
                </c:pt>
                <c:pt idx="2225">
                  <c:v>28.3</c:v>
                </c:pt>
                <c:pt idx="2226">
                  <c:v>28.3</c:v>
                </c:pt>
                <c:pt idx="2227">
                  <c:v>28.3</c:v>
                </c:pt>
                <c:pt idx="2228">
                  <c:v>28.3</c:v>
                </c:pt>
                <c:pt idx="2229">
                  <c:v>28.3</c:v>
                </c:pt>
                <c:pt idx="2230">
                  <c:v>28.3</c:v>
                </c:pt>
                <c:pt idx="2231">
                  <c:v>28.3</c:v>
                </c:pt>
                <c:pt idx="2232">
                  <c:v>28.3</c:v>
                </c:pt>
                <c:pt idx="2233">
                  <c:v>28.3</c:v>
                </c:pt>
                <c:pt idx="2234">
                  <c:v>28.3</c:v>
                </c:pt>
                <c:pt idx="2235">
                  <c:v>28.3</c:v>
                </c:pt>
                <c:pt idx="2236">
                  <c:v>28.3</c:v>
                </c:pt>
                <c:pt idx="2237">
                  <c:v>28.3</c:v>
                </c:pt>
                <c:pt idx="2238">
                  <c:v>28.3</c:v>
                </c:pt>
                <c:pt idx="2239">
                  <c:v>28.3</c:v>
                </c:pt>
                <c:pt idx="2240">
                  <c:v>28.3</c:v>
                </c:pt>
                <c:pt idx="2241">
                  <c:v>28.3</c:v>
                </c:pt>
                <c:pt idx="2242">
                  <c:v>28.3</c:v>
                </c:pt>
                <c:pt idx="2243">
                  <c:v>28.3</c:v>
                </c:pt>
                <c:pt idx="2244">
                  <c:v>28.3</c:v>
                </c:pt>
                <c:pt idx="2245">
                  <c:v>28.3</c:v>
                </c:pt>
                <c:pt idx="2246">
                  <c:v>28.3</c:v>
                </c:pt>
                <c:pt idx="2247">
                  <c:v>28.3</c:v>
                </c:pt>
                <c:pt idx="2248">
                  <c:v>28.3</c:v>
                </c:pt>
                <c:pt idx="2249">
                  <c:v>28.3</c:v>
                </c:pt>
                <c:pt idx="2250">
                  <c:v>28.3</c:v>
                </c:pt>
                <c:pt idx="2251">
                  <c:v>28.3</c:v>
                </c:pt>
                <c:pt idx="2252">
                  <c:v>28.3</c:v>
                </c:pt>
                <c:pt idx="2253">
                  <c:v>28.3</c:v>
                </c:pt>
                <c:pt idx="2254">
                  <c:v>28.3</c:v>
                </c:pt>
                <c:pt idx="2255">
                  <c:v>28.3</c:v>
                </c:pt>
                <c:pt idx="2256">
                  <c:v>28.3</c:v>
                </c:pt>
                <c:pt idx="2257">
                  <c:v>28.3</c:v>
                </c:pt>
                <c:pt idx="2258">
                  <c:v>28.3</c:v>
                </c:pt>
                <c:pt idx="2259">
                  <c:v>28.3</c:v>
                </c:pt>
                <c:pt idx="2260">
                  <c:v>28.3</c:v>
                </c:pt>
                <c:pt idx="2261">
                  <c:v>28.3</c:v>
                </c:pt>
                <c:pt idx="2262">
                  <c:v>28.3</c:v>
                </c:pt>
                <c:pt idx="2263">
                  <c:v>28.3</c:v>
                </c:pt>
                <c:pt idx="2264">
                  <c:v>28.3</c:v>
                </c:pt>
                <c:pt idx="2265">
                  <c:v>28.3</c:v>
                </c:pt>
                <c:pt idx="2266">
                  <c:v>28.3</c:v>
                </c:pt>
                <c:pt idx="2267">
                  <c:v>28.3</c:v>
                </c:pt>
                <c:pt idx="2268">
                  <c:v>28.3</c:v>
                </c:pt>
                <c:pt idx="2269">
                  <c:v>28.3</c:v>
                </c:pt>
                <c:pt idx="2270">
                  <c:v>28.3</c:v>
                </c:pt>
                <c:pt idx="2271">
                  <c:v>28.3</c:v>
                </c:pt>
                <c:pt idx="2272">
                  <c:v>28.3</c:v>
                </c:pt>
                <c:pt idx="2273">
                  <c:v>28.3</c:v>
                </c:pt>
                <c:pt idx="2274">
                  <c:v>28.3</c:v>
                </c:pt>
                <c:pt idx="2275">
                  <c:v>28.3</c:v>
                </c:pt>
                <c:pt idx="2276">
                  <c:v>28.3</c:v>
                </c:pt>
                <c:pt idx="2277">
                  <c:v>28.3</c:v>
                </c:pt>
                <c:pt idx="2278">
                  <c:v>28.3</c:v>
                </c:pt>
                <c:pt idx="2279">
                  <c:v>28.3</c:v>
                </c:pt>
                <c:pt idx="2280">
                  <c:v>28.3</c:v>
                </c:pt>
                <c:pt idx="2281">
                  <c:v>28.3</c:v>
                </c:pt>
                <c:pt idx="2282">
                  <c:v>43.7</c:v>
                </c:pt>
                <c:pt idx="2283">
                  <c:v>43.7</c:v>
                </c:pt>
                <c:pt idx="2284">
                  <c:v>43.7</c:v>
                </c:pt>
                <c:pt idx="2285">
                  <c:v>43.7</c:v>
                </c:pt>
                <c:pt idx="2286">
                  <c:v>43.7</c:v>
                </c:pt>
                <c:pt idx="2287">
                  <c:v>43.7</c:v>
                </c:pt>
                <c:pt idx="2288">
                  <c:v>43.7</c:v>
                </c:pt>
                <c:pt idx="2289">
                  <c:v>43.7</c:v>
                </c:pt>
                <c:pt idx="2290">
                  <c:v>43.7</c:v>
                </c:pt>
                <c:pt idx="2291">
                  <c:v>43.7</c:v>
                </c:pt>
                <c:pt idx="2292">
                  <c:v>43.7</c:v>
                </c:pt>
                <c:pt idx="2293">
                  <c:v>43.7</c:v>
                </c:pt>
                <c:pt idx="2294">
                  <c:v>43.7</c:v>
                </c:pt>
                <c:pt idx="2295">
                  <c:v>43.7</c:v>
                </c:pt>
                <c:pt idx="2296">
                  <c:v>43.7</c:v>
                </c:pt>
                <c:pt idx="2297">
                  <c:v>43.7</c:v>
                </c:pt>
                <c:pt idx="2298">
                  <c:v>43.7</c:v>
                </c:pt>
                <c:pt idx="2299">
                  <c:v>43.7</c:v>
                </c:pt>
                <c:pt idx="2300">
                  <c:v>43.7</c:v>
                </c:pt>
                <c:pt idx="2301">
                  <c:v>43.7</c:v>
                </c:pt>
                <c:pt idx="2302">
                  <c:v>43.7</c:v>
                </c:pt>
                <c:pt idx="2303">
                  <c:v>43.7</c:v>
                </c:pt>
                <c:pt idx="2304">
                  <c:v>43.7</c:v>
                </c:pt>
                <c:pt idx="2305">
                  <c:v>43.7</c:v>
                </c:pt>
                <c:pt idx="2306">
                  <c:v>43.7</c:v>
                </c:pt>
                <c:pt idx="2307">
                  <c:v>43.7</c:v>
                </c:pt>
                <c:pt idx="2308">
                  <c:v>43.7</c:v>
                </c:pt>
                <c:pt idx="2309">
                  <c:v>43.7</c:v>
                </c:pt>
                <c:pt idx="2310">
                  <c:v>43.7</c:v>
                </c:pt>
                <c:pt idx="2311">
                  <c:v>43.7</c:v>
                </c:pt>
                <c:pt idx="2312">
                  <c:v>43.7</c:v>
                </c:pt>
                <c:pt idx="2313">
                  <c:v>43.7</c:v>
                </c:pt>
                <c:pt idx="2314">
                  <c:v>43.7</c:v>
                </c:pt>
                <c:pt idx="2315">
                  <c:v>43.7</c:v>
                </c:pt>
                <c:pt idx="2316">
                  <c:v>43.7</c:v>
                </c:pt>
                <c:pt idx="2317">
                  <c:v>43.7</c:v>
                </c:pt>
                <c:pt idx="2318">
                  <c:v>43.7</c:v>
                </c:pt>
                <c:pt idx="2319">
                  <c:v>43.7</c:v>
                </c:pt>
                <c:pt idx="2320">
                  <c:v>43.7</c:v>
                </c:pt>
                <c:pt idx="2321">
                  <c:v>43.7</c:v>
                </c:pt>
                <c:pt idx="2322">
                  <c:v>43.7</c:v>
                </c:pt>
                <c:pt idx="2323">
                  <c:v>43.7</c:v>
                </c:pt>
                <c:pt idx="2324">
                  <c:v>43.7</c:v>
                </c:pt>
                <c:pt idx="2325">
                  <c:v>43.7</c:v>
                </c:pt>
                <c:pt idx="2326">
                  <c:v>43.7</c:v>
                </c:pt>
                <c:pt idx="2327">
                  <c:v>43.7</c:v>
                </c:pt>
                <c:pt idx="2328">
                  <c:v>43.7</c:v>
                </c:pt>
                <c:pt idx="2329">
                  <c:v>43.7</c:v>
                </c:pt>
                <c:pt idx="2330">
                  <c:v>43.7</c:v>
                </c:pt>
                <c:pt idx="2331">
                  <c:v>43.7</c:v>
                </c:pt>
                <c:pt idx="2332">
                  <c:v>43.7</c:v>
                </c:pt>
                <c:pt idx="2333">
                  <c:v>43.7</c:v>
                </c:pt>
                <c:pt idx="2334">
                  <c:v>43.7</c:v>
                </c:pt>
                <c:pt idx="2335">
                  <c:v>43.7</c:v>
                </c:pt>
                <c:pt idx="2336">
                  <c:v>43.7</c:v>
                </c:pt>
                <c:pt idx="2337">
                  <c:v>43.7</c:v>
                </c:pt>
                <c:pt idx="2338">
                  <c:v>43.7</c:v>
                </c:pt>
                <c:pt idx="2339">
                  <c:v>43.7</c:v>
                </c:pt>
                <c:pt idx="2340">
                  <c:v>43.7</c:v>
                </c:pt>
                <c:pt idx="2341">
                  <c:v>43.7</c:v>
                </c:pt>
                <c:pt idx="2342">
                  <c:v>43.7</c:v>
                </c:pt>
                <c:pt idx="2343">
                  <c:v>43.7</c:v>
                </c:pt>
                <c:pt idx="2344">
                  <c:v>43.7</c:v>
                </c:pt>
                <c:pt idx="2345">
                  <c:v>43.7</c:v>
                </c:pt>
                <c:pt idx="2346">
                  <c:v>43.7</c:v>
                </c:pt>
                <c:pt idx="2347">
                  <c:v>43.7</c:v>
                </c:pt>
                <c:pt idx="2348">
                  <c:v>43.7</c:v>
                </c:pt>
                <c:pt idx="2349">
                  <c:v>43.7</c:v>
                </c:pt>
                <c:pt idx="2350">
                  <c:v>43.7</c:v>
                </c:pt>
                <c:pt idx="2351">
                  <c:v>43.7</c:v>
                </c:pt>
                <c:pt idx="2352">
                  <c:v>43.7</c:v>
                </c:pt>
                <c:pt idx="2353">
                  <c:v>43.7</c:v>
                </c:pt>
                <c:pt idx="2354">
                  <c:v>43.7</c:v>
                </c:pt>
                <c:pt idx="2355">
                  <c:v>43.7</c:v>
                </c:pt>
                <c:pt idx="2356">
                  <c:v>43.7</c:v>
                </c:pt>
                <c:pt idx="2357">
                  <c:v>43.7</c:v>
                </c:pt>
                <c:pt idx="2358">
                  <c:v>43.7</c:v>
                </c:pt>
                <c:pt idx="2359">
                  <c:v>43.7</c:v>
                </c:pt>
                <c:pt idx="2360">
                  <c:v>43.7</c:v>
                </c:pt>
                <c:pt idx="2361">
                  <c:v>43.7</c:v>
                </c:pt>
                <c:pt idx="2362">
                  <c:v>43.7</c:v>
                </c:pt>
                <c:pt idx="2363">
                  <c:v>43.7</c:v>
                </c:pt>
                <c:pt idx="2364">
                  <c:v>43.7</c:v>
                </c:pt>
                <c:pt idx="2365">
                  <c:v>43.7</c:v>
                </c:pt>
                <c:pt idx="2366">
                  <c:v>43.7</c:v>
                </c:pt>
                <c:pt idx="2367">
                  <c:v>43.7</c:v>
                </c:pt>
                <c:pt idx="2368">
                  <c:v>43.7</c:v>
                </c:pt>
                <c:pt idx="2369">
                  <c:v>43.7</c:v>
                </c:pt>
                <c:pt idx="2370">
                  <c:v>43.7</c:v>
                </c:pt>
                <c:pt idx="2371">
                  <c:v>43.7</c:v>
                </c:pt>
                <c:pt idx="2372">
                  <c:v>43.7</c:v>
                </c:pt>
                <c:pt idx="2373">
                  <c:v>54.2</c:v>
                </c:pt>
                <c:pt idx="2374">
                  <c:v>54.2</c:v>
                </c:pt>
                <c:pt idx="2375">
                  <c:v>54.2</c:v>
                </c:pt>
                <c:pt idx="2376">
                  <c:v>54.2</c:v>
                </c:pt>
                <c:pt idx="2377">
                  <c:v>54.2</c:v>
                </c:pt>
                <c:pt idx="2378">
                  <c:v>54.2</c:v>
                </c:pt>
                <c:pt idx="2379">
                  <c:v>54.2</c:v>
                </c:pt>
                <c:pt idx="2380">
                  <c:v>54.2</c:v>
                </c:pt>
                <c:pt idx="2381">
                  <c:v>54.2</c:v>
                </c:pt>
                <c:pt idx="2382">
                  <c:v>54.2</c:v>
                </c:pt>
                <c:pt idx="2383">
                  <c:v>54.2</c:v>
                </c:pt>
                <c:pt idx="2384">
                  <c:v>54.2</c:v>
                </c:pt>
                <c:pt idx="2385">
                  <c:v>54.2</c:v>
                </c:pt>
                <c:pt idx="2386">
                  <c:v>54.2</c:v>
                </c:pt>
                <c:pt idx="2387">
                  <c:v>54.2</c:v>
                </c:pt>
                <c:pt idx="2388">
                  <c:v>54.2</c:v>
                </c:pt>
                <c:pt idx="2389">
                  <c:v>54.2</c:v>
                </c:pt>
                <c:pt idx="2390">
                  <c:v>54.2</c:v>
                </c:pt>
                <c:pt idx="2391">
                  <c:v>54.2</c:v>
                </c:pt>
                <c:pt idx="2392">
                  <c:v>54.2</c:v>
                </c:pt>
                <c:pt idx="2393">
                  <c:v>54.2</c:v>
                </c:pt>
                <c:pt idx="2394">
                  <c:v>54.2</c:v>
                </c:pt>
                <c:pt idx="2395">
                  <c:v>54.2</c:v>
                </c:pt>
                <c:pt idx="2396">
                  <c:v>54.2</c:v>
                </c:pt>
                <c:pt idx="2397">
                  <c:v>54.2</c:v>
                </c:pt>
                <c:pt idx="2398">
                  <c:v>54.2</c:v>
                </c:pt>
                <c:pt idx="2399">
                  <c:v>54.2</c:v>
                </c:pt>
                <c:pt idx="2400">
                  <c:v>54.2</c:v>
                </c:pt>
                <c:pt idx="2401">
                  <c:v>54.2</c:v>
                </c:pt>
                <c:pt idx="2402">
                  <c:v>54.2</c:v>
                </c:pt>
                <c:pt idx="2403">
                  <c:v>54.2</c:v>
                </c:pt>
                <c:pt idx="2404">
                  <c:v>54.2</c:v>
                </c:pt>
                <c:pt idx="2405">
                  <c:v>54.2</c:v>
                </c:pt>
                <c:pt idx="2406">
                  <c:v>54.2</c:v>
                </c:pt>
                <c:pt idx="2407">
                  <c:v>54.2</c:v>
                </c:pt>
                <c:pt idx="2408">
                  <c:v>54.2</c:v>
                </c:pt>
                <c:pt idx="2409">
                  <c:v>54.2</c:v>
                </c:pt>
                <c:pt idx="2410">
                  <c:v>54.2</c:v>
                </c:pt>
                <c:pt idx="2411">
                  <c:v>54.2</c:v>
                </c:pt>
                <c:pt idx="2412">
                  <c:v>54.2</c:v>
                </c:pt>
                <c:pt idx="2413">
                  <c:v>54.2</c:v>
                </c:pt>
                <c:pt idx="2414">
                  <c:v>54.2</c:v>
                </c:pt>
                <c:pt idx="2415">
                  <c:v>54.2</c:v>
                </c:pt>
                <c:pt idx="2416">
                  <c:v>54.2</c:v>
                </c:pt>
                <c:pt idx="2417">
                  <c:v>54.2</c:v>
                </c:pt>
                <c:pt idx="2418">
                  <c:v>54.2</c:v>
                </c:pt>
                <c:pt idx="2419">
                  <c:v>54.2</c:v>
                </c:pt>
                <c:pt idx="2420">
                  <c:v>54.2</c:v>
                </c:pt>
                <c:pt idx="2421">
                  <c:v>54.2</c:v>
                </c:pt>
                <c:pt idx="2422">
                  <c:v>54.2</c:v>
                </c:pt>
                <c:pt idx="2423">
                  <c:v>54.2</c:v>
                </c:pt>
                <c:pt idx="2424">
                  <c:v>54.2</c:v>
                </c:pt>
                <c:pt idx="2425">
                  <c:v>54.2</c:v>
                </c:pt>
                <c:pt idx="2426">
                  <c:v>54.2</c:v>
                </c:pt>
                <c:pt idx="2427">
                  <c:v>54.2</c:v>
                </c:pt>
                <c:pt idx="2428">
                  <c:v>54.2</c:v>
                </c:pt>
                <c:pt idx="2429">
                  <c:v>54.2</c:v>
                </c:pt>
                <c:pt idx="2430">
                  <c:v>54.2</c:v>
                </c:pt>
                <c:pt idx="2431">
                  <c:v>54.2</c:v>
                </c:pt>
                <c:pt idx="2432">
                  <c:v>54.2</c:v>
                </c:pt>
                <c:pt idx="2433">
                  <c:v>54.2</c:v>
                </c:pt>
                <c:pt idx="2434">
                  <c:v>54.2</c:v>
                </c:pt>
                <c:pt idx="2435">
                  <c:v>54.2</c:v>
                </c:pt>
                <c:pt idx="2436">
                  <c:v>54.2</c:v>
                </c:pt>
                <c:pt idx="2437">
                  <c:v>54.2</c:v>
                </c:pt>
                <c:pt idx="2438">
                  <c:v>54.2</c:v>
                </c:pt>
                <c:pt idx="2439">
                  <c:v>54.2</c:v>
                </c:pt>
                <c:pt idx="2440">
                  <c:v>54.2</c:v>
                </c:pt>
                <c:pt idx="2441">
                  <c:v>54.2</c:v>
                </c:pt>
                <c:pt idx="2442">
                  <c:v>54.2</c:v>
                </c:pt>
                <c:pt idx="2443">
                  <c:v>54.2</c:v>
                </c:pt>
                <c:pt idx="2444">
                  <c:v>54.2</c:v>
                </c:pt>
                <c:pt idx="2445">
                  <c:v>54.2</c:v>
                </c:pt>
                <c:pt idx="2446">
                  <c:v>54.2</c:v>
                </c:pt>
                <c:pt idx="2447">
                  <c:v>54.2</c:v>
                </c:pt>
                <c:pt idx="2448">
                  <c:v>54.2</c:v>
                </c:pt>
                <c:pt idx="2449">
                  <c:v>54.2</c:v>
                </c:pt>
                <c:pt idx="2450">
                  <c:v>54.2</c:v>
                </c:pt>
                <c:pt idx="2451">
                  <c:v>54.2</c:v>
                </c:pt>
                <c:pt idx="2452">
                  <c:v>54.2</c:v>
                </c:pt>
                <c:pt idx="2453">
                  <c:v>54.2</c:v>
                </c:pt>
                <c:pt idx="2454">
                  <c:v>54.2</c:v>
                </c:pt>
                <c:pt idx="2455">
                  <c:v>54.2</c:v>
                </c:pt>
                <c:pt idx="2456">
                  <c:v>54.2</c:v>
                </c:pt>
                <c:pt idx="2457">
                  <c:v>54.2</c:v>
                </c:pt>
                <c:pt idx="2458">
                  <c:v>54.2</c:v>
                </c:pt>
                <c:pt idx="2459">
                  <c:v>54.2</c:v>
                </c:pt>
                <c:pt idx="2460">
                  <c:v>54.2</c:v>
                </c:pt>
                <c:pt idx="2461">
                  <c:v>54.2</c:v>
                </c:pt>
                <c:pt idx="2462">
                  <c:v>54.2</c:v>
                </c:pt>
                <c:pt idx="2463">
                  <c:v>54.2</c:v>
                </c:pt>
                <c:pt idx="2464">
                  <c:v>54.2</c:v>
                </c:pt>
                <c:pt idx="2465">
                  <c:v>35.1</c:v>
                </c:pt>
                <c:pt idx="2466">
                  <c:v>35.1</c:v>
                </c:pt>
                <c:pt idx="2467">
                  <c:v>35.1</c:v>
                </c:pt>
                <c:pt idx="2468">
                  <c:v>35.1</c:v>
                </c:pt>
                <c:pt idx="2469">
                  <c:v>35.1</c:v>
                </c:pt>
                <c:pt idx="2470">
                  <c:v>35.1</c:v>
                </c:pt>
                <c:pt idx="2471">
                  <c:v>35.1</c:v>
                </c:pt>
                <c:pt idx="2472">
                  <c:v>35.1</c:v>
                </c:pt>
                <c:pt idx="2473">
                  <c:v>35.1</c:v>
                </c:pt>
                <c:pt idx="2474">
                  <c:v>35.1</c:v>
                </c:pt>
                <c:pt idx="2475">
                  <c:v>35.1</c:v>
                </c:pt>
                <c:pt idx="2476">
                  <c:v>35.1</c:v>
                </c:pt>
                <c:pt idx="2477">
                  <c:v>35.1</c:v>
                </c:pt>
                <c:pt idx="2478">
                  <c:v>35.1</c:v>
                </c:pt>
                <c:pt idx="2479">
                  <c:v>35.1</c:v>
                </c:pt>
                <c:pt idx="2480">
                  <c:v>35.1</c:v>
                </c:pt>
                <c:pt idx="2481">
                  <c:v>35.1</c:v>
                </c:pt>
                <c:pt idx="2482">
                  <c:v>35.1</c:v>
                </c:pt>
                <c:pt idx="2483">
                  <c:v>35.1</c:v>
                </c:pt>
                <c:pt idx="2484">
                  <c:v>35.1</c:v>
                </c:pt>
                <c:pt idx="2485">
                  <c:v>35.1</c:v>
                </c:pt>
                <c:pt idx="2486">
                  <c:v>35.1</c:v>
                </c:pt>
                <c:pt idx="2487">
                  <c:v>35.1</c:v>
                </c:pt>
                <c:pt idx="2488">
                  <c:v>35.1</c:v>
                </c:pt>
                <c:pt idx="2489">
                  <c:v>35.1</c:v>
                </c:pt>
                <c:pt idx="2490">
                  <c:v>35.1</c:v>
                </c:pt>
                <c:pt idx="2491">
                  <c:v>35.1</c:v>
                </c:pt>
                <c:pt idx="2492">
                  <c:v>35.1</c:v>
                </c:pt>
                <c:pt idx="2493">
                  <c:v>35.1</c:v>
                </c:pt>
                <c:pt idx="2494">
                  <c:v>35.1</c:v>
                </c:pt>
                <c:pt idx="2495">
                  <c:v>35.1</c:v>
                </c:pt>
                <c:pt idx="2496">
                  <c:v>35.1</c:v>
                </c:pt>
                <c:pt idx="2497">
                  <c:v>35.1</c:v>
                </c:pt>
                <c:pt idx="2498">
                  <c:v>35.1</c:v>
                </c:pt>
                <c:pt idx="2499">
                  <c:v>35.1</c:v>
                </c:pt>
                <c:pt idx="2500">
                  <c:v>35.1</c:v>
                </c:pt>
                <c:pt idx="2501">
                  <c:v>35.1</c:v>
                </c:pt>
                <c:pt idx="2502">
                  <c:v>35.1</c:v>
                </c:pt>
                <c:pt idx="2503">
                  <c:v>35.1</c:v>
                </c:pt>
                <c:pt idx="2504">
                  <c:v>35.1</c:v>
                </c:pt>
                <c:pt idx="2505">
                  <c:v>35.1</c:v>
                </c:pt>
                <c:pt idx="2506">
                  <c:v>35.1</c:v>
                </c:pt>
                <c:pt idx="2507">
                  <c:v>35.1</c:v>
                </c:pt>
                <c:pt idx="2508">
                  <c:v>35.1</c:v>
                </c:pt>
                <c:pt idx="2509">
                  <c:v>35.1</c:v>
                </c:pt>
                <c:pt idx="2510">
                  <c:v>35.1</c:v>
                </c:pt>
                <c:pt idx="2511">
                  <c:v>35.1</c:v>
                </c:pt>
                <c:pt idx="2512">
                  <c:v>35.1</c:v>
                </c:pt>
                <c:pt idx="2513">
                  <c:v>35.1</c:v>
                </c:pt>
                <c:pt idx="2514">
                  <c:v>35.1</c:v>
                </c:pt>
                <c:pt idx="2515">
                  <c:v>35.1</c:v>
                </c:pt>
                <c:pt idx="2516">
                  <c:v>35.1</c:v>
                </c:pt>
                <c:pt idx="2517">
                  <c:v>35.1</c:v>
                </c:pt>
                <c:pt idx="2518">
                  <c:v>35.1</c:v>
                </c:pt>
                <c:pt idx="2519">
                  <c:v>35.1</c:v>
                </c:pt>
                <c:pt idx="2520">
                  <c:v>35.1</c:v>
                </c:pt>
                <c:pt idx="2521">
                  <c:v>35.1</c:v>
                </c:pt>
                <c:pt idx="2522">
                  <c:v>35.1</c:v>
                </c:pt>
                <c:pt idx="2523">
                  <c:v>35.1</c:v>
                </c:pt>
                <c:pt idx="2524">
                  <c:v>35.1</c:v>
                </c:pt>
                <c:pt idx="2525">
                  <c:v>35.1</c:v>
                </c:pt>
                <c:pt idx="2526">
                  <c:v>35.1</c:v>
                </c:pt>
                <c:pt idx="2527">
                  <c:v>35.1</c:v>
                </c:pt>
                <c:pt idx="2528">
                  <c:v>35.1</c:v>
                </c:pt>
                <c:pt idx="2529">
                  <c:v>35.1</c:v>
                </c:pt>
                <c:pt idx="2530">
                  <c:v>35.1</c:v>
                </c:pt>
                <c:pt idx="2531">
                  <c:v>35.1</c:v>
                </c:pt>
                <c:pt idx="2532">
                  <c:v>35.1</c:v>
                </c:pt>
                <c:pt idx="2533">
                  <c:v>35.1</c:v>
                </c:pt>
                <c:pt idx="2534">
                  <c:v>35.1</c:v>
                </c:pt>
                <c:pt idx="2535">
                  <c:v>35.1</c:v>
                </c:pt>
                <c:pt idx="2536">
                  <c:v>35.1</c:v>
                </c:pt>
                <c:pt idx="2537">
                  <c:v>35.1</c:v>
                </c:pt>
                <c:pt idx="2538">
                  <c:v>35.1</c:v>
                </c:pt>
                <c:pt idx="2539">
                  <c:v>35.1</c:v>
                </c:pt>
                <c:pt idx="2540">
                  <c:v>35.1</c:v>
                </c:pt>
                <c:pt idx="2541">
                  <c:v>35.1</c:v>
                </c:pt>
                <c:pt idx="2542">
                  <c:v>35.1</c:v>
                </c:pt>
                <c:pt idx="2543">
                  <c:v>35.1</c:v>
                </c:pt>
                <c:pt idx="2544">
                  <c:v>35.1</c:v>
                </c:pt>
                <c:pt idx="2545">
                  <c:v>35.1</c:v>
                </c:pt>
                <c:pt idx="2546">
                  <c:v>35.1</c:v>
                </c:pt>
                <c:pt idx="2547">
                  <c:v>35.1</c:v>
                </c:pt>
                <c:pt idx="2548">
                  <c:v>35.1</c:v>
                </c:pt>
                <c:pt idx="2549">
                  <c:v>35.1</c:v>
                </c:pt>
                <c:pt idx="2550">
                  <c:v>35.1</c:v>
                </c:pt>
                <c:pt idx="2551">
                  <c:v>35.1</c:v>
                </c:pt>
                <c:pt idx="2552">
                  <c:v>35.1</c:v>
                </c:pt>
                <c:pt idx="2553">
                  <c:v>35.1</c:v>
                </c:pt>
                <c:pt idx="2554">
                  <c:v>35.1</c:v>
                </c:pt>
                <c:pt idx="2555">
                  <c:v>35.1</c:v>
                </c:pt>
                <c:pt idx="2556">
                  <c:v>35.1</c:v>
                </c:pt>
                <c:pt idx="2557">
                  <c:v>25.0</c:v>
                </c:pt>
                <c:pt idx="2558">
                  <c:v>25.0</c:v>
                </c:pt>
                <c:pt idx="2559">
                  <c:v>25.0</c:v>
                </c:pt>
                <c:pt idx="2560">
                  <c:v>25.0</c:v>
                </c:pt>
                <c:pt idx="2561">
                  <c:v>25.0</c:v>
                </c:pt>
                <c:pt idx="2562">
                  <c:v>25.0</c:v>
                </c:pt>
                <c:pt idx="2563">
                  <c:v>25.0</c:v>
                </c:pt>
                <c:pt idx="2564">
                  <c:v>25.0</c:v>
                </c:pt>
                <c:pt idx="2565">
                  <c:v>25.0</c:v>
                </c:pt>
                <c:pt idx="2566">
                  <c:v>25.0</c:v>
                </c:pt>
                <c:pt idx="2567">
                  <c:v>25.0</c:v>
                </c:pt>
                <c:pt idx="2568">
                  <c:v>25.0</c:v>
                </c:pt>
                <c:pt idx="2569">
                  <c:v>25.0</c:v>
                </c:pt>
                <c:pt idx="2570">
                  <c:v>25.0</c:v>
                </c:pt>
                <c:pt idx="2571">
                  <c:v>25.0</c:v>
                </c:pt>
                <c:pt idx="2572">
                  <c:v>25.0</c:v>
                </c:pt>
                <c:pt idx="2573">
                  <c:v>25.0</c:v>
                </c:pt>
                <c:pt idx="2574">
                  <c:v>25.0</c:v>
                </c:pt>
                <c:pt idx="2575">
                  <c:v>25.0</c:v>
                </c:pt>
                <c:pt idx="2576">
                  <c:v>25.0</c:v>
                </c:pt>
                <c:pt idx="2577">
                  <c:v>25.0</c:v>
                </c:pt>
                <c:pt idx="2578">
                  <c:v>25.0</c:v>
                </c:pt>
                <c:pt idx="2579">
                  <c:v>25.0</c:v>
                </c:pt>
                <c:pt idx="2580">
                  <c:v>25.0</c:v>
                </c:pt>
                <c:pt idx="2581">
                  <c:v>25.0</c:v>
                </c:pt>
                <c:pt idx="2582">
                  <c:v>25.0</c:v>
                </c:pt>
                <c:pt idx="2583">
                  <c:v>25.0</c:v>
                </c:pt>
                <c:pt idx="2584">
                  <c:v>25.0</c:v>
                </c:pt>
                <c:pt idx="2585">
                  <c:v>25.0</c:v>
                </c:pt>
                <c:pt idx="2586">
                  <c:v>25.0</c:v>
                </c:pt>
                <c:pt idx="2587">
                  <c:v>25.0</c:v>
                </c:pt>
                <c:pt idx="2588">
                  <c:v>25.0</c:v>
                </c:pt>
                <c:pt idx="2589">
                  <c:v>25.0</c:v>
                </c:pt>
                <c:pt idx="2590">
                  <c:v>25.0</c:v>
                </c:pt>
                <c:pt idx="2591">
                  <c:v>25.0</c:v>
                </c:pt>
                <c:pt idx="2592">
                  <c:v>25.0</c:v>
                </c:pt>
                <c:pt idx="2593">
                  <c:v>25.0</c:v>
                </c:pt>
                <c:pt idx="2594">
                  <c:v>25.0</c:v>
                </c:pt>
                <c:pt idx="2595">
                  <c:v>25.0</c:v>
                </c:pt>
                <c:pt idx="2596">
                  <c:v>25.0</c:v>
                </c:pt>
                <c:pt idx="2597">
                  <c:v>25.0</c:v>
                </c:pt>
                <c:pt idx="2598">
                  <c:v>25.0</c:v>
                </c:pt>
                <c:pt idx="2599">
                  <c:v>25.0</c:v>
                </c:pt>
                <c:pt idx="2600">
                  <c:v>25.0</c:v>
                </c:pt>
                <c:pt idx="2601">
                  <c:v>25.0</c:v>
                </c:pt>
                <c:pt idx="2602">
                  <c:v>25.0</c:v>
                </c:pt>
                <c:pt idx="2603">
                  <c:v>25.0</c:v>
                </c:pt>
                <c:pt idx="2604">
                  <c:v>25.0</c:v>
                </c:pt>
                <c:pt idx="2605">
                  <c:v>25.0</c:v>
                </c:pt>
                <c:pt idx="2606">
                  <c:v>25.0</c:v>
                </c:pt>
                <c:pt idx="2607">
                  <c:v>25.0</c:v>
                </c:pt>
                <c:pt idx="2608">
                  <c:v>25.0</c:v>
                </c:pt>
                <c:pt idx="2609">
                  <c:v>25.0</c:v>
                </c:pt>
                <c:pt idx="2610">
                  <c:v>25.0</c:v>
                </c:pt>
                <c:pt idx="2611">
                  <c:v>25.0</c:v>
                </c:pt>
                <c:pt idx="2612">
                  <c:v>25.0</c:v>
                </c:pt>
                <c:pt idx="2613">
                  <c:v>25.0</c:v>
                </c:pt>
                <c:pt idx="2614">
                  <c:v>25.0</c:v>
                </c:pt>
                <c:pt idx="2615">
                  <c:v>25.0</c:v>
                </c:pt>
                <c:pt idx="2616">
                  <c:v>25.0</c:v>
                </c:pt>
                <c:pt idx="2617">
                  <c:v>25.0</c:v>
                </c:pt>
                <c:pt idx="2618">
                  <c:v>25.0</c:v>
                </c:pt>
                <c:pt idx="2619">
                  <c:v>25.0</c:v>
                </c:pt>
                <c:pt idx="2620">
                  <c:v>25.0</c:v>
                </c:pt>
                <c:pt idx="2621">
                  <c:v>25.0</c:v>
                </c:pt>
                <c:pt idx="2622">
                  <c:v>25.0</c:v>
                </c:pt>
                <c:pt idx="2623">
                  <c:v>25.0</c:v>
                </c:pt>
                <c:pt idx="2624">
                  <c:v>25.0</c:v>
                </c:pt>
                <c:pt idx="2625">
                  <c:v>25.0</c:v>
                </c:pt>
                <c:pt idx="2626">
                  <c:v>25.0</c:v>
                </c:pt>
                <c:pt idx="2627">
                  <c:v>25.0</c:v>
                </c:pt>
                <c:pt idx="2628">
                  <c:v>25.0</c:v>
                </c:pt>
                <c:pt idx="2629">
                  <c:v>25.0</c:v>
                </c:pt>
                <c:pt idx="2630">
                  <c:v>25.0</c:v>
                </c:pt>
                <c:pt idx="2631">
                  <c:v>25.0</c:v>
                </c:pt>
                <c:pt idx="2632">
                  <c:v>25.0</c:v>
                </c:pt>
                <c:pt idx="2633">
                  <c:v>25.0</c:v>
                </c:pt>
                <c:pt idx="2634">
                  <c:v>25.0</c:v>
                </c:pt>
                <c:pt idx="2635">
                  <c:v>25.0</c:v>
                </c:pt>
                <c:pt idx="2636">
                  <c:v>25.0</c:v>
                </c:pt>
                <c:pt idx="2637">
                  <c:v>25.0</c:v>
                </c:pt>
                <c:pt idx="2638">
                  <c:v>25.0</c:v>
                </c:pt>
                <c:pt idx="2639">
                  <c:v>25.0</c:v>
                </c:pt>
                <c:pt idx="2640">
                  <c:v>25.0</c:v>
                </c:pt>
                <c:pt idx="2641">
                  <c:v>25.0</c:v>
                </c:pt>
                <c:pt idx="2642">
                  <c:v>25.0</c:v>
                </c:pt>
                <c:pt idx="2643">
                  <c:v>25.0</c:v>
                </c:pt>
                <c:pt idx="2644">
                  <c:v>25.0</c:v>
                </c:pt>
                <c:pt idx="2645">
                  <c:v>25.0</c:v>
                </c:pt>
                <c:pt idx="2646">
                  <c:v>25.0</c:v>
                </c:pt>
                <c:pt idx="2647">
                  <c:v>55.3</c:v>
                </c:pt>
                <c:pt idx="2648">
                  <c:v>55.3</c:v>
                </c:pt>
                <c:pt idx="2649">
                  <c:v>55.3</c:v>
                </c:pt>
                <c:pt idx="2650">
                  <c:v>55.3</c:v>
                </c:pt>
                <c:pt idx="2651">
                  <c:v>55.3</c:v>
                </c:pt>
                <c:pt idx="2652">
                  <c:v>55.3</c:v>
                </c:pt>
                <c:pt idx="2653">
                  <c:v>55.3</c:v>
                </c:pt>
                <c:pt idx="2654">
                  <c:v>55.3</c:v>
                </c:pt>
                <c:pt idx="2655">
                  <c:v>55.3</c:v>
                </c:pt>
                <c:pt idx="2656">
                  <c:v>55.3</c:v>
                </c:pt>
                <c:pt idx="2657">
                  <c:v>55.3</c:v>
                </c:pt>
                <c:pt idx="2658">
                  <c:v>55.3</c:v>
                </c:pt>
                <c:pt idx="2659">
                  <c:v>55.3</c:v>
                </c:pt>
                <c:pt idx="2660">
                  <c:v>55.3</c:v>
                </c:pt>
                <c:pt idx="2661">
                  <c:v>55.3</c:v>
                </c:pt>
                <c:pt idx="2662">
                  <c:v>55.3</c:v>
                </c:pt>
                <c:pt idx="2663">
                  <c:v>55.3</c:v>
                </c:pt>
                <c:pt idx="2664">
                  <c:v>55.3</c:v>
                </c:pt>
                <c:pt idx="2665">
                  <c:v>55.3</c:v>
                </c:pt>
                <c:pt idx="2666">
                  <c:v>55.3</c:v>
                </c:pt>
                <c:pt idx="2667">
                  <c:v>55.3</c:v>
                </c:pt>
                <c:pt idx="2668">
                  <c:v>55.3</c:v>
                </c:pt>
                <c:pt idx="2669">
                  <c:v>55.3</c:v>
                </c:pt>
                <c:pt idx="2670">
                  <c:v>55.3</c:v>
                </c:pt>
                <c:pt idx="2671">
                  <c:v>55.3</c:v>
                </c:pt>
                <c:pt idx="2672">
                  <c:v>55.3</c:v>
                </c:pt>
                <c:pt idx="2673">
                  <c:v>55.3</c:v>
                </c:pt>
                <c:pt idx="2674">
                  <c:v>55.3</c:v>
                </c:pt>
                <c:pt idx="2675">
                  <c:v>55.3</c:v>
                </c:pt>
                <c:pt idx="2676">
                  <c:v>55.3</c:v>
                </c:pt>
                <c:pt idx="2677">
                  <c:v>55.3</c:v>
                </c:pt>
                <c:pt idx="2678">
                  <c:v>55.3</c:v>
                </c:pt>
                <c:pt idx="2679">
                  <c:v>55.3</c:v>
                </c:pt>
                <c:pt idx="2680">
                  <c:v>55.3</c:v>
                </c:pt>
                <c:pt idx="2681">
                  <c:v>55.3</c:v>
                </c:pt>
                <c:pt idx="2682">
                  <c:v>55.3</c:v>
                </c:pt>
                <c:pt idx="2683">
                  <c:v>55.3</c:v>
                </c:pt>
                <c:pt idx="2684">
                  <c:v>55.3</c:v>
                </c:pt>
                <c:pt idx="2685">
                  <c:v>55.3</c:v>
                </c:pt>
                <c:pt idx="2686">
                  <c:v>55.3</c:v>
                </c:pt>
                <c:pt idx="2687">
                  <c:v>55.3</c:v>
                </c:pt>
                <c:pt idx="2688">
                  <c:v>55.3</c:v>
                </c:pt>
                <c:pt idx="2689">
                  <c:v>55.3</c:v>
                </c:pt>
                <c:pt idx="2690">
                  <c:v>55.3</c:v>
                </c:pt>
                <c:pt idx="2691">
                  <c:v>55.3</c:v>
                </c:pt>
                <c:pt idx="2692">
                  <c:v>55.3</c:v>
                </c:pt>
                <c:pt idx="2693">
                  <c:v>55.3</c:v>
                </c:pt>
                <c:pt idx="2694">
                  <c:v>55.3</c:v>
                </c:pt>
                <c:pt idx="2695">
                  <c:v>55.3</c:v>
                </c:pt>
                <c:pt idx="2696">
                  <c:v>55.3</c:v>
                </c:pt>
                <c:pt idx="2697">
                  <c:v>55.3</c:v>
                </c:pt>
                <c:pt idx="2698">
                  <c:v>55.3</c:v>
                </c:pt>
                <c:pt idx="2699">
                  <c:v>55.3</c:v>
                </c:pt>
                <c:pt idx="2700">
                  <c:v>55.3</c:v>
                </c:pt>
                <c:pt idx="2701">
                  <c:v>55.3</c:v>
                </c:pt>
                <c:pt idx="2702">
                  <c:v>55.3</c:v>
                </c:pt>
                <c:pt idx="2703">
                  <c:v>55.3</c:v>
                </c:pt>
                <c:pt idx="2704">
                  <c:v>55.3</c:v>
                </c:pt>
                <c:pt idx="2705">
                  <c:v>55.3</c:v>
                </c:pt>
                <c:pt idx="2706">
                  <c:v>55.3</c:v>
                </c:pt>
                <c:pt idx="2707">
                  <c:v>55.3</c:v>
                </c:pt>
                <c:pt idx="2708">
                  <c:v>55.3</c:v>
                </c:pt>
                <c:pt idx="2709">
                  <c:v>55.3</c:v>
                </c:pt>
                <c:pt idx="2710">
                  <c:v>55.3</c:v>
                </c:pt>
                <c:pt idx="2711">
                  <c:v>55.3</c:v>
                </c:pt>
                <c:pt idx="2712">
                  <c:v>55.3</c:v>
                </c:pt>
                <c:pt idx="2713">
                  <c:v>55.3</c:v>
                </c:pt>
                <c:pt idx="2714">
                  <c:v>55.3</c:v>
                </c:pt>
                <c:pt idx="2715">
                  <c:v>55.3</c:v>
                </c:pt>
                <c:pt idx="2716">
                  <c:v>55.3</c:v>
                </c:pt>
                <c:pt idx="2717">
                  <c:v>55.3</c:v>
                </c:pt>
                <c:pt idx="2718">
                  <c:v>55.3</c:v>
                </c:pt>
                <c:pt idx="2719">
                  <c:v>55.3</c:v>
                </c:pt>
                <c:pt idx="2720">
                  <c:v>55.3</c:v>
                </c:pt>
                <c:pt idx="2721">
                  <c:v>55.3</c:v>
                </c:pt>
                <c:pt idx="2722">
                  <c:v>55.3</c:v>
                </c:pt>
                <c:pt idx="2723">
                  <c:v>55.3</c:v>
                </c:pt>
                <c:pt idx="2724">
                  <c:v>55.3</c:v>
                </c:pt>
                <c:pt idx="2725">
                  <c:v>55.3</c:v>
                </c:pt>
                <c:pt idx="2726">
                  <c:v>55.3</c:v>
                </c:pt>
                <c:pt idx="2727">
                  <c:v>55.3</c:v>
                </c:pt>
                <c:pt idx="2728">
                  <c:v>55.3</c:v>
                </c:pt>
                <c:pt idx="2729">
                  <c:v>55.3</c:v>
                </c:pt>
                <c:pt idx="2730">
                  <c:v>55.3</c:v>
                </c:pt>
                <c:pt idx="2731">
                  <c:v>55.3</c:v>
                </c:pt>
                <c:pt idx="2732">
                  <c:v>55.3</c:v>
                </c:pt>
                <c:pt idx="2733">
                  <c:v>55.3</c:v>
                </c:pt>
                <c:pt idx="2734">
                  <c:v>55.3</c:v>
                </c:pt>
                <c:pt idx="2735">
                  <c:v>55.3</c:v>
                </c:pt>
                <c:pt idx="2736">
                  <c:v>55.3</c:v>
                </c:pt>
                <c:pt idx="2737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0"/>
              </c:strCache>
            </c:strRef>
          </c:cat>
          <c:val>
            <c:numRef>
              <c:f>G1_SolarPeak!$M$2:$M$6210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solar share of peak hour (%)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Jan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Line_Window!$CB$2:$CB$25</c:f>
              <c:numCache>
                <c:formatCode>General</c:formatCode>
                <c:ptCount val="24"/>
                <c:pt idx="0">
                  <c:v>85.59</c:v>
                </c:pt>
                <c:pt idx="1">
                  <c:v>82.18</c:v>
                </c:pt>
                <c:pt idx="2">
                  <c:v>80.36</c:v>
                </c:pt>
                <c:pt idx="3">
                  <c:v>81.73</c:v>
                </c:pt>
                <c:pt idx="4">
                  <c:v>87.63</c:v>
                </c:pt>
                <c:pt idx="5">
                  <c:v>102.13</c:v>
                </c:pt>
                <c:pt idx="6">
                  <c:v>127.19</c:v>
                </c:pt>
                <c:pt idx="7">
                  <c:v>151.04</c:v>
                </c:pt>
                <c:pt idx="8">
                  <c:v>136.53</c:v>
                </c:pt>
                <c:pt idx="9">
                  <c:v>122.9</c:v>
                </c:pt>
                <c:pt idx="10">
                  <c:v>113.51</c:v>
                </c:pt>
                <c:pt idx="11">
                  <c:v>107.55</c:v>
                </c:pt>
                <c:pt idx="12">
                  <c:v>106.49</c:v>
                </c:pt>
                <c:pt idx="13">
                  <c:v>110.83</c:v>
                </c:pt>
                <c:pt idx="14">
                  <c:v>126.53</c:v>
                </c:pt>
                <c:pt idx="15">
                  <c:v>141.56</c:v>
                </c:pt>
                <c:pt idx="16">
                  <c:v>162.17</c:v>
                </c:pt>
                <c:pt idx="17">
                  <c:v>154.3</c:v>
                </c:pt>
                <c:pt idx="18">
                  <c:v>138.4</c:v>
                </c:pt>
                <c:pt idx="19">
                  <c:v>121.49</c:v>
                </c:pt>
                <c:pt idx="20">
                  <c:v>109.97</c:v>
                </c:pt>
                <c:pt idx="21">
                  <c:v>105.44</c:v>
                </c:pt>
                <c:pt idx="22">
                  <c:v>93.76</c:v>
                </c:pt>
                <c:pt idx="23">
                  <c:v>94.44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Feb</c:v>
          </c:tx>
          <c:spPr>
            <a:ln w="22000">
              <a:solidFill>
                <a:srgbClr val="3B598C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Line_Window!$CC$2:$CC$25</c:f>
              <c:numCache>
                <c:formatCode>General</c:formatCode>
                <c:ptCount val="24"/>
                <c:pt idx="0">
                  <c:v>108.98</c:v>
                </c:pt>
                <c:pt idx="1">
                  <c:v>106.42</c:v>
                </c:pt>
                <c:pt idx="2">
                  <c:v>104.47</c:v>
                </c:pt>
                <c:pt idx="3">
                  <c:v>106.47</c:v>
                </c:pt>
                <c:pt idx="4">
                  <c:v>110.28</c:v>
                </c:pt>
                <c:pt idx="5">
                  <c:v>125.37</c:v>
                </c:pt>
                <c:pt idx="6">
                  <c:v>151.48</c:v>
                </c:pt>
                <c:pt idx="7">
                  <c:v>165.83</c:v>
                </c:pt>
                <c:pt idx="8">
                  <c:v>144.35</c:v>
                </c:pt>
                <c:pt idx="9">
                  <c:v>125.57</c:v>
                </c:pt>
                <c:pt idx="10">
                  <c:v>113.85</c:v>
                </c:pt>
                <c:pt idx="11">
                  <c:v>107.68</c:v>
                </c:pt>
                <c:pt idx="12">
                  <c:v>107.43</c:v>
                </c:pt>
                <c:pt idx="13">
                  <c:v>113.07</c:v>
                </c:pt>
                <c:pt idx="14">
                  <c:v>124.79</c:v>
                </c:pt>
                <c:pt idx="15">
                  <c:v>142.01</c:v>
                </c:pt>
                <c:pt idx="16">
                  <c:v>164.93</c:v>
                </c:pt>
                <c:pt idx="17">
                  <c:v>172.99</c:v>
                </c:pt>
                <c:pt idx="18">
                  <c:v>161.08</c:v>
                </c:pt>
                <c:pt idx="19">
                  <c:v>143.7</c:v>
                </c:pt>
                <c:pt idx="20">
                  <c:v>129.95</c:v>
                </c:pt>
                <c:pt idx="21">
                  <c:v>124.96</c:v>
                </c:pt>
                <c:pt idx="22">
                  <c:v>115.79</c:v>
                </c:pt>
                <c:pt idx="23">
                  <c:v>112.77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Mar</c:v>
          </c:tx>
          <c:spPr>
            <a:ln w="22000">
              <a:solidFill>
                <a:srgbClr val="497499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Line_Window!$CD$2:$CD$25</c:f>
              <c:numCache>
                <c:formatCode>General</c:formatCode>
                <c:ptCount val="24"/>
                <c:pt idx="0">
                  <c:v>90.12</c:v>
                </c:pt>
                <c:pt idx="1">
                  <c:v>88.17</c:v>
                </c:pt>
                <c:pt idx="2">
                  <c:v>87.03</c:v>
                </c:pt>
                <c:pt idx="3">
                  <c:v>89.15</c:v>
                </c:pt>
                <c:pt idx="4">
                  <c:v>98.04</c:v>
                </c:pt>
                <c:pt idx="5">
                  <c:v>118.95</c:v>
                </c:pt>
                <c:pt idx="6">
                  <c:v>127.16</c:v>
                </c:pt>
                <c:pt idx="7">
                  <c:v>109.53</c:v>
                </c:pt>
                <c:pt idx="8">
                  <c:v>85.65</c:v>
                </c:pt>
                <c:pt idx="9">
                  <c:v>60.76</c:v>
                </c:pt>
                <c:pt idx="10">
                  <c:v>43.27</c:v>
                </c:pt>
                <c:pt idx="11">
                  <c:v>36.49</c:v>
                </c:pt>
                <c:pt idx="12">
                  <c:v>31.69</c:v>
                </c:pt>
                <c:pt idx="13">
                  <c:v>41.59</c:v>
                </c:pt>
                <c:pt idx="14">
                  <c:v>68.58</c:v>
                </c:pt>
                <c:pt idx="15">
                  <c:v>97.27</c:v>
                </c:pt>
                <c:pt idx="16">
                  <c:v>130.86</c:v>
                </c:pt>
                <c:pt idx="17">
                  <c:v>164.98</c:v>
                </c:pt>
                <c:pt idx="18">
                  <c:v>156.22</c:v>
                </c:pt>
                <c:pt idx="19">
                  <c:v>132.12</c:v>
                </c:pt>
                <c:pt idx="20">
                  <c:v>114.94</c:v>
                </c:pt>
                <c:pt idx="21">
                  <c:v>106.91</c:v>
                </c:pt>
                <c:pt idx="22">
                  <c:v>98.08</c:v>
                </c:pt>
                <c:pt idx="23">
                  <c:v>95.07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Apr</c:v>
          </c:tx>
          <c:spPr>
            <a:ln w="22000">
              <a:solidFill>
                <a:srgbClr val="568FA5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Line_Window!$CE$2:$CE$25</c:f>
              <c:numCache>
                <c:formatCode>General</c:formatCode>
                <c:ptCount val="24"/>
                <c:pt idx="0">
                  <c:v>82.49</c:v>
                </c:pt>
                <c:pt idx="1">
                  <c:v>81.95</c:v>
                </c:pt>
                <c:pt idx="2">
                  <c:v>83.44</c:v>
                </c:pt>
                <c:pt idx="3">
                  <c:v>91.3</c:v>
                </c:pt>
                <c:pt idx="4">
                  <c:v>110.23</c:v>
                </c:pt>
                <c:pt idx="5">
                  <c:v>124.03</c:v>
                </c:pt>
                <c:pt idx="6">
                  <c:v>105.41</c:v>
                </c:pt>
                <c:pt idx="7">
                  <c:v>76.52</c:v>
                </c:pt>
                <c:pt idx="8">
                  <c:v>50.32</c:v>
                </c:pt>
                <c:pt idx="9">
                  <c:v>32.54</c:v>
                </c:pt>
                <c:pt idx="10">
                  <c:v>15.27</c:v>
                </c:pt>
                <c:pt idx="11">
                  <c:v>3.01</c:v>
                </c:pt>
                <c:pt idx="12">
                  <c:v>4.17</c:v>
                </c:pt>
                <c:pt idx="13">
                  <c:v>20.15</c:v>
                </c:pt>
                <c:pt idx="14">
                  <c:v>38.34</c:v>
                </c:pt>
                <c:pt idx="15">
                  <c:v>70.05</c:v>
                </c:pt>
                <c:pt idx="16">
                  <c:v>107.61</c:v>
                </c:pt>
                <c:pt idx="17">
                  <c:v>138.62</c:v>
                </c:pt>
                <c:pt idx="18">
                  <c:v>144.38</c:v>
                </c:pt>
                <c:pt idx="19">
                  <c:v>118.3</c:v>
                </c:pt>
                <c:pt idx="20">
                  <c:v>104.39</c:v>
                </c:pt>
                <c:pt idx="21">
                  <c:v>93.56</c:v>
                </c:pt>
                <c:pt idx="22">
                  <c:v>89.93</c:v>
                </c:pt>
                <c:pt idx="23">
                  <c:v>84.19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v>May</c:v>
          </c:tx>
          <c:spPr>
            <a:ln w="22000">
              <a:solidFill>
                <a:srgbClr val="69A1A5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Line_Window!$CF$2:$CF$25</c:f>
              <c:numCache>
                <c:formatCode>General</c:formatCode>
                <c:ptCount val="24"/>
                <c:pt idx="0">
                  <c:v>81.33</c:v>
                </c:pt>
                <c:pt idx="1">
                  <c:v>80.45</c:v>
                </c:pt>
                <c:pt idx="2">
                  <c:v>82.67</c:v>
                </c:pt>
                <c:pt idx="3">
                  <c:v>88.65</c:v>
                </c:pt>
                <c:pt idx="4">
                  <c:v>101.3</c:v>
                </c:pt>
                <c:pt idx="5">
                  <c:v>101.6</c:v>
                </c:pt>
                <c:pt idx="6">
                  <c:v>83.81</c:v>
                </c:pt>
                <c:pt idx="7">
                  <c:v>53.47</c:v>
                </c:pt>
                <c:pt idx="8">
                  <c:v>24.37</c:v>
                </c:pt>
                <c:pt idx="9">
                  <c:v>10.25</c:v>
                </c:pt>
                <c:pt idx="10">
                  <c:v>-3.64</c:v>
                </c:pt>
                <c:pt idx="11">
                  <c:v>-12.15</c:v>
                </c:pt>
                <c:pt idx="12">
                  <c:v>-10.12</c:v>
                </c:pt>
                <c:pt idx="13">
                  <c:v>2.83</c:v>
                </c:pt>
                <c:pt idx="14">
                  <c:v>20.27</c:v>
                </c:pt>
                <c:pt idx="15">
                  <c:v>48.48</c:v>
                </c:pt>
                <c:pt idx="16">
                  <c:v>89.62</c:v>
                </c:pt>
                <c:pt idx="17">
                  <c:v>117.37</c:v>
                </c:pt>
                <c:pt idx="18">
                  <c:v>145.18</c:v>
                </c:pt>
                <c:pt idx="19">
                  <c:v>128.36</c:v>
                </c:pt>
                <c:pt idx="20">
                  <c:v>110.03</c:v>
                </c:pt>
                <c:pt idx="21">
                  <c:v>95.93</c:v>
                </c:pt>
                <c:pt idx="22">
                  <c:v>91.23</c:v>
                </c:pt>
                <c:pt idx="23">
                  <c:v>84.48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v>Jun</c:v>
          </c:tx>
          <c:spPr>
            <a:ln w="22000">
              <a:solidFill>
                <a:srgbClr val="87A08C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Line_Window!$CG$2:$CG$25</c:f>
              <c:numCache>
                <c:formatCode>General</c:formatCode>
                <c:ptCount val="24"/>
                <c:pt idx="0">
                  <c:v>79.79</c:v>
                </c:pt>
                <c:pt idx="1">
                  <c:v>78.16</c:v>
                </c:pt>
                <c:pt idx="2">
                  <c:v>79.13</c:v>
                </c:pt>
                <c:pt idx="3">
                  <c:v>83.72</c:v>
                </c:pt>
                <c:pt idx="4">
                  <c:v>92.04</c:v>
                </c:pt>
                <c:pt idx="5">
                  <c:v>86.89</c:v>
                </c:pt>
                <c:pt idx="6">
                  <c:v>71.39</c:v>
                </c:pt>
                <c:pt idx="7">
                  <c:v>43.5</c:v>
                </c:pt>
                <c:pt idx="8">
                  <c:v>20.36</c:v>
                </c:pt>
                <c:pt idx="9">
                  <c:v>7.7</c:v>
                </c:pt>
                <c:pt idx="10">
                  <c:v>-2.04</c:v>
                </c:pt>
                <c:pt idx="11">
                  <c:v>-10.09</c:v>
                </c:pt>
                <c:pt idx="12">
                  <c:v>-10.45</c:v>
                </c:pt>
                <c:pt idx="13">
                  <c:v>-1.62</c:v>
                </c:pt>
                <c:pt idx="14">
                  <c:v>11.14</c:v>
                </c:pt>
                <c:pt idx="15">
                  <c:v>41.59</c:v>
                </c:pt>
                <c:pt idx="16">
                  <c:v>78.67</c:v>
                </c:pt>
                <c:pt idx="17">
                  <c:v>107.69</c:v>
                </c:pt>
                <c:pt idx="18">
                  <c:v>143.12</c:v>
                </c:pt>
                <c:pt idx="19">
                  <c:v>143.15</c:v>
                </c:pt>
                <c:pt idx="20">
                  <c:v>118.92</c:v>
                </c:pt>
                <c:pt idx="21">
                  <c:v>99.88</c:v>
                </c:pt>
                <c:pt idx="22">
                  <c:v>90.62</c:v>
                </c:pt>
                <c:pt idx="23">
                  <c:v>83.39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6"/>
          <c:order val="6"/>
          <c:tx>
            <c:v>Jul</c:v>
          </c:tx>
          <c:spPr>
            <a:ln w="22000">
              <a:solidFill>
                <a:srgbClr val="A4A074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Line_Window!$CH$2:$CH$25</c:f>
              <c:numCache>
                <c:formatCode>General</c:formatCode>
                <c:ptCount val="24"/>
                <c:pt idx="0">
                  <c:v>91.22</c:v>
                </c:pt>
                <c:pt idx="1">
                  <c:v>89.35</c:v>
                </c:pt>
                <c:pt idx="2">
                  <c:v>90.16</c:v>
                </c:pt>
                <c:pt idx="3">
                  <c:v>94.7</c:v>
                </c:pt>
                <c:pt idx="4">
                  <c:v>104.92</c:v>
                </c:pt>
                <c:pt idx="5">
                  <c:v>105.41</c:v>
                </c:pt>
                <c:pt idx="6">
                  <c:v>100.08</c:v>
                </c:pt>
                <c:pt idx="7">
                  <c:v>83.98</c:v>
                </c:pt>
                <c:pt idx="8">
                  <c:v>68.65</c:v>
                </c:pt>
                <c:pt idx="9">
                  <c:v>58.29</c:v>
                </c:pt>
                <c:pt idx="10">
                  <c:v>46.74</c:v>
                </c:pt>
                <c:pt idx="11">
                  <c:v>37.76</c:v>
                </c:pt>
                <c:pt idx="12">
                  <c:v>34.96</c:v>
                </c:pt>
                <c:pt idx="13">
                  <c:v>43.45</c:v>
                </c:pt>
                <c:pt idx="14">
                  <c:v>59.61</c:v>
                </c:pt>
                <c:pt idx="15">
                  <c:v>81.27</c:v>
                </c:pt>
                <c:pt idx="16">
                  <c:v>97.09</c:v>
                </c:pt>
                <c:pt idx="17">
                  <c:v>117.32</c:v>
                </c:pt>
                <c:pt idx="18">
                  <c:v>137.6</c:v>
                </c:pt>
                <c:pt idx="19">
                  <c:v>137.74</c:v>
                </c:pt>
                <c:pt idx="20">
                  <c:v>121.88</c:v>
                </c:pt>
                <c:pt idx="21">
                  <c:v>107.74</c:v>
                </c:pt>
                <c:pt idx="22">
                  <c:v>101.87</c:v>
                </c:pt>
                <c:pt idx="23">
                  <c:v>95.21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7"/>
          <c:order val="7"/>
          <c:tx>
            <c:v>Aug</c:v>
          </c:tx>
          <c:spPr>
            <a:ln w="22000">
              <a:solidFill>
                <a:srgbClr val="C29F5B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Line_Window!$CI$2:$CI$25</c:f>
              <c:numCache>
                <c:formatCode>General</c:formatCode>
                <c:ptCount val="24"/>
                <c:pt idx="0">
                  <c:v>83.49</c:v>
                </c:pt>
                <c:pt idx="1">
                  <c:v>81.99</c:v>
                </c:pt>
                <c:pt idx="2">
                  <c:v>84.29</c:v>
                </c:pt>
                <c:pt idx="3">
                  <c:v>91.66</c:v>
                </c:pt>
                <c:pt idx="4">
                  <c:v>101.38</c:v>
                </c:pt>
                <c:pt idx="5">
                  <c:v>101.94</c:v>
                </c:pt>
                <c:pt idx="6">
                  <c:v>90.5</c:v>
                </c:pt>
                <c:pt idx="7">
                  <c:v>69.51</c:v>
                </c:pt>
                <c:pt idx="8">
                  <c:v>49.58</c:v>
                </c:pt>
                <c:pt idx="9">
                  <c:v>31.17</c:v>
                </c:pt>
                <c:pt idx="10">
                  <c:v>19.29</c:v>
                </c:pt>
                <c:pt idx="11">
                  <c:v>12.42</c:v>
                </c:pt>
                <c:pt idx="12">
                  <c:v>14.06</c:v>
                </c:pt>
                <c:pt idx="13">
                  <c:v>24.93</c:v>
                </c:pt>
                <c:pt idx="14">
                  <c:v>39.34</c:v>
                </c:pt>
                <c:pt idx="15">
                  <c:v>72.14</c:v>
                </c:pt>
                <c:pt idx="16">
                  <c:v>100.64</c:v>
                </c:pt>
                <c:pt idx="17">
                  <c:v>133.32</c:v>
                </c:pt>
                <c:pt idx="18">
                  <c:v>144.5</c:v>
                </c:pt>
                <c:pt idx="19">
                  <c:v>121.17</c:v>
                </c:pt>
                <c:pt idx="20">
                  <c:v>106.01</c:v>
                </c:pt>
                <c:pt idx="21">
                  <c:v>95.75</c:v>
                </c:pt>
                <c:pt idx="22">
                  <c:v>91.49</c:v>
                </c:pt>
                <c:pt idx="23">
                  <c:v>85.94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8"/>
          <c:order val="8"/>
          <c:tx>
            <c:v>Sep</c:v>
          </c:tx>
          <c:spPr>
            <a:ln w="22000">
              <a:solidFill>
                <a:srgbClr val="C08850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Line_Window!$CJ$2:$CJ$25</c:f>
              <c:numCache>
                <c:formatCode>General</c:formatCode>
                <c:ptCount val="24"/>
                <c:pt idx="0">
                  <c:v>69.63</c:v>
                </c:pt>
                <c:pt idx="1">
                  <c:v>69.13</c:v>
                </c:pt>
                <c:pt idx="2">
                  <c:v>72.35</c:v>
                </c:pt>
                <c:pt idx="3">
                  <c:v>81.09</c:v>
                </c:pt>
                <c:pt idx="4">
                  <c:v>101.7</c:v>
                </c:pt>
                <c:pt idx="5">
                  <c:v>125.51</c:v>
                </c:pt>
                <c:pt idx="6">
                  <c:v>110.38</c:v>
                </c:pt>
                <c:pt idx="7">
                  <c:v>84.41</c:v>
                </c:pt>
                <c:pt idx="8">
                  <c:v>59.87</c:v>
                </c:pt>
                <c:pt idx="9">
                  <c:v>41.91</c:v>
                </c:pt>
                <c:pt idx="10">
                  <c:v>30.57</c:v>
                </c:pt>
                <c:pt idx="11">
                  <c:v>25.52</c:v>
                </c:pt>
                <c:pt idx="12">
                  <c:v>29.07</c:v>
                </c:pt>
                <c:pt idx="13">
                  <c:v>39.96</c:v>
                </c:pt>
                <c:pt idx="14">
                  <c:v>57.64</c:v>
                </c:pt>
                <c:pt idx="15">
                  <c:v>91.49</c:v>
                </c:pt>
                <c:pt idx="16">
                  <c:v>142.1</c:v>
                </c:pt>
                <c:pt idx="17">
                  <c:v>196.43</c:v>
                </c:pt>
                <c:pt idx="18">
                  <c:v>145.46</c:v>
                </c:pt>
                <c:pt idx="19">
                  <c:v>107.36</c:v>
                </c:pt>
                <c:pt idx="20">
                  <c:v>93.74</c:v>
                </c:pt>
                <c:pt idx="21">
                  <c:v>81.02</c:v>
                </c:pt>
                <c:pt idx="22">
                  <c:v>76.12</c:v>
                </c:pt>
                <c:pt idx="23">
                  <c:v>72.22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9"/>
          <c:order val="9"/>
          <c:tx>
            <c:v>Oct</c:v>
          </c:tx>
          <c:spPr>
            <a:ln w="22000">
              <a:solidFill>
                <a:srgbClr val="AE644B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Line_Window!$CK$2:$CK$25</c:f>
              <c:numCache>
                <c:formatCode>General</c:formatCode>
                <c:ptCount val="24"/>
                <c:pt idx="0">
                  <c:v>62.59</c:v>
                </c:pt>
                <c:pt idx="1">
                  <c:v>60.58</c:v>
                </c:pt>
                <c:pt idx="2">
                  <c:v>61.0</c:v>
                </c:pt>
                <c:pt idx="3">
                  <c:v>64.36</c:v>
                </c:pt>
                <c:pt idx="4">
                  <c:v>79.47</c:v>
                </c:pt>
                <c:pt idx="5">
                  <c:v>107.03</c:v>
                </c:pt>
                <c:pt idx="6">
                  <c:v>114.36</c:v>
                </c:pt>
                <c:pt idx="7">
                  <c:v>98.19</c:v>
                </c:pt>
                <c:pt idx="8">
                  <c:v>82.71</c:v>
                </c:pt>
                <c:pt idx="9">
                  <c:v>71.64</c:v>
                </c:pt>
                <c:pt idx="10">
                  <c:v>62.14</c:v>
                </c:pt>
                <c:pt idx="11">
                  <c:v>57.73</c:v>
                </c:pt>
                <c:pt idx="12">
                  <c:v>61.08</c:v>
                </c:pt>
                <c:pt idx="13">
                  <c:v>72.29</c:v>
                </c:pt>
                <c:pt idx="14">
                  <c:v>85.31</c:v>
                </c:pt>
                <c:pt idx="15">
                  <c:v>109.29</c:v>
                </c:pt>
                <c:pt idx="16">
                  <c:v>141.56</c:v>
                </c:pt>
                <c:pt idx="17">
                  <c:v>146.06</c:v>
                </c:pt>
                <c:pt idx="18">
                  <c:v>108.44</c:v>
                </c:pt>
                <c:pt idx="19">
                  <c:v>89.02</c:v>
                </c:pt>
                <c:pt idx="20">
                  <c:v>81.64</c:v>
                </c:pt>
                <c:pt idx="21">
                  <c:v>73.23</c:v>
                </c:pt>
                <c:pt idx="22">
                  <c:v>70.05</c:v>
                </c:pt>
                <c:pt idx="23">
                  <c:v>64.59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0"/>
          <c:order val="10"/>
          <c:tx>
            <c:v>Nov</c:v>
          </c:tx>
          <c:spPr>
            <a:ln w="22000">
              <a:solidFill>
                <a:srgbClr val="9C4146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Line_Window!$CL$2:$CL$25</c:f>
              <c:numCache>
                <c:formatCode>General</c:formatCode>
                <c:ptCount val="24"/>
                <c:pt idx="0">
                  <c:v>76.86</c:v>
                </c:pt>
                <c:pt idx="1">
                  <c:v>74.27</c:v>
                </c:pt>
                <c:pt idx="2">
                  <c:v>73.01</c:v>
                </c:pt>
                <c:pt idx="3">
                  <c:v>74.51</c:v>
                </c:pt>
                <c:pt idx="4">
                  <c:v>79.34</c:v>
                </c:pt>
                <c:pt idx="5">
                  <c:v>91.13</c:v>
                </c:pt>
                <c:pt idx="6">
                  <c:v>115.07</c:v>
                </c:pt>
                <c:pt idx="7">
                  <c:v>120.69</c:v>
                </c:pt>
                <c:pt idx="8">
                  <c:v>109.26</c:v>
                </c:pt>
                <c:pt idx="9">
                  <c:v>100.13</c:v>
                </c:pt>
                <c:pt idx="10">
                  <c:v>97.2</c:v>
                </c:pt>
                <c:pt idx="11">
                  <c:v>96.28</c:v>
                </c:pt>
                <c:pt idx="12">
                  <c:v>99.72</c:v>
                </c:pt>
                <c:pt idx="13">
                  <c:v>107.94</c:v>
                </c:pt>
                <c:pt idx="14">
                  <c:v>123.76</c:v>
                </c:pt>
                <c:pt idx="15">
                  <c:v>138.86</c:v>
                </c:pt>
                <c:pt idx="16">
                  <c:v>148.24</c:v>
                </c:pt>
                <c:pt idx="17">
                  <c:v>134.87</c:v>
                </c:pt>
                <c:pt idx="18">
                  <c:v>121.34</c:v>
                </c:pt>
                <c:pt idx="19">
                  <c:v>106.32</c:v>
                </c:pt>
                <c:pt idx="20">
                  <c:v>97.46</c:v>
                </c:pt>
                <c:pt idx="21">
                  <c:v>93.76</c:v>
                </c:pt>
                <c:pt idx="22">
                  <c:v>84.06</c:v>
                </c:pt>
                <c:pt idx="23">
                  <c:v>82.19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1"/>
          <c:order val="11"/>
          <c:tx>
            <c:v>Dec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Line_Window!$CM$2:$CM$25</c:f>
              <c:numCache>
                <c:formatCode>General</c:formatCode>
                <c:ptCount val="24"/>
                <c:pt idx="0">
                  <c:v>73.12</c:v>
                </c:pt>
                <c:pt idx="1">
                  <c:v>70.59</c:v>
                </c:pt>
                <c:pt idx="2">
                  <c:v>69.55</c:v>
                </c:pt>
                <c:pt idx="3">
                  <c:v>70.38</c:v>
                </c:pt>
                <c:pt idx="4">
                  <c:v>74.55</c:v>
                </c:pt>
                <c:pt idx="5">
                  <c:v>84.3</c:v>
                </c:pt>
                <c:pt idx="6">
                  <c:v>97.0</c:v>
                </c:pt>
                <c:pt idx="7">
                  <c:v>108.45</c:v>
                </c:pt>
                <c:pt idx="8">
                  <c:v>106.1</c:v>
                </c:pt>
                <c:pt idx="9">
                  <c:v>98.27</c:v>
                </c:pt>
                <c:pt idx="10">
                  <c:v>94.99</c:v>
                </c:pt>
                <c:pt idx="11">
                  <c:v>93.01</c:v>
                </c:pt>
                <c:pt idx="12">
                  <c:v>95.86</c:v>
                </c:pt>
                <c:pt idx="13">
                  <c:v>103.84</c:v>
                </c:pt>
                <c:pt idx="14">
                  <c:v>114.12</c:v>
                </c:pt>
                <c:pt idx="15">
                  <c:v>119.47</c:v>
                </c:pt>
                <c:pt idx="16">
                  <c:v>118.7</c:v>
                </c:pt>
                <c:pt idx="17">
                  <c:v>111.88</c:v>
                </c:pt>
                <c:pt idx="18">
                  <c:v>104.67</c:v>
                </c:pt>
                <c:pt idx="19">
                  <c:v>97.76</c:v>
                </c:pt>
                <c:pt idx="20">
                  <c:v>90.89</c:v>
                </c:pt>
                <c:pt idx="21">
                  <c:v>89.02</c:v>
                </c:pt>
                <c:pt idx="22">
                  <c:v>80.13</c:v>
                </c:pt>
                <c:pt idx="23">
                  <c:v>75.67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€/MWh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xmlns:a="http://schemas.openxmlformats.org/drawingml/2006/main"/>
          <a:p xmlns:a="http://schemas.openxmlformats.org/drawingml/2006/main">
            <a:pPr>
              <a:defRPr sz="800" b="0" i="1"/>
            </a:pPr>
            <a:r>
              <a:rPr lang="en-GB" sz="800" b="0" i="1"/>
              <a:t>GB = Elexon market index (within-day), not a day-ahead auction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A_MonthPrice!$B$2:$B$205</c:f>
              <c:numCache>
                <c:formatCode>General</c:formatCode>
                <c:ptCount val="204"/>
                <c:pt idx="0">
                  <c:v>49.41</c:v>
                </c:pt>
                <c:pt idx="1">
                  <c:v>42.81</c:v>
                </c:pt>
                <c:pt idx="2">
                  <c:v>30.61</c:v>
                </c:pt>
                <c:pt idx="3">
                  <c:v>36.97</c:v>
                </c:pt>
                <c:pt idx="4">
                  <c:v>37.83</c:v>
                </c:pt>
                <c:pt idx="5">
                  <c:v>32.5</c:v>
                </c:pt>
                <c:pt idx="6">
                  <c:v>39.71</c:v>
                </c:pt>
                <c:pt idx="7">
                  <c:v>36.82</c:v>
                </c:pt>
                <c:pt idx="8">
                  <c:v>35.77</c:v>
                </c:pt>
                <c:pt idx="9">
                  <c:v>36.95</c:v>
                </c:pt>
                <c:pt idx="10">
                  <c:v>41.0</c:v>
                </c:pt>
                <c:pt idx="11">
                  <c:v>31.97</c:v>
                </c:pt>
                <c:pt idx="12">
                  <c:v>34.98</c:v>
                </c:pt>
                <c:pt idx="13">
                  <c:v>21.91</c:v>
                </c:pt>
                <c:pt idx="14">
                  <c:v>22.52</c:v>
                </c:pt>
                <c:pt idx="15">
                  <c:v>17.05</c:v>
                </c:pt>
                <c:pt idx="16">
                  <c:v>17.6</c:v>
                </c:pt>
                <c:pt idx="17">
                  <c:v>26.23</c:v>
                </c:pt>
                <c:pt idx="18">
                  <c:v>30.07</c:v>
                </c:pt>
                <c:pt idx="19">
                  <c:v>34.89</c:v>
                </c:pt>
                <c:pt idx="20">
                  <c:v>43.68</c:v>
                </c:pt>
                <c:pt idx="21">
                  <c:v>33.96</c:v>
                </c:pt>
                <c:pt idx="22">
                  <c:v>38.8</c:v>
                </c:pt>
                <c:pt idx="23">
                  <c:v>43.55</c:v>
                </c:pt>
                <c:pt idx="24">
                  <c:v>52.79</c:v>
                </c:pt>
                <c:pt idx="25">
                  <c:v>48.71</c:v>
                </c:pt>
                <c:pt idx="26">
                  <c:v>47.18</c:v>
                </c:pt>
                <c:pt idx="27">
                  <c:v>53.66</c:v>
                </c:pt>
                <c:pt idx="28">
                  <c:v>53.33</c:v>
                </c:pt>
                <c:pt idx="29">
                  <c:v>74.13</c:v>
                </c:pt>
                <c:pt idx="30">
                  <c:v>81.29</c:v>
                </c:pt>
                <c:pt idx="31">
                  <c:v>82.81</c:v>
                </c:pt>
                <c:pt idx="32">
                  <c:v>128.34</c:v>
                </c:pt>
                <c:pt idx="33">
                  <c:v>139.54</c:v>
                </c:pt>
                <c:pt idx="34">
                  <c:v>176.25</c:v>
                </c:pt>
                <c:pt idx="35">
                  <c:v>220.96</c:v>
                </c:pt>
                <c:pt idx="36">
                  <c:v>167.87</c:v>
                </c:pt>
                <c:pt idx="37">
                  <c:v>128.78</c:v>
                </c:pt>
                <c:pt idx="38">
                  <c:v>251.76</c:v>
                </c:pt>
                <c:pt idx="39">
                  <c:v>166.0</c:v>
                </c:pt>
                <c:pt idx="40">
                  <c:v>177.51</c:v>
                </c:pt>
                <c:pt idx="41">
                  <c:v>218.18</c:v>
                </c:pt>
                <c:pt idx="42">
                  <c:v>315.26</c:v>
                </c:pt>
                <c:pt idx="43">
                  <c:v>465.51</c:v>
                </c:pt>
                <c:pt idx="44">
                  <c:v>344.94</c:v>
                </c:pt>
                <c:pt idx="45">
                  <c:v>152.75</c:v>
                </c:pt>
                <c:pt idx="46">
                  <c:v>173.93</c:v>
                </c:pt>
                <c:pt idx="47">
                  <c:v>251.22</c:v>
                </c:pt>
                <c:pt idx="48">
                  <c:v>117.94</c:v>
                </c:pt>
                <c:pt idx="49">
                  <c:v>128.39</c:v>
                </c:pt>
                <c:pt idx="50">
                  <c:v>102.4</c:v>
                </c:pt>
                <c:pt idx="51">
                  <c:v>100.83</c:v>
                </c:pt>
                <c:pt idx="52">
                  <c:v>81.65</c:v>
                </c:pt>
                <c:pt idx="53">
                  <c:v>94.84</c:v>
                </c:pt>
                <c:pt idx="54">
                  <c:v>77.48</c:v>
                </c:pt>
                <c:pt idx="55">
                  <c:v>94.41</c:v>
                </c:pt>
                <c:pt idx="56">
                  <c:v>100.73</c:v>
                </c:pt>
                <c:pt idx="57">
                  <c:v>87.32</c:v>
                </c:pt>
                <c:pt idx="58">
                  <c:v>91.18</c:v>
                </c:pt>
                <c:pt idx="59">
                  <c:v>68.38</c:v>
                </c:pt>
                <c:pt idx="60">
                  <c:v>76.63</c:v>
                </c:pt>
                <c:pt idx="61">
                  <c:v>61.36</c:v>
                </c:pt>
                <c:pt idx="62">
                  <c:v>64.66</c:v>
                </c:pt>
                <c:pt idx="63">
                  <c:v>62.39</c:v>
                </c:pt>
                <c:pt idx="64">
                  <c:v>67.28</c:v>
                </c:pt>
                <c:pt idx="65">
                  <c:v>72.89</c:v>
                </c:pt>
                <c:pt idx="66">
                  <c:v>67.71</c:v>
                </c:pt>
                <c:pt idx="67">
                  <c:v>82.03</c:v>
                </c:pt>
                <c:pt idx="68">
                  <c:v>78.06</c:v>
                </c:pt>
                <c:pt idx="69">
                  <c:v>86.29</c:v>
                </c:pt>
                <c:pt idx="70">
                  <c:v>113.96</c:v>
                </c:pt>
                <c:pt idx="71">
                  <c:v>108.18</c:v>
                </c:pt>
                <c:pt idx="72">
                  <c:v>114.32</c:v>
                </c:pt>
                <c:pt idx="73">
                  <c:v>128.51</c:v>
                </c:pt>
                <c:pt idx="74">
                  <c:v>94.69</c:v>
                </c:pt>
                <c:pt idx="75">
                  <c:v>77.93</c:v>
                </c:pt>
                <c:pt idx="76">
                  <c:v>67.32</c:v>
                </c:pt>
                <c:pt idx="77">
                  <c:v>64.03</c:v>
                </c:pt>
                <c:pt idx="78">
                  <c:v>87.79</c:v>
                </c:pt>
                <c:pt idx="79">
                  <c:v>76.94</c:v>
                </c:pt>
                <c:pt idx="80">
                  <c:v>83.53</c:v>
                </c:pt>
                <c:pt idx="81">
                  <c:v>84.35</c:v>
                </c:pt>
                <c:pt idx="82">
                  <c:v>101.93</c:v>
                </c:pt>
                <c:pt idx="83">
                  <c:v>93.43</c:v>
                </c:pt>
                <c:pt idx="84">
                  <c:v>110.14</c:v>
                </c:pt>
                <c:pt idx="85">
                  <c:v>96.5</c:v>
                </c:pt>
                <c:pt idx="86">
                  <c:v>99.46</c:v>
                </c:pt>
                <c:pt idx="87">
                  <c:v>78.43</c:v>
                </c:pt>
                <c:pt idx="88">
                  <c:v>97.62</c:v>
                </c:pt>
                <c:pt idx="89">
                  <c:v>109.58</c:v>
                </c:pt>
                <c:pt idx="90">
                  <c:v>105.47</c:v>
                </c:pt>
                <c:pt idx="91">
                  <c:v>126.85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A_MonthPrice!$C$2:$C$205</c:f>
              <c:numCache>
                <c:formatCode>General</c:formatCode>
                <c:ptCount val="204"/>
                <c:pt idx="0">
                  <c:v>61.96</c:v>
                </c:pt>
                <c:pt idx="1">
                  <c:v>54.02</c:v>
                </c:pt>
                <c:pt idx="2">
                  <c:v>48.84</c:v>
                </c:pt>
                <c:pt idx="3">
                  <c:v>50.4</c:v>
                </c:pt>
                <c:pt idx="4">
                  <c:v>48.39</c:v>
                </c:pt>
                <c:pt idx="5">
                  <c:v>47.16</c:v>
                </c:pt>
                <c:pt idx="6">
                  <c:v>51.46</c:v>
                </c:pt>
                <c:pt idx="7">
                  <c:v>44.95</c:v>
                </c:pt>
                <c:pt idx="8">
                  <c:v>42.13</c:v>
                </c:pt>
                <c:pt idx="9">
                  <c:v>47.15</c:v>
                </c:pt>
                <c:pt idx="10">
                  <c:v>42.19</c:v>
                </c:pt>
                <c:pt idx="11">
                  <c:v>33.81</c:v>
                </c:pt>
                <c:pt idx="12">
                  <c:v>41.08</c:v>
                </c:pt>
                <c:pt idx="13">
                  <c:v>35.86</c:v>
                </c:pt>
                <c:pt idx="14">
                  <c:v>27.74</c:v>
                </c:pt>
                <c:pt idx="15">
                  <c:v>17.61</c:v>
                </c:pt>
                <c:pt idx="16">
                  <c:v>21.33</c:v>
                </c:pt>
                <c:pt idx="17">
                  <c:v>30.63</c:v>
                </c:pt>
                <c:pt idx="18">
                  <c:v>34.62</c:v>
                </c:pt>
                <c:pt idx="19">
                  <c:v>36.21</c:v>
                </c:pt>
                <c:pt idx="20">
                  <c:v>41.95</c:v>
                </c:pt>
                <c:pt idx="21">
                  <c:v>36.55</c:v>
                </c:pt>
                <c:pt idx="22">
                  <c:v>41.96</c:v>
                </c:pt>
                <c:pt idx="23">
                  <c:v>41.97</c:v>
                </c:pt>
                <c:pt idx="24">
                  <c:v>60.1</c:v>
                </c:pt>
                <c:pt idx="25">
                  <c:v>28.54</c:v>
                </c:pt>
                <c:pt idx="26">
                  <c:v>45.48</c:v>
                </c:pt>
                <c:pt idx="27">
                  <c:v>65.06</c:v>
                </c:pt>
                <c:pt idx="28">
                  <c:v>67.18</c:v>
                </c:pt>
                <c:pt idx="29">
                  <c:v>83.31</c:v>
                </c:pt>
                <c:pt idx="30">
                  <c:v>92.37</c:v>
                </c:pt>
                <c:pt idx="31">
                  <c:v>106.08</c:v>
                </c:pt>
                <c:pt idx="32">
                  <c:v>156.4</c:v>
                </c:pt>
                <c:pt idx="33">
                  <c:v>199.67</c:v>
                </c:pt>
                <c:pt idx="34">
                  <c:v>193.72</c:v>
                </c:pt>
                <c:pt idx="35">
                  <c:v>238.97</c:v>
                </c:pt>
                <c:pt idx="36">
                  <c:v>201.8</c:v>
                </c:pt>
                <c:pt idx="37">
                  <c:v>200.31</c:v>
                </c:pt>
                <c:pt idx="38">
                  <c:v>283.19</c:v>
                </c:pt>
                <c:pt idx="39">
                  <c:v>191.52</c:v>
                </c:pt>
                <c:pt idx="40">
                  <c:v>187.16</c:v>
                </c:pt>
                <c:pt idx="41">
                  <c:v>169.43</c:v>
                </c:pt>
                <c:pt idx="42">
                  <c:v>142.68</c:v>
                </c:pt>
                <c:pt idx="43">
                  <c:v>154.99</c:v>
                </c:pt>
                <c:pt idx="44">
                  <c:v>140.92</c:v>
                </c:pt>
                <c:pt idx="45">
                  <c:v>127.22</c:v>
                </c:pt>
                <c:pt idx="46">
                  <c:v>115.57</c:v>
                </c:pt>
                <c:pt idx="47">
                  <c:v>96.75</c:v>
                </c:pt>
                <c:pt idx="48">
                  <c:v>69.73</c:v>
                </c:pt>
                <c:pt idx="49">
                  <c:v>133.49</c:v>
                </c:pt>
                <c:pt idx="50">
                  <c:v>89.58</c:v>
                </c:pt>
                <c:pt idx="51">
                  <c:v>73.82</c:v>
                </c:pt>
                <c:pt idx="52">
                  <c:v>74.17</c:v>
                </c:pt>
                <c:pt idx="53">
                  <c:v>93.05</c:v>
                </c:pt>
                <c:pt idx="54">
                  <c:v>90.46</c:v>
                </c:pt>
                <c:pt idx="55">
                  <c:v>96.09</c:v>
                </c:pt>
                <c:pt idx="56">
                  <c:v>103.36</c:v>
                </c:pt>
                <c:pt idx="57">
                  <c:v>89.84</c:v>
                </c:pt>
                <c:pt idx="58">
                  <c:v>63.57</c:v>
                </c:pt>
                <c:pt idx="59">
                  <c:v>72.12</c:v>
                </c:pt>
                <c:pt idx="60">
                  <c:v>74.11</c:v>
                </c:pt>
                <c:pt idx="61">
                  <c:v>39.9</c:v>
                </c:pt>
                <c:pt idx="62">
                  <c:v>20.28</c:v>
                </c:pt>
                <c:pt idx="63">
                  <c:v>13.77</c:v>
                </c:pt>
                <c:pt idx="64">
                  <c:v>30.32</c:v>
                </c:pt>
                <c:pt idx="65">
                  <c:v>56.26</c:v>
                </c:pt>
                <c:pt idx="66">
                  <c:v>72.43</c:v>
                </c:pt>
                <c:pt idx="67">
                  <c:v>91.1</c:v>
                </c:pt>
                <c:pt idx="68">
                  <c:v>72.54</c:v>
                </c:pt>
                <c:pt idx="69">
                  <c:v>68.49</c:v>
                </c:pt>
                <c:pt idx="70">
                  <c:v>104.48</c:v>
                </c:pt>
                <c:pt idx="71">
                  <c:v>111.25</c:v>
                </c:pt>
                <c:pt idx="72">
                  <c:v>96.69</c:v>
                </c:pt>
                <c:pt idx="73">
                  <c:v>108.26</c:v>
                </c:pt>
                <c:pt idx="74">
                  <c:v>53.1</c:v>
                </c:pt>
                <c:pt idx="75">
                  <c:v>26.65</c:v>
                </c:pt>
                <c:pt idx="76">
                  <c:v>16.99</c:v>
                </c:pt>
                <c:pt idx="77">
                  <c:v>72.81</c:v>
                </c:pt>
                <c:pt idx="78">
                  <c:v>69.94</c:v>
                </c:pt>
                <c:pt idx="79">
                  <c:v>68.25</c:v>
                </c:pt>
                <c:pt idx="80">
                  <c:v>61.26</c:v>
                </c:pt>
                <c:pt idx="81">
                  <c:v>75.63</c:v>
                </c:pt>
                <c:pt idx="82">
                  <c:v>58.71</c:v>
                </c:pt>
                <c:pt idx="83">
                  <c:v>77.93</c:v>
                </c:pt>
                <c:pt idx="84">
                  <c:v>71.53</c:v>
                </c:pt>
                <c:pt idx="85">
                  <c:v>16.45</c:v>
                </c:pt>
                <c:pt idx="86">
                  <c:v>41.68</c:v>
                </c:pt>
                <c:pt idx="87">
                  <c:v>42.72</c:v>
                </c:pt>
                <c:pt idx="88">
                  <c:v>54.2</c:v>
                </c:pt>
                <c:pt idx="89">
                  <c:v>69.66</c:v>
                </c:pt>
                <c:pt idx="90">
                  <c:v>104.88</c:v>
                </c:pt>
                <c:pt idx="91">
                  <c:v>118.27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A_MonthPrice!$D$2:$D$205</c:f>
              <c:numCache>
                <c:formatCode>General</c:formatCode>
                <c:ptCount val="204"/>
                <c:pt idx="0">
                  <c:v>62.66</c:v>
                </c:pt>
                <c:pt idx="1">
                  <c:v>54.73</c:v>
                </c:pt>
                <c:pt idx="2">
                  <c:v>49.22</c:v>
                </c:pt>
                <c:pt idx="3">
                  <c:v>50.65</c:v>
                </c:pt>
                <c:pt idx="4">
                  <c:v>48.75</c:v>
                </c:pt>
                <c:pt idx="5">
                  <c:v>47.18</c:v>
                </c:pt>
                <c:pt idx="6">
                  <c:v>51.46</c:v>
                </c:pt>
                <c:pt idx="7">
                  <c:v>44.95</c:v>
                </c:pt>
                <c:pt idx="8">
                  <c:v>42.16</c:v>
                </c:pt>
                <c:pt idx="9">
                  <c:v>47.19</c:v>
                </c:pt>
                <c:pt idx="10">
                  <c:v>42.12</c:v>
                </c:pt>
                <c:pt idx="11">
                  <c:v>33.68</c:v>
                </c:pt>
                <c:pt idx="12">
                  <c:v>40.9</c:v>
                </c:pt>
                <c:pt idx="13">
                  <c:v>36.03</c:v>
                </c:pt>
                <c:pt idx="14">
                  <c:v>27.85</c:v>
                </c:pt>
                <c:pt idx="15">
                  <c:v>17.73</c:v>
                </c:pt>
                <c:pt idx="16">
                  <c:v>21.44</c:v>
                </c:pt>
                <c:pt idx="17">
                  <c:v>30.66</c:v>
                </c:pt>
                <c:pt idx="18">
                  <c:v>34.62</c:v>
                </c:pt>
                <c:pt idx="19">
                  <c:v>36.13</c:v>
                </c:pt>
                <c:pt idx="20">
                  <c:v>41.92</c:v>
                </c:pt>
                <c:pt idx="21">
                  <c:v>36.43</c:v>
                </c:pt>
                <c:pt idx="22">
                  <c:v>42.11</c:v>
                </c:pt>
                <c:pt idx="23">
                  <c:v>42.04</c:v>
                </c:pt>
                <c:pt idx="24">
                  <c:v>60.63</c:v>
                </c:pt>
                <c:pt idx="25">
                  <c:v>28.24</c:v>
                </c:pt>
                <c:pt idx="26">
                  <c:v>45.42</c:v>
                </c:pt>
                <c:pt idx="27">
                  <c:v>64.98</c:v>
                </c:pt>
                <c:pt idx="28">
                  <c:v>67.18</c:v>
                </c:pt>
                <c:pt idx="29">
                  <c:v>83.3</c:v>
                </c:pt>
                <c:pt idx="30">
                  <c:v>92.55</c:v>
                </c:pt>
                <c:pt idx="31">
                  <c:v>106.13</c:v>
                </c:pt>
                <c:pt idx="32">
                  <c:v>156.79</c:v>
                </c:pt>
                <c:pt idx="33">
                  <c:v>199.7</c:v>
                </c:pt>
                <c:pt idx="34">
                  <c:v>193.79</c:v>
                </c:pt>
                <c:pt idx="35">
                  <c:v>239.07</c:v>
                </c:pt>
                <c:pt idx="36">
                  <c:v>201.98</c:v>
                </c:pt>
                <c:pt idx="37">
                  <c:v>200.81</c:v>
                </c:pt>
                <c:pt idx="38">
                  <c:v>283.09</c:v>
                </c:pt>
                <c:pt idx="39">
                  <c:v>192.01</c:v>
                </c:pt>
                <c:pt idx="40">
                  <c:v>187.19</c:v>
                </c:pt>
                <c:pt idx="41">
                  <c:v>169.63</c:v>
                </c:pt>
                <c:pt idx="42">
                  <c:v>143.83</c:v>
                </c:pt>
                <c:pt idx="43">
                  <c:v>157.36</c:v>
                </c:pt>
                <c:pt idx="44">
                  <c:v>141.1</c:v>
                </c:pt>
                <c:pt idx="45">
                  <c:v>127.22</c:v>
                </c:pt>
                <c:pt idx="46">
                  <c:v>115.4</c:v>
                </c:pt>
                <c:pt idx="47">
                  <c:v>96.35</c:v>
                </c:pt>
                <c:pt idx="48">
                  <c:v>69.53</c:v>
                </c:pt>
                <c:pt idx="49">
                  <c:v>134.25</c:v>
                </c:pt>
                <c:pt idx="50">
                  <c:v>89.93</c:v>
                </c:pt>
                <c:pt idx="51">
                  <c:v>77.05</c:v>
                </c:pt>
                <c:pt idx="52">
                  <c:v>76.05</c:v>
                </c:pt>
                <c:pt idx="53">
                  <c:v>95.62</c:v>
                </c:pt>
                <c:pt idx="54">
                  <c:v>93.79</c:v>
                </c:pt>
                <c:pt idx="55">
                  <c:v>97.91</c:v>
                </c:pt>
                <c:pt idx="56">
                  <c:v>104.17</c:v>
                </c:pt>
                <c:pt idx="57">
                  <c:v>89.55</c:v>
                </c:pt>
                <c:pt idx="58">
                  <c:v>63.38</c:v>
                </c:pt>
                <c:pt idx="59">
                  <c:v>72.15</c:v>
                </c:pt>
                <c:pt idx="60">
                  <c:v>74.09</c:v>
                </c:pt>
                <c:pt idx="61">
                  <c:v>39.76</c:v>
                </c:pt>
                <c:pt idx="62">
                  <c:v>19.26</c:v>
                </c:pt>
                <c:pt idx="63">
                  <c:v>13.32</c:v>
                </c:pt>
                <c:pt idx="64">
                  <c:v>30.65</c:v>
                </c:pt>
                <c:pt idx="65">
                  <c:v>58.29</c:v>
                </c:pt>
                <c:pt idx="66">
                  <c:v>74.24</c:v>
                </c:pt>
                <c:pt idx="67">
                  <c:v>91.16</c:v>
                </c:pt>
                <c:pt idx="68">
                  <c:v>73.54</c:v>
                </c:pt>
                <c:pt idx="69">
                  <c:v>69.36</c:v>
                </c:pt>
                <c:pt idx="70">
                  <c:v>104.65</c:v>
                </c:pt>
                <c:pt idx="71">
                  <c:v>111.55</c:v>
                </c:pt>
                <c:pt idx="72">
                  <c:v>96.74</c:v>
                </c:pt>
                <c:pt idx="73">
                  <c:v>108.17</c:v>
                </c:pt>
                <c:pt idx="74">
                  <c:v>52.61</c:v>
                </c:pt>
                <c:pt idx="75">
                  <c:v>25.75</c:v>
                </c:pt>
                <c:pt idx="76">
                  <c:v>25.85</c:v>
                </c:pt>
                <c:pt idx="77">
                  <c:v>74.38</c:v>
                </c:pt>
                <c:pt idx="78">
                  <c:v>70.03</c:v>
                </c:pt>
                <c:pt idx="79">
                  <c:v>68.49</c:v>
                </c:pt>
                <c:pt idx="80">
                  <c:v>61.41</c:v>
                </c:pt>
                <c:pt idx="81">
                  <c:v>76.35</c:v>
                </c:pt>
                <c:pt idx="82">
                  <c:v>59.14</c:v>
                </c:pt>
                <c:pt idx="83">
                  <c:v>77.93</c:v>
                </c:pt>
                <c:pt idx="84">
                  <c:v>71.04</c:v>
                </c:pt>
                <c:pt idx="85">
                  <c:v>10.69</c:v>
                </c:pt>
                <c:pt idx="86">
                  <c:v>40.77</c:v>
                </c:pt>
                <c:pt idx="87">
                  <c:v>42.69</c:v>
                </c:pt>
                <c:pt idx="88">
                  <c:v>54.05</c:v>
                </c:pt>
                <c:pt idx="89">
                  <c:v>70.31</c:v>
                </c:pt>
                <c:pt idx="90">
                  <c:v>107.11</c:v>
                </c:pt>
                <c:pt idx="91">
                  <c:v>121.39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A_MonthPrice!$E$2:$E$205</c:f>
              <c:numCache>
                <c:formatCode>General</c:formatCode>
                <c:ptCount val="204"/>
                <c:pt idx="0">
                  <c:v>61.15</c:v>
                </c:pt>
                <c:pt idx="1">
                  <c:v>46.61</c:v>
                </c:pt>
                <c:pt idx="2">
                  <c:v>33.85</c:v>
                </c:pt>
                <c:pt idx="3">
                  <c:v>38.1</c:v>
                </c:pt>
                <c:pt idx="4">
                  <c:v>37.2</c:v>
                </c:pt>
                <c:pt idx="5">
                  <c:v>29.24</c:v>
                </c:pt>
                <c:pt idx="6">
                  <c:v>37.69</c:v>
                </c:pt>
                <c:pt idx="7">
                  <c:v>33.36</c:v>
                </c:pt>
                <c:pt idx="8">
                  <c:v>35.55</c:v>
                </c:pt>
                <c:pt idx="9">
                  <c:v>38.62</c:v>
                </c:pt>
                <c:pt idx="10">
                  <c:v>45.95</c:v>
                </c:pt>
                <c:pt idx="11">
                  <c:v>36.47</c:v>
                </c:pt>
                <c:pt idx="12">
                  <c:v>37.97</c:v>
                </c:pt>
                <c:pt idx="13">
                  <c:v>26.25</c:v>
                </c:pt>
                <c:pt idx="14">
                  <c:v>23.83</c:v>
                </c:pt>
                <c:pt idx="15">
                  <c:v>13.41</c:v>
                </c:pt>
                <c:pt idx="16">
                  <c:v>14.87</c:v>
                </c:pt>
                <c:pt idx="17">
                  <c:v>25.85</c:v>
                </c:pt>
                <c:pt idx="18">
                  <c:v>33.42</c:v>
                </c:pt>
                <c:pt idx="19">
                  <c:v>36.76</c:v>
                </c:pt>
                <c:pt idx="20">
                  <c:v>47.19</c:v>
                </c:pt>
                <c:pt idx="21">
                  <c:v>37.87</c:v>
                </c:pt>
                <c:pt idx="22">
                  <c:v>40.14</c:v>
                </c:pt>
                <c:pt idx="23">
                  <c:v>48.42</c:v>
                </c:pt>
                <c:pt idx="24">
                  <c:v>59.47</c:v>
                </c:pt>
                <c:pt idx="25">
                  <c:v>49.01</c:v>
                </c:pt>
                <c:pt idx="26">
                  <c:v>50.23</c:v>
                </c:pt>
                <c:pt idx="27">
                  <c:v>63.15</c:v>
                </c:pt>
                <c:pt idx="28">
                  <c:v>55.26</c:v>
                </c:pt>
                <c:pt idx="29">
                  <c:v>73.56</c:v>
                </c:pt>
                <c:pt idx="30">
                  <c:v>78.31</c:v>
                </c:pt>
                <c:pt idx="31">
                  <c:v>77.4</c:v>
                </c:pt>
                <c:pt idx="32">
                  <c:v>135.3</c:v>
                </c:pt>
                <c:pt idx="33">
                  <c:v>172.54</c:v>
                </c:pt>
                <c:pt idx="34">
                  <c:v>217.24</c:v>
                </c:pt>
                <c:pt idx="35">
                  <c:v>274.51</c:v>
                </c:pt>
                <c:pt idx="36">
                  <c:v>211.58</c:v>
                </c:pt>
                <c:pt idx="37">
                  <c:v>185.63</c:v>
                </c:pt>
                <c:pt idx="38">
                  <c:v>295.17</c:v>
                </c:pt>
                <c:pt idx="39">
                  <c:v>232.92</c:v>
                </c:pt>
                <c:pt idx="40">
                  <c:v>197.46</c:v>
                </c:pt>
                <c:pt idx="41">
                  <c:v>248.73</c:v>
                </c:pt>
                <c:pt idx="42">
                  <c:v>400.95</c:v>
                </c:pt>
                <c:pt idx="43">
                  <c:v>492.99</c:v>
                </c:pt>
                <c:pt idx="44">
                  <c:v>393.55</c:v>
                </c:pt>
                <c:pt idx="45">
                  <c:v>178.89</c:v>
                </c:pt>
                <c:pt idx="46">
                  <c:v>192.16</c:v>
                </c:pt>
                <c:pt idx="47">
                  <c:v>270.49</c:v>
                </c:pt>
                <c:pt idx="48">
                  <c:v>132.28</c:v>
                </c:pt>
                <c:pt idx="49">
                  <c:v>148.78</c:v>
                </c:pt>
                <c:pt idx="50">
                  <c:v>111.81</c:v>
                </c:pt>
                <c:pt idx="51">
                  <c:v>106.45</c:v>
                </c:pt>
                <c:pt idx="52">
                  <c:v>77.48</c:v>
                </c:pt>
                <c:pt idx="53">
                  <c:v>91.28</c:v>
                </c:pt>
                <c:pt idx="54">
                  <c:v>77.62</c:v>
                </c:pt>
                <c:pt idx="55">
                  <c:v>90.96</c:v>
                </c:pt>
                <c:pt idx="56">
                  <c:v>88.71</c:v>
                </c:pt>
                <c:pt idx="57">
                  <c:v>84.2</c:v>
                </c:pt>
                <c:pt idx="58">
                  <c:v>89.02</c:v>
                </c:pt>
                <c:pt idx="59">
                  <c:v>68.33</c:v>
                </c:pt>
                <c:pt idx="60">
                  <c:v>76.66</c:v>
                </c:pt>
                <c:pt idx="61">
                  <c:v>58.39</c:v>
                </c:pt>
                <c:pt idx="62">
                  <c:v>53.54</c:v>
                </c:pt>
                <c:pt idx="63">
                  <c:v>28.23</c:v>
                </c:pt>
                <c:pt idx="64">
                  <c:v>27.09</c:v>
                </c:pt>
                <c:pt idx="65">
                  <c:v>37.78</c:v>
                </c:pt>
                <c:pt idx="66">
                  <c:v>47.09</c:v>
                </c:pt>
                <c:pt idx="67">
                  <c:v>54.56</c:v>
                </c:pt>
                <c:pt idx="68">
                  <c:v>51.61</c:v>
                </c:pt>
                <c:pt idx="69">
                  <c:v>62.25</c:v>
                </c:pt>
                <c:pt idx="70">
                  <c:v>100.55</c:v>
                </c:pt>
                <c:pt idx="71">
                  <c:v>98.06</c:v>
                </c:pt>
                <c:pt idx="72">
                  <c:v>102.44</c:v>
                </c:pt>
                <c:pt idx="73">
                  <c:v>122.63</c:v>
                </c:pt>
                <c:pt idx="74">
                  <c:v>76.84</c:v>
                </c:pt>
                <c:pt idx="75">
                  <c:v>42.05</c:v>
                </c:pt>
                <c:pt idx="76">
                  <c:v>19.44</c:v>
                </c:pt>
                <c:pt idx="77">
                  <c:v>40.9</c:v>
                </c:pt>
                <c:pt idx="78">
                  <c:v>57.96</c:v>
                </c:pt>
                <c:pt idx="79">
                  <c:v>54.25</c:v>
                </c:pt>
                <c:pt idx="80">
                  <c:v>34.95</c:v>
                </c:pt>
                <c:pt idx="81">
                  <c:v>57.36</c:v>
                </c:pt>
                <c:pt idx="82">
                  <c:v>59.21</c:v>
                </c:pt>
                <c:pt idx="83">
                  <c:v>68.72</c:v>
                </c:pt>
                <c:pt idx="84">
                  <c:v>100.7</c:v>
                </c:pt>
                <c:pt idx="85">
                  <c:v>45.91</c:v>
                </c:pt>
                <c:pt idx="86">
                  <c:v>64.07</c:v>
                </c:pt>
                <c:pt idx="87">
                  <c:v>39.56</c:v>
                </c:pt>
                <c:pt idx="88">
                  <c:v>52.25</c:v>
                </c:pt>
                <c:pt idx="89">
                  <c:v>66.24</c:v>
                </c:pt>
                <c:pt idx="90">
                  <c:v>95.33</c:v>
                </c:pt>
                <c:pt idx="91">
                  <c:v>122.82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A_MonthPrice!$F$2:$F$205</c:f>
              <c:numCache>
                <c:formatCode>General</c:formatCode>
                <c:ptCount val="204"/>
                <c:pt idx="0">
                  <c:v>67.64</c:v>
                </c:pt>
                <c:pt idx="1">
                  <c:v>57.64</c:v>
                </c:pt>
                <c:pt idx="2">
                  <c:v>52.86</c:v>
                </c:pt>
                <c:pt idx="3">
                  <c:v>53.39</c:v>
                </c:pt>
                <c:pt idx="4">
                  <c:v>50.67</c:v>
                </c:pt>
                <c:pt idx="5">
                  <c:v>48.58</c:v>
                </c:pt>
                <c:pt idx="6">
                  <c:v>52.32</c:v>
                </c:pt>
                <c:pt idx="7">
                  <c:v>49.59</c:v>
                </c:pt>
                <c:pt idx="8">
                  <c:v>51.16</c:v>
                </c:pt>
                <c:pt idx="9">
                  <c:v>52.83</c:v>
                </c:pt>
                <c:pt idx="10">
                  <c:v>48.17</c:v>
                </c:pt>
                <c:pt idx="11">
                  <c:v>43.33</c:v>
                </c:pt>
                <c:pt idx="12">
                  <c:v>47.44</c:v>
                </c:pt>
                <c:pt idx="13">
                  <c:v>39.26</c:v>
                </c:pt>
                <c:pt idx="14">
                  <c:v>31.97</c:v>
                </c:pt>
                <c:pt idx="15">
                  <c:v>24.79</c:v>
                </c:pt>
                <c:pt idx="16">
                  <c:v>21.79</c:v>
                </c:pt>
                <c:pt idx="17">
                  <c:v>28.06</c:v>
                </c:pt>
                <c:pt idx="18">
                  <c:v>37.99</c:v>
                </c:pt>
                <c:pt idx="19">
                  <c:v>40.27</c:v>
                </c:pt>
                <c:pt idx="20">
                  <c:v>48.77</c:v>
                </c:pt>
                <c:pt idx="21">
                  <c:v>43.52</c:v>
                </c:pt>
                <c:pt idx="22">
                  <c:v>48.75</c:v>
                </c:pt>
                <c:pt idx="23">
                  <c:v>54.07</c:v>
                </c:pt>
                <c:pt idx="24">
                  <c:v>60.7</c:v>
                </c:pt>
                <c:pt idx="25">
                  <c:v>56.56</c:v>
                </c:pt>
                <c:pt idx="26">
                  <c:v>60.41</c:v>
                </c:pt>
                <c:pt idx="27">
                  <c:v>69.05</c:v>
                </c:pt>
                <c:pt idx="28">
                  <c:v>69.95</c:v>
                </c:pt>
                <c:pt idx="29">
                  <c:v>84.84</c:v>
                </c:pt>
                <c:pt idx="30">
                  <c:v>102.7</c:v>
                </c:pt>
                <c:pt idx="31">
                  <c:v>112.57</c:v>
                </c:pt>
                <c:pt idx="32">
                  <c:v>158.74</c:v>
                </c:pt>
                <c:pt idx="33">
                  <c:v>217.66</c:v>
                </c:pt>
                <c:pt idx="34">
                  <c:v>225.99</c:v>
                </c:pt>
                <c:pt idx="35">
                  <c:v>281.01</c:v>
                </c:pt>
                <c:pt idx="36">
                  <c:v>224.49</c:v>
                </c:pt>
                <c:pt idx="37">
                  <c:v>211.76</c:v>
                </c:pt>
                <c:pt idx="38">
                  <c:v>307.97</c:v>
                </c:pt>
                <c:pt idx="39">
                  <c:v>245.79</c:v>
                </c:pt>
                <c:pt idx="40">
                  <c:v>230.04</c:v>
                </c:pt>
                <c:pt idx="41">
                  <c:v>271.67</c:v>
                </c:pt>
                <c:pt idx="42">
                  <c:v>441.77</c:v>
                </c:pt>
                <c:pt idx="43">
                  <c:v>543.55</c:v>
                </c:pt>
                <c:pt idx="44">
                  <c:v>429.25</c:v>
                </c:pt>
                <c:pt idx="45">
                  <c:v>211.16</c:v>
                </c:pt>
                <c:pt idx="46">
                  <c:v>224.79</c:v>
                </c:pt>
                <c:pt idx="47">
                  <c:v>294.82</c:v>
                </c:pt>
                <c:pt idx="48">
                  <c:v>174.44</c:v>
                </c:pt>
                <c:pt idx="49">
                  <c:v>161.03</c:v>
                </c:pt>
                <c:pt idx="50">
                  <c:v>136.31</c:v>
                </c:pt>
                <c:pt idx="51">
                  <c:v>134.9</c:v>
                </c:pt>
                <c:pt idx="52">
                  <c:v>105.65</c:v>
                </c:pt>
                <c:pt idx="53">
                  <c:v>105.39</c:v>
                </c:pt>
                <c:pt idx="54">
                  <c:v>112.08</c:v>
                </c:pt>
                <c:pt idx="55">
                  <c:v>111.93</c:v>
                </c:pt>
                <c:pt idx="56">
                  <c:v>115.69</c:v>
                </c:pt>
                <c:pt idx="57">
                  <c:v>134.2</c:v>
                </c:pt>
                <c:pt idx="58">
                  <c:v>121.74</c:v>
                </c:pt>
                <c:pt idx="59">
                  <c:v>115.45</c:v>
                </c:pt>
                <c:pt idx="60">
                  <c:v>99.14</c:v>
                </c:pt>
                <c:pt idx="61">
                  <c:v>87.6</c:v>
                </c:pt>
                <c:pt idx="62">
                  <c:v>88.85</c:v>
                </c:pt>
                <c:pt idx="63">
                  <c:v>86.76</c:v>
                </c:pt>
                <c:pt idx="64">
                  <c:v>94.94</c:v>
                </c:pt>
                <c:pt idx="65">
                  <c:v>103.18</c:v>
                </c:pt>
                <c:pt idx="66">
                  <c:v>112.37</c:v>
                </c:pt>
                <c:pt idx="67">
                  <c:v>128.5</c:v>
                </c:pt>
                <c:pt idx="68">
                  <c:v>117.08</c:v>
                </c:pt>
                <c:pt idx="69">
                  <c:v>116.67</c:v>
                </c:pt>
                <c:pt idx="70">
                  <c:v>130.93</c:v>
                </c:pt>
                <c:pt idx="71">
                  <c:v>135.05</c:v>
                </c:pt>
                <c:pt idx="72">
                  <c:v>143.03</c:v>
                </c:pt>
                <c:pt idx="73">
                  <c:v>150.34</c:v>
                </c:pt>
                <c:pt idx="74">
                  <c:v>120.46</c:v>
                </c:pt>
                <c:pt idx="75">
                  <c:v>99.85</c:v>
                </c:pt>
                <c:pt idx="76">
                  <c:v>93.66</c:v>
                </c:pt>
                <c:pt idx="77">
                  <c:v>111.76</c:v>
                </c:pt>
                <c:pt idx="78">
                  <c:v>113.07</c:v>
                </c:pt>
                <c:pt idx="79">
                  <c:v>108.76</c:v>
                </c:pt>
                <c:pt idx="80">
                  <c:v>109.1</c:v>
                </c:pt>
                <c:pt idx="81">
                  <c:v>110.96</c:v>
                </c:pt>
                <c:pt idx="82">
                  <c:v>117.04</c:v>
                </c:pt>
                <c:pt idx="83">
                  <c:v>115.48</c:v>
                </c:pt>
                <c:pt idx="84">
                  <c:v>132.65</c:v>
                </c:pt>
                <c:pt idx="85">
                  <c:v>114.3</c:v>
                </c:pt>
                <c:pt idx="86">
                  <c:v>143.44</c:v>
                </c:pt>
                <c:pt idx="87">
                  <c:v>119.31</c:v>
                </c:pt>
                <c:pt idx="88">
                  <c:v>119.34</c:v>
                </c:pt>
                <c:pt idx="89">
                  <c:v>132.55</c:v>
                </c:pt>
                <c:pt idx="90">
                  <c:v>157.15</c:v>
                </c:pt>
                <c:pt idx="91">
                  <c:v>180.1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0"/>
              </c:strCache>
            </c:strRef>
          </c:cat>
          <c:val>
            <c:numRef>
              <c:f>A_MonthPrice!$G$2:$G$205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€/MWh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B_Penetration!$B$2:$B$205</c:f>
              <c:numCache>
                <c:formatCode>General</c:formatCode>
                <c:ptCount val="204"/>
                <c:pt idx="11">
                  <c:v>31.71</c:v>
                </c:pt>
                <c:pt idx="12">
                  <c:v>32.17</c:v>
                </c:pt>
                <c:pt idx="13">
                  <c:v>33.77</c:v>
                </c:pt>
                <c:pt idx="14">
                  <c:v>33.86</c:v>
                </c:pt>
                <c:pt idx="15">
                  <c:v>34.64</c:v>
                </c:pt>
                <c:pt idx="16">
                  <c:v>35.17</c:v>
                </c:pt>
                <c:pt idx="17">
                  <c:v>35.07</c:v>
                </c:pt>
                <c:pt idx="18">
                  <c:v>35.42</c:v>
                </c:pt>
                <c:pt idx="19">
                  <c:v>35.53</c:v>
                </c:pt>
                <c:pt idx="20">
                  <c:v>35.09</c:v>
                </c:pt>
                <c:pt idx="21">
                  <c:v>35.42</c:v>
                </c:pt>
                <c:pt idx="22">
                  <c:v>35.7</c:v>
                </c:pt>
                <c:pt idx="23">
                  <c:v>34.98</c:v>
                </c:pt>
                <c:pt idx="24">
                  <c:v>34.21</c:v>
                </c:pt>
                <c:pt idx="25">
                  <c:v>32.85</c:v>
                </c:pt>
                <c:pt idx="26">
                  <c:v>32.28</c:v>
                </c:pt>
                <c:pt idx="27">
                  <c:v>31.7</c:v>
                </c:pt>
                <c:pt idx="28">
                  <c:v>31.81</c:v>
                </c:pt>
                <c:pt idx="29">
                  <c:v>31.48</c:v>
                </c:pt>
                <c:pt idx="30">
                  <c:v>31.21</c:v>
                </c:pt>
                <c:pt idx="31">
                  <c:v>31.55</c:v>
                </c:pt>
                <c:pt idx="32">
                  <c:v>31.43</c:v>
                </c:pt>
                <c:pt idx="33">
                  <c:v>31.54</c:v>
                </c:pt>
                <c:pt idx="34">
                  <c:v>31.32</c:v>
                </c:pt>
                <c:pt idx="35">
                  <c:v>31.41</c:v>
                </c:pt>
                <c:pt idx="36">
                  <c:v>32.2</c:v>
                </c:pt>
                <c:pt idx="37">
                  <c:v>33.64</c:v>
                </c:pt>
                <c:pt idx="38">
                  <c:v>33.32</c:v>
                </c:pt>
                <c:pt idx="39">
                  <c:v>33.76</c:v>
                </c:pt>
                <c:pt idx="40">
                  <c:v>33.79</c:v>
                </c:pt>
                <c:pt idx="41">
                  <c:v>34.4</c:v>
                </c:pt>
                <c:pt idx="42">
                  <c:v>34.82</c:v>
                </c:pt>
                <c:pt idx="43">
                  <c:v>34.56</c:v>
                </c:pt>
                <c:pt idx="44">
                  <c:v>35.18</c:v>
                </c:pt>
                <c:pt idx="45">
                  <c:v>35.31</c:v>
                </c:pt>
                <c:pt idx="46">
                  <c:v>36.11</c:v>
                </c:pt>
                <c:pt idx="47">
                  <c:v>36.26</c:v>
                </c:pt>
                <c:pt idx="48">
                  <c:v>36.73</c:v>
                </c:pt>
                <c:pt idx="49">
                  <c:v>35.54</c:v>
                </c:pt>
                <c:pt idx="50">
                  <c:v>36.52</c:v>
                </c:pt>
                <c:pt idx="51">
                  <c:v>36.73</c:v>
                </c:pt>
                <c:pt idx="52">
                  <c:v>37.37</c:v>
                </c:pt>
                <c:pt idx="53">
                  <c:v>38.11</c:v>
                </c:pt>
                <c:pt idx="54">
                  <c:v>39.44</c:v>
                </c:pt>
                <c:pt idx="55">
                  <c:v>40.36</c:v>
                </c:pt>
                <c:pt idx="56">
                  <c:v>40.99</c:v>
                </c:pt>
                <c:pt idx="57">
                  <c:v>41.73</c:v>
                </c:pt>
                <c:pt idx="58">
                  <c:v>42.51</c:v>
                </c:pt>
                <c:pt idx="59">
                  <c:v>43.9</c:v>
                </c:pt>
                <c:pt idx="60">
                  <c:v>44.2</c:v>
                </c:pt>
                <c:pt idx="61">
                  <c:v>45.35</c:v>
                </c:pt>
                <c:pt idx="62">
                  <c:v>45.56</c:v>
                </c:pt>
                <c:pt idx="63">
                  <c:v>46.33</c:v>
                </c:pt>
                <c:pt idx="64">
                  <c:v>46.42</c:v>
                </c:pt>
                <c:pt idx="65">
                  <c:v>46.71</c:v>
                </c:pt>
                <c:pt idx="66">
                  <c:v>46.47</c:v>
                </c:pt>
                <c:pt idx="67">
                  <c:v>46.92</c:v>
                </c:pt>
                <c:pt idx="68">
                  <c:v>47.69</c:v>
                </c:pt>
                <c:pt idx="69">
                  <c:v>47.2</c:v>
                </c:pt>
                <c:pt idx="70">
                  <c:v>46.55</c:v>
                </c:pt>
                <c:pt idx="71">
                  <c:v>46.26</c:v>
                </c:pt>
                <c:pt idx="72">
                  <c:v>45.96</c:v>
                </c:pt>
                <c:pt idx="73">
                  <c:v>44.71</c:v>
                </c:pt>
                <c:pt idx="74">
                  <c:v>44.38</c:v>
                </c:pt>
                <c:pt idx="75">
                  <c:v>43.99</c:v>
                </c:pt>
                <c:pt idx="76">
                  <c:v>44.69</c:v>
                </c:pt>
                <c:pt idx="77">
                  <c:v>45.67</c:v>
                </c:pt>
                <c:pt idx="78">
                  <c:v>45.74</c:v>
                </c:pt>
                <c:pt idx="79">
                  <c:v>46.17</c:v>
                </c:pt>
                <c:pt idx="80">
                  <c:v>46.48</c:v>
                </c:pt>
                <c:pt idx="81">
                  <c:v>47.33</c:v>
                </c:pt>
                <c:pt idx="82">
                  <c:v>47.54</c:v>
                </c:pt>
                <c:pt idx="83">
                  <c:v>47.66</c:v>
                </c:pt>
                <c:pt idx="84">
                  <c:v>47.6</c:v>
                </c:pt>
                <c:pt idx="85">
                  <c:v>48.36</c:v>
                </c:pt>
                <c:pt idx="86">
                  <c:v>48.91</c:v>
                </c:pt>
                <c:pt idx="87">
                  <c:v>49.5</c:v>
                </c:pt>
                <c:pt idx="88">
                  <c:v>49.18</c:v>
                </c:pt>
                <c:pt idx="89">
                  <c:v>48.76</c:v>
                </c:pt>
                <c:pt idx="90">
                  <c:v>49.48</c:v>
                </c:pt>
                <c:pt idx="91">
                  <c:v>49.78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B_Penetration!$C$2:$C$205</c:f>
              <c:numCache>
                <c:formatCode>General</c:formatCode>
                <c:ptCount val="204"/>
                <c:pt idx="11">
                  <c:v>27.13</c:v>
                </c:pt>
                <c:pt idx="12">
                  <c:v>26.8</c:v>
                </c:pt>
                <c:pt idx="13">
                  <c:v>27.18</c:v>
                </c:pt>
                <c:pt idx="14">
                  <c:v>27.43</c:v>
                </c:pt>
                <c:pt idx="15">
                  <c:v>27.43</c:v>
                </c:pt>
                <c:pt idx="16">
                  <c:v>27.73</c:v>
                </c:pt>
                <c:pt idx="17">
                  <c:v>28.27</c:v>
                </c:pt>
                <c:pt idx="18">
                  <c:v>28.9</c:v>
                </c:pt>
                <c:pt idx="19">
                  <c:v>29.48</c:v>
                </c:pt>
                <c:pt idx="20">
                  <c:v>29.78</c:v>
                </c:pt>
                <c:pt idx="21">
                  <c:v>30.81</c:v>
                </c:pt>
                <c:pt idx="22">
                  <c:v>30.01</c:v>
                </c:pt>
                <c:pt idx="23">
                  <c:v>30.71</c:v>
                </c:pt>
                <c:pt idx="24">
                  <c:v>31.55</c:v>
                </c:pt>
                <c:pt idx="25">
                  <c:v>32.25</c:v>
                </c:pt>
                <c:pt idx="26">
                  <c:v>32.42</c:v>
                </c:pt>
                <c:pt idx="27">
                  <c:v>32.51</c:v>
                </c:pt>
                <c:pt idx="28">
                  <c:v>32.78</c:v>
                </c:pt>
                <c:pt idx="29">
                  <c:v>33.02</c:v>
                </c:pt>
                <c:pt idx="30">
                  <c:v>33.5</c:v>
                </c:pt>
                <c:pt idx="31">
                  <c:v>33.85</c:v>
                </c:pt>
                <c:pt idx="32">
                  <c:v>33.77</c:v>
                </c:pt>
                <c:pt idx="33">
                  <c:v>33.42</c:v>
                </c:pt>
                <c:pt idx="34">
                  <c:v>34.15</c:v>
                </c:pt>
                <c:pt idx="35">
                  <c:v>34.06</c:v>
                </c:pt>
                <c:pt idx="36">
                  <c:v>33.7</c:v>
                </c:pt>
                <c:pt idx="37">
                  <c:v>33.35</c:v>
                </c:pt>
                <c:pt idx="38">
                  <c:v>33.39</c:v>
                </c:pt>
                <c:pt idx="39">
                  <c:v>34.15</c:v>
                </c:pt>
                <c:pt idx="40">
                  <c:v>34.26</c:v>
                </c:pt>
                <c:pt idx="41">
                  <c:v>34.12</c:v>
                </c:pt>
                <c:pt idx="42">
                  <c:v>33.88</c:v>
                </c:pt>
                <c:pt idx="43">
                  <c:v>33.87</c:v>
                </c:pt>
                <c:pt idx="44">
                  <c:v>34.18</c:v>
                </c:pt>
                <c:pt idx="45">
                  <c:v>34.34</c:v>
                </c:pt>
                <c:pt idx="46">
                  <c:v>34.7</c:v>
                </c:pt>
                <c:pt idx="47">
                  <c:v>34.43</c:v>
                </c:pt>
                <c:pt idx="48">
                  <c:v>35.24</c:v>
                </c:pt>
                <c:pt idx="49">
                  <c:v>35.35</c:v>
                </c:pt>
                <c:pt idx="50">
                  <c:v>35.95</c:v>
                </c:pt>
                <c:pt idx="51">
                  <c:v>36.29</c:v>
                </c:pt>
                <c:pt idx="52">
                  <c:v>36.86</c:v>
                </c:pt>
                <c:pt idx="53">
                  <c:v>37.2</c:v>
                </c:pt>
                <c:pt idx="54">
                  <c:v>37.81</c:v>
                </c:pt>
                <c:pt idx="55">
                  <c:v>38.53</c:v>
                </c:pt>
                <c:pt idx="56">
                  <c:v>38.94</c:v>
                </c:pt>
                <c:pt idx="57">
                  <c:v>39.64</c:v>
                </c:pt>
                <c:pt idx="58">
                  <c:v>39.94</c:v>
                </c:pt>
                <c:pt idx="59">
                  <c:v>40.29</c:v>
                </c:pt>
                <c:pt idx="60">
                  <c:v>39.83</c:v>
                </c:pt>
                <c:pt idx="61">
                  <c:v>40.81</c:v>
                </c:pt>
                <c:pt idx="62">
                  <c:v>40.73</c:v>
                </c:pt>
                <c:pt idx="63">
                  <c:v>40.74</c:v>
                </c:pt>
                <c:pt idx="64">
                  <c:v>40.84</c:v>
                </c:pt>
                <c:pt idx="65">
                  <c:v>41.65</c:v>
                </c:pt>
                <c:pt idx="66">
                  <c:v>42.14</c:v>
                </c:pt>
                <c:pt idx="67">
                  <c:v>42.39</c:v>
                </c:pt>
                <c:pt idx="68">
                  <c:v>43.05</c:v>
                </c:pt>
                <c:pt idx="69">
                  <c:v>42.96</c:v>
                </c:pt>
                <c:pt idx="70">
                  <c:v>42.44</c:v>
                </c:pt>
                <c:pt idx="71">
                  <c:v>42.47</c:v>
                </c:pt>
                <c:pt idx="72">
                  <c:v>43.08</c:v>
                </c:pt>
                <c:pt idx="73">
                  <c:v>42.1</c:v>
                </c:pt>
                <c:pt idx="74">
                  <c:v>42.1</c:v>
                </c:pt>
                <c:pt idx="75">
                  <c:v>42.03</c:v>
                </c:pt>
                <c:pt idx="76">
                  <c:v>41.55</c:v>
                </c:pt>
                <c:pt idx="77">
                  <c:v>41.18</c:v>
                </c:pt>
                <c:pt idx="78">
                  <c:v>41.24</c:v>
                </c:pt>
                <c:pt idx="79">
                  <c:v>41.19</c:v>
                </c:pt>
                <c:pt idx="80">
                  <c:v>41.18</c:v>
                </c:pt>
                <c:pt idx="81">
                  <c:v>41.14</c:v>
                </c:pt>
                <c:pt idx="82">
                  <c:v>41.93</c:v>
                </c:pt>
                <c:pt idx="83">
                  <c:v>41.71</c:v>
                </c:pt>
                <c:pt idx="84">
                  <c:v>41.72</c:v>
                </c:pt>
                <c:pt idx="85">
                  <c:v>42.37</c:v>
                </c:pt>
                <c:pt idx="86">
                  <c:v>42.42</c:v>
                </c:pt>
                <c:pt idx="87">
                  <c:v>42.62</c:v>
                </c:pt>
                <c:pt idx="88">
                  <c:v>42.96</c:v>
                </c:pt>
                <c:pt idx="89">
                  <c:v>43.47</c:v>
                </c:pt>
                <c:pt idx="90">
                  <c:v>43.41</c:v>
                </c:pt>
                <c:pt idx="91">
                  <c:v>43.64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B_Penetration!$D$2:$D$205</c:f>
              <c:numCache>
                <c:formatCode>General</c:formatCode>
                <c:ptCount val="204"/>
                <c:pt idx="11">
                  <c:v>29.41</c:v>
                </c:pt>
                <c:pt idx="12">
                  <c:v>28.91</c:v>
                </c:pt>
                <c:pt idx="13">
                  <c:v>28.43</c:v>
                </c:pt>
                <c:pt idx="14">
                  <c:v>28.45</c:v>
                </c:pt>
                <c:pt idx="15">
                  <c:v>28.3</c:v>
                </c:pt>
                <c:pt idx="16">
                  <c:v>27.71</c:v>
                </c:pt>
                <c:pt idx="17">
                  <c:v>28.07</c:v>
                </c:pt>
                <c:pt idx="18">
                  <c:v>28.42</c:v>
                </c:pt>
                <c:pt idx="19">
                  <c:v>28.34</c:v>
                </c:pt>
                <c:pt idx="20">
                  <c:v>27.73</c:v>
                </c:pt>
                <c:pt idx="21">
                  <c:v>27.8</c:v>
                </c:pt>
                <c:pt idx="22">
                  <c:v>26.45</c:v>
                </c:pt>
                <c:pt idx="23">
                  <c:v>27.01</c:v>
                </c:pt>
                <c:pt idx="24">
                  <c:v>27.52</c:v>
                </c:pt>
                <c:pt idx="25">
                  <c:v>28.23</c:v>
                </c:pt>
                <c:pt idx="26">
                  <c:v>27.82</c:v>
                </c:pt>
                <c:pt idx="27">
                  <c:v>26.96</c:v>
                </c:pt>
                <c:pt idx="28">
                  <c:v>27.89</c:v>
                </c:pt>
                <c:pt idx="29">
                  <c:v>27.66</c:v>
                </c:pt>
                <c:pt idx="30">
                  <c:v>28.29</c:v>
                </c:pt>
                <c:pt idx="31">
                  <c:v>28.65</c:v>
                </c:pt>
                <c:pt idx="32">
                  <c:v>29.3</c:v>
                </c:pt>
                <c:pt idx="33">
                  <c:v>29.45</c:v>
                </c:pt>
                <c:pt idx="34">
                  <c:v>30.27</c:v>
                </c:pt>
                <c:pt idx="35">
                  <c:v>31.12</c:v>
                </c:pt>
                <c:pt idx="36">
                  <c:v>31.47</c:v>
                </c:pt>
                <c:pt idx="37">
                  <c:v>31.86</c:v>
                </c:pt>
                <c:pt idx="38">
                  <c:v>32.9</c:v>
                </c:pt>
                <c:pt idx="39">
                  <c:v>34.43</c:v>
                </c:pt>
                <c:pt idx="40">
                  <c:v>34.09</c:v>
                </c:pt>
                <c:pt idx="41">
                  <c:v>34.65</c:v>
                </c:pt>
                <c:pt idx="42">
                  <c:v>34.68</c:v>
                </c:pt>
                <c:pt idx="43">
                  <c:v>34.84</c:v>
                </c:pt>
                <c:pt idx="44">
                  <c:v>35.35</c:v>
                </c:pt>
                <c:pt idx="45">
                  <c:v>36.05</c:v>
                </c:pt>
                <c:pt idx="46">
                  <c:v>36.04</c:v>
                </c:pt>
                <c:pt idx="47">
                  <c:v>35.05</c:v>
                </c:pt>
                <c:pt idx="48">
                  <c:v>34.64</c:v>
                </c:pt>
                <c:pt idx="49">
                  <c:v>34.4</c:v>
                </c:pt>
                <c:pt idx="50">
                  <c:v>34.5</c:v>
                </c:pt>
                <c:pt idx="51">
                  <c:v>34.97</c:v>
                </c:pt>
                <c:pt idx="52">
                  <c:v>36.48</c:v>
                </c:pt>
                <c:pt idx="53">
                  <c:v>36.45</c:v>
                </c:pt>
                <c:pt idx="54">
                  <c:v>37.24</c:v>
                </c:pt>
                <c:pt idx="55">
                  <c:v>38.28</c:v>
                </c:pt>
                <c:pt idx="56">
                  <c:v>38.32</c:v>
                </c:pt>
                <c:pt idx="57">
                  <c:v>38.42</c:v>
                </c:pt>
                <c:pt idx="58">
                  <c:v>38.35</c:v>
                </c:pt>
                <c:pt idx="59">
                  <c:v>38.29</c:v>
                </c:pt>
                <c:pt idx="60">
                  <c:v>38.17</c:v>
                </c:pt>
                <c:pt idx="61">
                  <c:v>38.76</c:v>
                </c:pt>
                <c:pt idx="62">
                  <c:v>38.13</c:v>
                </c:pt>
                <c:pt idx="63">
                  <c:v>37.41</c:v>
                </c:pt>
                <c:pt idx="64">
                  <c:v>37.13</c:v>
                </c:pt>
                <c:pt idx="65">
                  <c:v>38.13</c:v>
                </c:pt>
                <c:pt idx="66">
                  <c:v>38.64</c:v>
                </c:pt>
                <c:pt idx="67">
                  <c:v>39.16</c:v>
                </c:pt>
                <c:pt idx="68">
                  <c:v>40.5</c:v>
                </c:pt>
                <c:pt idx="69">
                  <c:v>40.93</c:v>
                </c:pt>
                <c:pt idx="70">
                  <c:v>41.88</c:v>
                </c:pt>
                <c:pt idx="71">
                  <c:v>42.86</c:v>
                </c:pt>
                <c:pt idx="72">
                  <c:v>44.05</c:v>
                </c:pt>
                <c:pt idx="73">
                  <c:v>43.2</c:v>
                </c:pt>
                <c:pt idx="74">
                  <c:v>43.53</c:v>
                </c:pt>
                <c:pt idx="75">
                  <c:v>43.6</c:v>
                </c:pt>
                <c:pt idx="76">
                  <c:v>42.5</c:v>
                </c:pt>
                <c:pt idx="77">
                  <c:v>42.26</c:v>
                </c:pt>
                <c:pt idx="78">
                  <c:v>42.5</c:v>
                </c:pt>
                <c:pt idx="79">
                  <c:v>41.99</c:v>
                </c:pt>
                <c:pt idx="80">
                  <c:v>41.66</c:v>
                </c:pt>
                <c:pt idx="81">
                  <c:v>41.37</c:v>
                </c:pt>
                <c:pt idx="82">
                  <c:v>41.12</c:v>
                </c:pt>
                <c:pt idx="83">
                  <c:v>40.4</c:v>
                </c:pt>
                <c:pt idx="84">
                  <c:v>40.11</c:v>
                </c:pt>
                <c:pt idx="85">
                  <c:v>40.71</c:v>
                </c:pt>
                <c:pt idx="86">
                  <c:v>40.51</c:v>
                </c:pt>
                <c:pt idx="87">
                  <c:v>40.64</c:v>
                </c:pt>
                <c:pt idx="88">
                  <c:v>41.34</c:v>
                </c:pt>
                <c:pt idx="89">
                  <c:v>42.06</c:v>
                </c:pt>
                <c:pt idx="90">
                  <c:v>41.45</c:v>
                </c:pt>
                <c:pt idx="91">
                  <c:v>41.65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B_Penetration!$E$2:$E$205</c:f>
              <c:numCache>
                <c:formatCode>General</c:formatCode>
                <c:ptCount val="204"/>
                <c:pt idx="11">
                  <c:v>8.43</c:v>
                </c:pt>
                <c:pt idx="12">
                  <c:v>8.61</c:v>
                </c:pt>
                <c:pt idx="13">
                  <c:v>9.12</c:v>
                </c:pt>
                <c:pt idx="14">
                  <c:v>9.18</c:v>
                </c:pt>
                <c:pt idx="15">
                  <c:v>9.33</c:v>
                </c:pt>
                <c:pt idx="16">
                  <c:v>9.59</c:v>
                </c:pt>
                <c:pt idx="17">
                  <c:v>9.74</c:v>
                </c:pt>
                <c:pt idx="18">
                  <c:v>9.98</c:v>
                </c:pt>
                <c:pt idx="19">
                  <c:v>10.18</c:v>
                </c:pt>
                <c:pt idx="20">
                  <c:v>10.23</c:v>
                </c:pt>
                <c:pt idx="21">
                  <c:v>10.42</c:v>
                </c:pt>
                <c:pt idx="22">
                  <c:v>10.44</c:v>
                </c:pt>
                <c:pt idx="23">
                  <c:v>10.4</c:v>
                </c:pt>
                <c:pt idx="24">
                  <c:v>10.36</c:v>
                </c:pt>
                <c:pt idx="25">
                  <c:v>10.15</c:v>
                </c:pt>
                <c:pt idx="26">
                  <c:v>10.06</c:v>
                </c:pt>
                <c:pt idx="27">
                  <c:v>10.17</c:v>
                </c:pt>
                <c:pt idx="28">
                  <c:v>10.31</c:v>
                </c:pt>
                <c:pt idx="29">
                  <c:v>10.1</c:v>
                </c:pt>
                <c:pt idx="30">
                  <c:v>9.99</c:v>
                </c:pt>
                <c:pt idx="31">
                  <c:v>9.94</c:v>
                </c:pt>
                <c:pt idx="32">
                  <c:v>9.72</c:v>
                </c:pt>
                <c:pt idx="33">
                  <c:v>9.61</c:v>
                </c:pt>
                <c:pt idx="34">
                  <c:v>9.53</c:v>
                </c:pt>
                <c:pt idx="35">
                  <c:v>9.57</c:v>
                </c:pt>
                <c:pt idx="36">
                  <c:v>9.53</c:v>
                </c:pt>
                <c:pt idx="37">
                  <c:v>9.75</c:v>
                </c:pt>
                <c:pt idx="38">
                  <c:v>9.8</c:v>
                </c:pt>
                <c:pt idx="39">
                  <c:v>10.01</c:v>
                </c:pt>
                <c:pt idx="40">
                  <c:v>10.03</c:v>
                </c:pt>
                <c:pt idx="41">
                  <c:v>10.47</c:v>
                </c:pt>
                <c:pt idx="42">
                  <c:v>10.89</c:v>
                </c:pt>
                <c:pt idx="43">
                  <c:v>11.34</c:v>
                </c:pt>
                <c:pt idx="44">
                  <c:v>11.88</c:v>
                </c:pt>
                <c:pt idx="45">
                  <c:v>12.2</c:v>
                </c:pt>
                <c:pt idx="46">
                  <c:v>12.87</c:v>
                </c:pt>
                <c:pt idx="47">
                  <c:v>13.03</c:v>
                </c:pt>
                <c:pt idx="48">
                  <c:v>13.52</c:v>
                </c:pt>
                <c:pt idx="49">
                  <c:v>13.31</c:v>
                </c:pt>
                <c:pt idx="50">
                  <c:v>13.8</c:v>
                </c:pt>
                <c:pt idx="51">
                  <c:v>13.93</c:v>
                </c:pt>
                <c:pt idx="52">
                  <c:v>14.15</c:v>
                </c:pt>
                <c:pt idx="53">
                  <c:v>14.22</c:v>
                </c:pt>
                <c:pt idx="54">
                  <c:v>14.38</c:v>
                </c:pt>
                <c:pt idx="55">
                  <c:v>14.37</c:v>
                </c:pt>
                <c:pt idx="56">
                  <c:v>14.26</c:v>
                </c:pt>
                <c:pt idx="57">
                  <c:v>14.28</c:v>
                </c:pt>
                <c:pt idx="58">
                  <c:v>14.32</c:v>
                </c:pt>
                <c:pt idx="59">
                  <c:v>14.58</c:v>
                </c:pt>
                <c:pt idx="60">
                  <c:v>14.45</c:v>
                </c:pt>
                <c:pt idx="61">
                  <c:v>14.79</c:v>
                </c:pt>
                <c:pt idx="62">
                  <c:v>14.54</c:v>
                </c:pt>
                <c:pt idx="63">
                  <c:v>14.66</c:v>
                </c:pt>
                <c:pt idx="64">
                  <c:v>14.39</c:v>
                </c:pt>
                <c:pt idx="65">
                  <c:v>14.34</c:v>
                </c:pt>
                <c:pt idx="66">
                  <c:v>14.04</c:v>
                </c:pt>
                <c:pt idx="67">
                  <c:v>13.91</c:v>
                </c:pt>
                <c:pt idx="68">
                  <c:v>14.18</c:v>
                </c:pt>
                <c:pt idx="69">
                  <c:v>13.92</c:v>
                </c:pt>
                <c:pt idx="70">
                  <c:v>13.55</c:v>
                </c:pt>
                <c:pt idx="71">
                  <c:v>13.31</c:v>
                </c:pt>
                <c:pt idx="72">
                  <c:v>13.36</c:v>
                </c:pt>
                <c:pt idx="73">
                  <c:v>13.08</c:v>
                </c:pt>
                <c:pt idx="74">
                  <c:v>13.15</c:v>
                </c:pt>
                <c:pt idx="75">
                  <c:v>13.13</c:v>
                </c:pt>
                <c:pt idx="76">
                  <c:v>13.57</c:v>
                </c:pt>
                <c:pt idx="77">
                  <c:v>13.82</c:v>
                </c:pt>
                <c:pt idx="78">
                  <c:v>14.14</c:v>
                </c:pt>
                <c:pt idx="79">
                  <c:v>14.32</c:v>
                </c:pt>
                <c:pt idx="80">
                  <c:v>14.33</c:v>
                </c:pt>
                <c:pt idx="81">
                  <c:v>14.79</c:v>
                </c:pt>
                <c:pt idx="82">
                  <c:v>14.97</c:v>
                </c:pt>
                <c:pt idx="83">
                  <c:v>15.01</c:v>
                </c:pt>
                <c:pt idx="84">
                  <c:v>15.06</c:v>
                </c:pt>
                <c:pt idx="85">
                  <c:v>15.47</c:v>
                </c:pt>
                <c:pt idx="86">
                  <c:v>15.57</c:v>
                </c:pt>
                <c:pt idx="87">
                  <c:v>15.59</c:v>
                </c:pt>
                <c:pt idx="88">
                  <c:v>15.45</c:v>
                </c:pt>
                <c:pt idx="89">
                  <c:v>15.59</c:v>
                </c:pt>
                <c:pt idx="90">
                  <c:v>15.72</c:v>
                </c:pt>
                <c:pt idx="91">
                  <c:v>15.99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B_Penetration!$F$2:$F$205</c:f>
              <c:numCache>
                <c:formatCode>General</c:formatCode>
                <c:ptCount val="204"/>
                <c:pt idx="11">
                  <c:v>15.18</c:v>
                </c:pt>
                <c:pt idx="12">
                  <c:v>15.02</c:v>
                </c:pt>
                <c:pt idx="13">
                  <c:v>15.09</c:v>
                </c:pt>
                <c:pt idx="14">
                  <c:v>14.94</c:v>
                </c:pt>
                <c:pt idx="15">
                  <c:v>15.3</c:v>
                </c:pt>
                <c:pt idx="16">
                  <c:v>15.62</c:v>
                </c:pt>
                <c:pt idx="17">
                  <c:v>15.92</c:v>
                </c:pt>
                <c:pt idx="18">
                  <c:v>16.02</c:v>
                </c:pt>
                <c:pt idx="19">
                  <c:v>16.21</c:v>
                </c:pt>
                <c:pt idx="20">
                  <c:v>16.28</c:v>
                </c:pt>
                <c:pt idx="21">
                  <c:v>16.6</c:v>
                </c:pt>
                <c:pt idx="22">
                  <c:v>16.31</c:v>
                </c:pt>
                <c:pt idx="23">
                  <c:v>16.08</c:v>
                </c:pt>
                <c:pt idx="24">
                  <c:v>16.38</c:v>
                </c:pt>
                <c:pt idx="25">
                  <c:v>16.1</c:v>
                </c:pt>
                <c:pt idx="26">
                  <c:v>16.1</c:v>
                </c:pt>
                <c:pt idx="27">
                  <c:v>15.92</c:v>
                </c:pt>
                <c:pt idx="28">
                  <c:v>16.13</c:v>
                </c:pt>
                <c:pt idx="29">
                  <c:v>15.92</c:v>
                </c:pt>
                <c:pt idx="30">
                  <c:v>15.99</c:v>
                </c:pt>
                <c:pt idx="31">
                  <c:v>16.19</c:v>
                </c:pt>
                <c:pt idx="32">
                  <c:v>16.14</c:v>
                </c:pt>
                <c:pt idx="33">
                  <c:v>16.14</c:v>
                </c:pt>
                <c:pt idx="34">
                  <c:v>16.2</c:v>
                </c:pt>
                <c:pt idx="35">
                  <c:v>16.42</c:v>
                </c:pt>
                <c:pt idx="36">
                  <c:v>16.41</c:v>
                </c:pt>
                <c:pt idx="37">
                  <c:v>16.61</c:v>
                </c:pt>
                <c:pt idx="38">
                  <c:v>16.52</c:v>
                </c:pt>
                <c:pt idx="39">
                  <c:v>17.1</c:v>
                </c:pt>
                <c:pt idx="40">
                  <c:v>16.76</c:v>
                </c:pt>
                <c:pt idx="41">
                  <c:v>16.93</c:v>
                </c:pt>
                <c:pt idx="42">
                  <c:v>16.93</c:v>
                </c:pt>
                <c:pt idx="43">
                  <c:v>16.89</c:v>
                </c:pt>
                <c:pt idx="44">
                  <c:v>17.24</c:v>
                </c:pt>
                <c:pt idx="45">
                  <c:v>17.15</c:v>
                </c:pt>
                <c:pt idx="46">
                  <c:v>17.54</c:v>
                </c:pt>
                <c:pt idx="47">
                  <c:v>17.23</c:v>
                </c:pt>
                <c:pt idx="48">
                  <c:v>17.28</c:v>
                </c:pt>
                <c:pt idx="49">
                  <c:v>17.22</c:v>
                </c:pt>
                <c:pt idx="50">
                  <c:v>17.71</c:v>
                </c:pt>
                <c:pt idx="51">
                  <c:v>17.99</c:v>
                </c:pt>
                <c:pt idx="52">
                  <c:v>18.22</c:v>
                </c:pt>
                <c:pt idx="53">
                  <c:v>18.35</c:v>
                </c:pt>
                <c:pt idx="54">
                  <c:v>18.6</c:v>
                </c:pt>
                <c:pt idx="55">
                  <c:v>19.08</c:v>
                </c:pt>
                <c:pt idx="56">
                  <c:v>19.23</c:v>
                </c:pt>
                <c:pt idx="57">
                  <c:v>19.67</c:v>
                </c:pt>
                <c:pt idx="58">
                  <c:v>20.25</c:v>
                </c:pt>
                <c:pt idx="59">
                  <c:v>20.79</c:v>
                </c:pt>
                <c:pt idx="60">
                  <c:v>21.13</c:v>
                </c:pt>
                <c:pt idx="61">
                  <c:v>21.45</c:v>
                </c:pt>
                <c:pt idx="62">
                  <c:v>21.54</c:v>
                </c:pt>
                <c:pt idx="63">
                  <c:v>21.55</c:v>
                </c:pt>
                <c:pt idx="64">
                  <c:v>21.89</c:v>
                </c:pt>
                <c:pt idx="65">
                  <c:v>22.15</c:v>
                </c:pt>
                <c:pt idx="66">
                  <c:v>22.28</c:v>
                </c:pt>
                <c:pt idx="67">
                  <c:v>21.97</c:v>
                </c:pt>
                <c:pt idx="68">
                  <c:v>22.06</c:v>
                </c:pt>
                <c:pt idx="69">
                  <c:v>21.78</c:v>
                </c:pt>
                <c:pt idx="70">
                  <c:v>21.27</c:v>
                </c:pt>
                <c:pt idx="71">
                  <c:v>21.46</c:v>
                </c:pt>
                <c:pt idx="72">
                  <c:v>21.41</c:v>
                </c:pt>
                <c:pt idx="73">
                  <c:v>20.98</c:v>
                </c:pt>
                <c:pt idx="74">
                  <c:v>21.12</c:v>
                </c:pt>
                <c:pt idx="75">
                  <c:v>21.44</c:v>
                </c:pt>
                <c:pt idx="76">
                  <c:v>22.09</c:v>
                </c:pt>
                <c:pt idx="77">
                  <c:v>22.62</c:v>
                </c:pt>
                <c:pt idx="78">
                  <c:v>23.33</c:v>
                </c:pt>
                <c:pt idx="79">
                  <c:v>24.23</c:v>
                </c:pt>
                <c:pt idx="80">
                  <c:v>24.49</c:v>
                </c:pt>
                <c:pt idx="81">
                  <c:v>25.31</c:v>
                </c:pt>
                <c:pt idx="82">
                  <c:v>25.51</c:v>
                </c:pt>
                <c:pt idx="83">
                  <c:v>25.03</c:v>
                </c:pt>
                <c:pt idx="84">
                  <c:v>25.05</c:v>
                </c:pt>
                <c:pt idx="85">
                  <c:v>25.88</c:v>
                </c:pt>
                <c:pt idx="86">
                  <c:v>25.93</c:v>
                </c:pt>
                <c:pt idx="87">
                  <c:v>26.14</c:v>
                </c:pt>
                <c:pt idx="88">
                  <c:v>26.32</c:v>
                </c:pt>
                <c:pt idx="89">
                  <c:v>26.31</c:v>
                </c:pt>
                <c:pt idx="90">
                  <c:v>26.19</c:v>
                </c:pt>
                <c:pt idx="91">
                  <c:v>25.84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0"/>
              </c:strCache>
            </c:strRef>
          </c:cat>
          <c:val>
            <c:numRef>
              <c:f>B_Penetration!$G$2:$G$205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wind + solar, % of generation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Solar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C_CaptureErosion!$A$2:$A$205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C_CaptureErosion!$B$2:$B$205</c:f>
              <c:numCache>
                <c:formatCode>General</c:formatCode>
                <c:ptCount val="204"/>
                <c:pt idx="0">
                  <c:v>19.69</c:v>
                </c:pt>
                <c:pt idx="1">
                  <c:v>-1.62</c:v>
                </c:pt>
                <c:pt idx="2">
                  <c:v>0.61</c:v>
                </c:pt>
                <c:pt idx="3">
                  <c:v>-14.19</c:v>
                </c:pt>
                <c:pt idx="4">
                  <c:v>-6.76</c:v>
                </c:pt>
                <c:pt idx="5">
                  <c:v>-10.55</c:v>
                </c:pt>
                <c:pt idx="6">
                  <c:v>-1.41</c:v>
                </c:pt>
                <c:pt idx="7">
                  <c:v>-8.32</c:v>
                </c:pt>
                <c:pt idx="8">
                  <c:v>-6.49</c:v>
                </c:pt>
                <c:pt idx="9">
                  <c:v>2.47</c:v>
                </c:pt>
                <c:pt idx="10">
                  <c:v>6.88</c:v>
                </c:pt>
                <c:pt idx="11">
                  <c:v>15.59</c:v>
                </c:pt>
                <c:pt idx="12">
                  <c:v>9.54</c:v>
                </c:pt>
                <c:pt idx="13">
                  <c:v>5.86</c:v>
                </c:pt>
                <c:pt idx="14">
                  <c:v>-28.02</c:v>
                </c:pt>
                <c:pt idx="15">
                  <c:v>-47.49</c:v>
                </c:pt>
                <c:pt idx="16">
                  <c:v>-19.84</c:v>
                </c:pt>
                <c:pt idx="17">
                  <c:v>-5.81</c:v>
                </c:pt>
                <c:pt idx="18">
                  <c:v>-12.82</c:v>
                </c:pt>
                <c:pt idx="19">
                  <c:v>-4.89</c:v>
                </c:pt>
                <c:pt idx="20">
                  <c:v>-8.98</c:v>
                </c:pt>
                <c:pt idx="21">
                  <c:v>-3.83</c:v>
                </c:pt>
                <c:pt idx="22">
                  <c:v>3.01</c:v>
                </c:pt>
                <c:pt idx="23">
                  <c:v>10.41</c:v>
                </c:pt>
                <c:pt idx="24">
                  <c:v>4.97</c:v>
                </c:pt>
                <c:pt idx="25">
                  <c:v>-7.85</c:v>
                </c:pt>
                <c:pt idx="26">
                  <c:v>-13.07</c:v>
                </c:pt>
                <c:pt idx="27">
                  <c:v>-15.27</c:v>
                </c:pt>
                <c:pt idx="28">
                  <c:v>-21.43</c:v>
                </c:pt>
                <c:pt idx="29">
                  <c:v>-7.49</c:v>
                </c:pt>
                <c:pt idx="30">
                  <c:v>-8.87</c:v>
                </c:pt>
                <c:pt idx="31">
                  <c:v>-7.26</c:v>
                </c:pt>
                <c:pt idx="32">
                  <c:v>-8.8</c:v>
                </c:pt>
                <c:pt idx="33">
                  <c:v>-8.24</c:v>
                </c:pt>
                <c:pt idx="34">
                  <c:v>3.73</c:v>
                </c:pt>
                <c:pt idx="35">
                  <c:v>22.76</c:v>
                </c:pt>
                <c:pt idx="36">
                  <c:v>6.22</c:v>
                </c:pt>
                <c:pt idx="37">
                  <c:v>-7.79</c:v>
                </c:pt>
                <c:pt idx="38">
                  <c:v>-17.73</c:v>
                </c:pt>
                <c:pt idx="39">
                  <c:v>-12.27</c:v>
                </c:pt>
                <c:pt idx="40">
                  <c:v>-14.73</c:v>
                </c:pt>
                <c:pt idx="41">
                  <c:v>-13.13</c:v>
                </c:pt>
                <c:pt idx="42">
                  <c:v>-17.32</c:v>
                </c:pt>
                <c:pt idx="43">
                  <c:v>-14.28</c:v>
                </c:pt>
                <c:pt idx="44">
                  <c:v>-8.23</c:v>
                </c:pt>
                <c:pt idx="45">
                  <c:v>-15.69</c:v>
                </c:pt>
                <c:pt idx="46">
                  <c:v>-11.89</c:v>
                </c:pt>
                <c:pt idx="47">
                  <c:v>-0.82</c:v>
                </c:pt>
                <c:pt idx="48">
                  <c:v>4.34</c:v>
                </c:pt>
                <c:pt idx="49">
                  <c:v>-3.91</c:v>
                </c:pt>
                <c:pt idx="50">
                  <c:v>-13.21</c:v>
                </c:pt>
                <c:pt idx="51">
                  <c:v>-20.36</c:v>
                </c:pt>
                <c:pt idx="52">
                  <c:v>-33.82</c:v>
                </c:pt>
                <c:pt idx="53">
                  <c:v>-24.73</c:v>
                </c:pt>
                <c:pt idx="54">
                  <c:v>-32.29</c:v>
                </c:pt>
                <c:pt idx="55">
                  <c:v>-19.87</c:v>
                </c:pt>
                <c:pt idx="56">
                  <c:v>-25.89</c:v>
                </c:pt>
                <c:pt idx="57">
                  <c:v>-22.49</c:v>
                </c:pt>
                <c:pt idx="58">
                  <c:v>-6.57</c:v>
                </c:pt>
                <c:pt idx="59">
                  <c:v>-3.75</c:v>
                </c:pt>
                <c:pt idx="60">
                  <c:v>-1.82</c:v>
                </c:pt>
                <c:pt idx="61">
                  <c:v>-4.21</c:v>
                </c:pt>
                <c:pt idx="62">
                  <c:v>-23.46</c:v>
                </c:pt>
                <c:pt idx="63">
                  <c:v>-37.89</c:v>
                </c:pt>
                <c:pt idx="64">
                  <c:v>-51.28</c:v>
                </c:pt>
                <c:pt idx="65">
                  <c:v>-38.98</c:v>
                </c:pt>
                <c:pt idx="66">
                  <c:v>-47.1</c:v>
                </c:pt>
                <c:pt idx="67">
                  <c:v>-47.42</c:v>
                </c:pt>
                <c:pt idx="68">
                  <c:v>-42.13</c:v>
                </c:pt>
                <c:pt idx="69">
                  <c:v>-21.92</c:v>
                </c:pt>
                <c:pt idx="70">
                  <c:v>-11.7</c:v>
                </c:pt>
                <c:pt idx="71">
                  <c:v>3.1</c:v>
                </c:pt>
                <c:pt idx="72">
                  <c:v>1.09</c:v>
                </c:pt>
                <c:pt idx="73">
                  <c:v>-13.71</c:v>
                </c:pt>
                <c:pt idx="74">
                  <c:v>-46.36</c:v>
                </c:pt>
                <c:pt idx="75">
                  <c:v>-59.78</c:v>
                </c:pt>
                <c:pt idx="76">
                  <c:v>-67.82</c:v>
                </c:pt>
                <c:pt idx="77">
                  <c:v>-68.67</c:v>
                </c:pt>
                <c:pt idx="78">
                  <c:v>-31.85</c:v>
                </c:pt>
                <c:pt idx="79">
                  <c:v>-49.23</c:v>
                </c:pt>
                <c:pt idx="80">
                  <c:v>-46.98</c:v>
                </c:pt>
                <c:pt idx="81">
                  <c:v>-14.97</c:v>
                </c:pt>
                <c:pt idx="82">
                  <c:v>-9.69</c:v>
                </c:pt>
                <c:pt idx="83">
                  <c:v>1.15</c:v>
                </c:pt>
                <c:pt idx="84">
                  <c:v>1.01</c:v>
                </c:pt>
                <c:pt idx="85">
                  <c:v>-18.46</c:v>
                </c:pt>
                <c:pt idx="86">
                  <c:v>-42.19</c:v>
                </c:pt>
                <c:pt idx="87">
                  <c:v>-74.16</c:v>
                </c:pt>
                <c:pt idx="88">
                  <c:v>-60.17</c:v>
                </c:pt>
                <c:pt idx="89">
                  <c:v>-41.0</c:v>
                </c:pt>
                <c:pt idx="90">
                  <c:v>-47.9</c:v>
                </c:pt>
                <c:pt idx="91">
                  <c:v>-47.49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Onshore wind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C_CaptureErosion!$A$2:$A$205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C_CaptureErosion!$C$2:$C$205</c:f>
              <c:numCache>
                <c:formatCode>General</c:formatCode>
                <c:ptCount val="204"/>
                <c:pt idx="0">
                  <c:v>-20.85</c:v>
                </c:pt>
                <c:pt idx="1">
                  <c:v>-10.23</c:v>
                </c:pt>
                <c:pt idx="2">
                  <c:v>-19.29</c:v>
                </c:pt>
                <c:pt idx="3">
                  <c:v>-7.8</c:v>
                </c:pt>
                <c:pt idx="4">
                  <c:v>-5.07</c:v>
                </c:pt>
                <c:pt idx="5">
                  <c:v>-25.18</c:v>
                </c:pt>
                <c:pt idx="6">
                  <c:v>-7.89</c:v>
                </c:pt>
                <c:pt idx="7">
                  <c:v>-16.7</c:v>
                </c:pt>
                <c:pt idx="8">
                  <c:v>-13.56</c:v>
                </c:pt>
                <c:pt idx="9">
                  <c:v>-12.6</c:v>
                </c:pt>
                <c:pt idx="10">
                  <c:v>-9.54</c:v>
                </c:pt>
                <c:pt idx="11">
                  <c:v>-17.02</c:v>
                </c:pt>
                <c:pt idx="12">
                  <c:v>-11.17</c:v>
                </c:pt>
                <c:pt idx="13">
                  <c:v>-19.88</c:v>
                </c:pt>
                <c:pt idx="14">
                  <c:v>-18.1</c:v>
                </c:pt>
                <c:pt idx="15">
                  <c:v>-34.53</c:v>
                </c:pt>
                <c:pt idx="16">
                  <c:v>-25.69</c:v>
                </c:pt>
                <c:pt idx="17">
                  <c:v>-14.92</c:v>
                </c:pt>
                <c:pt idx="18">
                  <c:v>-27.52</c:v>
                </c:pt>
                <c:pt idx="19">
                  <c:v>-13.63</c:v>
                </c:pt>
                <c:pt idx="20">
                  <c:v>-12.87</c:v>
                </c:pt>
                <c:pt idx="21">
                  <c:v>-11.49</c:v>
                </c:pt>
                <c:pt idx="22">
                  <c:v>-17.02</c:v>
                </c:pt>
                <c:pt idx="23">
                  <c:v>-22.29</c:v>
                </c:pt>
                <c:pt idx="24">
                  <c:v>-11.61</c:v>
                </c:pt>
                <c:pt idx="25">
                  <c:v>-9.66</c:v>
                </c:pt>
                <c:pt idx="26">
                  <c:v>-25.67</c:v>
                </c:pt>
                <c:pt idx="27">
                  <c:v>-16.05</c:v>
                </c:pt>
                <c:pt idx="28">
                  <c:v>-18.95</c:v>
                </c:pt>
                <c:pt idx="29">
                  <c:v>-13.43</c:v>
                </c:pt>
                <c:pt idx="30">
                  <c:v>-14.57</c:v>
                </c:pt>
                <c:pt idx="31">
                  <c:v>-10.98</c:v>
                </c:pt>
                <c:pt idx="32">
                  <c:v>-7.86</c:v>
                </c:pt>
                <c:pt idx="33">
                  <c:v>-19.74</c:v>
                </c:pt>
                <c:pt idx="34">
                  <c:v>-19.01</c:v>
                </c:pt>
                <c:pt idx="35">
                  <c:v>-25.11</c:v>
                </c:pt>
                <c:pt idx="36">
                  <c:v>-21.05</c:v>
                </c:pt>
                <c:pt idx="37">
                  <c:v>-14.03</c:v>
                </c:pt>
                <c:pt idx="38">
                  <c:v>-18.31</c:v>
                </c:pt>
                <c:pt idx="39">
                  <c:v>-20.88</c:v>
                </c:pt>
                <c:pt idx="40">
                  <c:v>-20.89</c:v>
                </c:pt>
                <c:pt idx="41">
                  <c:v>-8.83</c:v>
                </c:pt>
                <c:pt idx="42">
                  <c:v>-10.11</c:v>
                </c:pt>
                <c:pt idx="43">
                  <c:v>-0.71</c:v>
                </c:pt>
                <c:pt idx="44">
                  <c:v>-16.97</c:v>
                </c:pt>
                <c:pt idx="45">
                  <c:v>-15.23</c:v>
                </c:pt>
                <c:pt idx="46">
                  <c:v>-20.09</c:v>
                </c:pt>
                <c:pt idx="47">
                  <c:v>-39.18</c:v>
                </c:pt>
                <c:pt idx="48">
                  <c:v>-23.66</c:v>
                </c:pt>
                <c:pt idx="49">
                  <c:v>-16.2</c:v>
                </c:pt>
                <c:pt idx="50">
                  <c:v>-14.87</c:v>
                </c:pt>
                <c:pt idx="51">
                  <c:v>-9.41</c:v>
                </c:pt>
                <c:pt idx="52">
                  <c:v>1.0</c:v>
                </c:pt>
                <c:pt idx="53">
                  <c:v>-1.67</c:v>
                </c:pt>
                <c:pt idx="54">
                  <c:v>-19.9</c:v>
                </c:pt>
                <c:pt idx="55">
                  <c:v>-26.52</c:v>
                </c:pt>
                <c:pt idx="56">
                  <c:v>-12.2</c:v>
                </c:pt>
                <c:pt idx="57">
                  <c:v>-19.19</c:v>
                </c:pt>
                <c:pt idx="58">
                  <c:v>-15.15</c:v>
                </c:pt>
                <c:pt idx="59">
                  <c:v>-32.12</c:v>
                </c:pt>
                <c:pt idx="60">
                  <c:v>-14.21</c:v>
                </c:pt>
                <c:pt idx="61">
                  <c:v>-11.8</c:v>
                </c:pt>
                <c:pt idx="62">
                  <c:v>-13.24</c:v>
                </c:pt>
                <c:pt idx="63">
                  <c:v>-18.84</c:v>
                </c:pt>
                <c:pt idx="64">
                  <c:v>-10.65</c:v>
                </c:pt>
                <c:pt idx="65">
                  <c:v>-17.89</c:v>
                </c:pt>
                <c:pt idx="66">
                  <c:v>-20.38</c:v>
                </c:pt>
                <c:pt idx="67">
                  <c:v>-18.27</c:v>
                </c:pt>
                <c:pt idx="68">
                  <c:v>-17.0</c:v>
                </c:pt>
                <c:pt idx="69">
                  <c:v>-18.63</c:v>
                </c:pt>
                <c:pt idx="70">
                  <c:v>-20.02</c:v>
                </c:pt>
                <c:pt idx="71">
                  <c:v>-32.2</c:v>
                </c:pt>
                <c:pt idx="72">
                  <c:v>-23.67</c:v>
                </c:pt>
                <c:pt idx="73">
                  <c:v>-9.6</c:v>
                </c:pt>
                <c:pt idx="74">
                  <c:v>-15.35</c:v>
                </c:pt>
                <c:pt idx="75">
                  <c:v>-0.45</c:v>
                </c:pt>
                <c:pt idx="76">
                  <c:v>-2.63</c:v>
                </c:pt>
                <c:pt idx="77">
                  <c:v>-10.99</c:v>
                </c:pt>
                <c:pt idx="78">
                  <c:v>-5.49</c:v>
                </c:pt>
                <c:pt idx="79">
                  <c:v>-8.19</c:v>
                </c:pt>
                <c:pt idx="80">
                  <c:v>-20.7</c:v>
                </c:pt>
                <c:pt idx="81">
                  <c:v>-30.22</c:v>
                </c:pt>
                <c:pt idx="82">
                  <c:v>-12.08</c:v>
                </c:pt>
                <c:pt idx="83">
                  <c:v>-10.31</c:v>
                </c:pt>
                <c:pt idx="84">
                  <c:v>-11.92</c:v>
                </c:pt>
                <c:pt idx="85">
                  <c:v>-8.81</c:v>
                </c:pt>
                <c:pt idx="86">
                  <c:v>-19.73</c:v>
                </c:pt>
                <c:pt idx="87">
                  <c:v>-8.87</c:v>
                </c:pt>
                <c:pt idx="88">
                  <c:v>4.01</c:v>
                </c:pt>
                <c:pt idx="89">
                  <c:v>-19.73</c:v>
                </c:pt>
                <c:pt idx="90">
                  <c:v>-11.26</c:v>
                </c:pt>
                <c:pt idx="91">
                  <c:v>-2.06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capture vs baseload, %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Line_Window!$BI$2:$BI$25</c:f>
              <c:numCache>
                <c:formatCode>General</c:formatCode>
                <c:ptCount val="24"/>
                <c:pt idx="0">
                  <c:v>31.06</c:v>
                </c:pt>
                <c:pt idx="1">
                  <c:v>30.92</c:v>
                </c:pt>
                <c:pt idx="2">
                  <c:v>31.66</c:v>
                </c:pt>
                <c:pt idx="3">
                  <c:v>33.53</c:v>
                </c:pt>
                <c:pt idx="4">
                  <c:v>37.41</c:v>
                </c:pt>
                <c:pt idx="5">
                  <c:v>41.26</c:v>
                </c:pt>
                <c:pt idx="6">
                  <c:v>43.1</c:v>
                </c:pt>
                <c:pt idx="7">
                  <c:v>42.1</c:v>
                </c:pt>
                <c:pt idx="8">
                  <c:v>40.03</c:v>
                </c:pt>
                <c:pt idx="9">
                  <c:v>38.31</c:v>
                </c:pt>
                <c:pt idx="10">
                  <c:v>36.71</c:v>
                </c:pt>
                <c:pt idx="11">
                  <c:v>35.54</c:v>
                </c:pt>
                <c:pt idx="12">
                  <c:v>35.22</c:v>
                </c:pt>
                <c:pt idx="13">
                  <c:v>36.21</c:v>
                </c:pt>
                <c:pt idx="14">
                  <c:v>38.4</c:v>
                </c:pt>
                <c:pt idx="15">
                  <c:v>41.8</c:v>
                </c:pt>
                <c:pt idx="16">
                  <c:v>45.63</c:v>
                </c:pt>
                <c:pt idx="17">
                  <c:v>47.55</c:v>
                </c:pt>
                <c:pt idx="18">
                  <c:v>46.65</c:v>
                </c:pt>
                <c:pt idx="19">
                  <c:v>43.68</c:v>
                </c:pt>
                <c:pt idx="20">
                  <c:v>40.61</c:v>
                </c:pt>
                <c:pt idx="21">
                  <c:v>37.49</c:v>
                </c:pt>
                <c:pt idx="22">
                  <c:v>34.32</c:v>
                </c:pt>
                <c:pt idx="23">
                  <c:v>32.24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Line_Window!$BJ$2:$BJ$25</c:f>
              <c:numCache>
                <c:formatCode>General</c:formatCode>
                <c:ptCount val="24"/>
                <c:pt idx="0">
                  <c:v>29.22</c:v>
                </c:pt>
                <c:pt idx="1">
                  <c:v>29.04</c:v>
                </c:pt>
                <c:pt idx="2">
                  <c:v>29.72</c:v>
                </c:pt>
                <c:pt idx="3">
                  <c:v>31.49</c:v>
                </c:pt>
                <c:pt idx="4">
                  <c:v>34.95</c:v>
                </c:pt>
                <c:pt idx="5">
                  <c:v>38.43</c:v>
                </c:pt>
                <c:pt idx="6">
                  <c:v>40.07</c:v>
                </c:pt>
                <c:pt idx="7">
                  <c:v>38.89</c:v>
                </c:pt>
                <c:pt idx="8">
                  <c:v>36.63</c:v>
                </c:pt>
                <c:pt idx="9">
                  <c:v>34.97</c:v>
                </c:pt>
                <c:pt idx="10">
                  <c:v>33.53</c:v>
                </c:pt>
                <c:pt idx="11">
                  <c:v>32.21</c:v>
                </c:pt>
                <c:pt idx="12">
                  <c:v>31.81</c:v>
                </c:pt>
                <c:pt idx="13">
                  <c:v>32.78</c:v>
                </c:pt>
                <c:pt idx="14">
                  <c:v>35.06</c:v>
                </c:pt>
                <c:pt idx="15">
                  <c:v>38.78</c:v>
                </c:pt>
                <c:pt idx="16">
                  <c:v>43.05</c:v>
                </c:pt>
                <c:pt idx="17">
                  <c:v>45.25</c:v>
                </c:pt>
                <c:pt idx="18">
                  <c:v>44.36</c:v>
                </c:pt>
                <c:pt idx="19">
                  <c:v>41.36</c:v>
                </c:pt>
                <c:pt idx="20">
                  <c:v>38.4</c:v>
                </c:pt>
                <c:pt idx="21">
                  <c:v>35.39</c:v>
                </c:pt>
                <c:pt idx="22">
                  <c:v>32.36</c:v>
                </c:pt>
                <c:pt idx="23">
                  <c:v>30.32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Line_Window!$BK$2:$BK$25</c:f>
              <c:numCache>
                <c:formatCode>General</c:formatCode>
                <c:ptCount val="24"/>
                <c:pt idx="0">
                  <c:v>33.71</c:v>
                </c:pt>
                <c:pt idx="1">
                  <c:v>33.54</c:v>
                </c:pt>
                <c:pt idx="2">
                  <c:v>34.24</c:v>
                </c:pt>
                <c:pt idx="3">
                  <c:v>36.03</c:v>
                </c:pt>
                <c:pt idx="4">
                  <c:v>39.51</c:v>
                </c:pt>
                <c:pt idx="5">
                  <c:v>42.84</c:v>
                </c:pt>
                <c:pt idx="6">
                  <c:v>44.27</c:v>
                </c:pt>
                <c:pt idx="7">
                  <c:v>43.02</c:v>
                </c:pt>
                <c:pt idx="8">
                  <c:v>40.73</c:v>
                </c:pt>
                <c:pt idx="9">
                  <c:v>38.91</c:v>
                </c:pt>
                <c:pt idx="10">
                  <c:v>37.38</c:v>
                </c:pt>
                <c:pt idx="11">
                  <c:v>36.01</c:v>
                </c:pt>
                <c:pt idx="12">
                  <c:v>35.4</c:v>
                </c:pt>
                <c:pt idx="13">
                  <c:v>36.34</c:v>
                </c:pt>
                <c:pt idx="14">
                  <c:v>38.7</c:v>
                </c:pt>
                <c:pt idx="15">
                  <c:v>42.62</c:v>
                </c:pt>
                <c:pt idx="16">
                  <c:v>46.92</c:v>
                </c:pt>
                <c:pt idx="17">
                  <c:v>49.16</c:v>
                </c:pt>
                <c:pt idx="18">
                  <c:v>48.37</c:v>
                </c:pt>
                <c:pt idx="19">
                  <c:v>45.54</c:v>
                </c:pt>
                <c:pt idx="20">
                  <c:v>42.71</c:v>
                </c:pt>
                <c:pt idx="21">
                  <c:v>39.79</c:v>
                </c:pt>
                <c:pt idx="22">
                  <c:v>36.82</c:v>
                </c:pt>
                <c:pt idx="23">
                  <c:v>34.74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Line_Window!$BL$2:$BL$25</c:f>
              <c:numCache>
                <c:formatCode>General</c:formatCode>
                <c:ptCount val="24"/>
                <c:pt idx="0">
                  <c:v>29.82</c:v>
                </c:pt>
                <c:pt idx="1">
                  <c:v>29.76</c:v>
                </c:pt>
                <c:pt idx="2">
                  <c:v>30.51</c:v>
                </c:pt>
                <c:pt idx="3">
                  <c:v>32.27</c:v>
                </c:pt>
                <c:pt idx="4">
                  <c:v>35.62</c:v>
                </c:pt>
                <c:pt idx="5">
                  <c:v>38.62</c:v>
                </c:pt>
                <c:pt idx="6">
                  <c:v>39.48</c:v>
                </c:pt>
                <c:pt idx="7">
                  <c:v>37.47</c:v>
                </c:pt>
                <c:pt idx="8">
                  <c:v>34.44</c:v>
                </c:pt>
                <c:pt idx="9">
                  <c:v>31.96</c:v>
                </c:pt>
                <c:pt idx="10">
                  <c:v>30.06</c:v>
                </c:pt>
                <c:pt idx="11">
                  <c:v>28.87</c:v>
                </c:pt>
                <c:pt idx="12">
                  <c:v>28.71</c:v>
                </c:pt>
                <c:pt idx="13">
                  <c:v>30.1</c:v>
                </c:pt>
                <c:pt idx="14">
                  <c:v>32.99</c:v>
                </c:pt>
                <c:pt idx="15">
                  <c:v>37.41</c:v>
                </c:pt>
                <c:pt idx="16">
                  <c:v>42.17</c:v>
                </c:pt>
                <c:pt idx="17">
                  <c:v>44.65</c:v>
                </c:pt>
                <c:pt idx="18">
                  <c:v>43.87</c:v>
                </c:pt>
                <c:pt idx="19">
                  <c:v>40.98</c:v>
                </c:pt>
                <c:pt idx="20">
                  <c:v>38.08</c:v>
                </c:pt>
                <c:pt idx="21">
                  <c:v>35.24</c:v>
                </c:pt>
                <c:pt idx="22">
                  <c:v>32.54</c:v>
                </c:pt>
                <c:pt idx="23">
                  <c:v>30.73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Line_Window!$BM$2:$BM$25</c:f>
              <c:numCache>
                <c:formatCode>General</c:formatCode>
                <c:ptCount val="24"/>
                <c:pt idx="0">
                  <c:v>25.37</c:v>
                </c:pt>
                <c:pt idx="1">
                  <c:v>25.25</c:v>
                </c:pt>
                <c:pt idx="2">
                  <c:v>25.89</c:v>
                </c:pt>
                <c:pt idx="3">
                  <c:v>27.61</c:v>
                </c:pt>
                <c:pt idx="4">
                  <c:v>30.89</c:v>
                </c:pt>
                <c:pt idx="5">
                  <c:v>33.81</c:v>
                </c:pt>
                <c:pt idx="6">
                  <c:v>34.58</c:v>
                </c:pt>
                <c:pt idx="7">
                  <c:v>32.56</c:v>
                </c:pt>
                <c:pt idx="8">
                  <c:v>29.43</c:v>
                </c:pt>
                <c:pt idx="9">
                  <c:v>26.86</c:v>
                </c:pt>
                <c:pt idx="10">
                  <c:v>24.93</c:v>
                </c:pt>
                <c:pt idx="11">
                  <c:v>23.71</c:v>
                </c:pt>
                <c:pt idx="12">
                  <c:v>23.53</c:v>
                </c:pt>
                <c:pt idx="13">
                  <c:v>24.94</c:v>
                </c:pt>
                <c:pt idx="14">
                  <c:v>28.0</c:v>
                </c:pt>
                <c:pt idx="15">
                  <c:v>32.66</c:v>
                </c:pt>
                <c:pt idx="16">
                  <c:v>37.6</c:v>
                </c:pt>
                <c:pt idx="17">
                  <c:v>40.27</c:v>
                </c:pt>
                <c:pt idx="18">
                  <c:v>39.65</c:v>
                </c:pt>
                <c:pt idx="19">
                  <c:v>36.89</c:v>
                </c:pt>
                <c:pt idx="20">
                  <c:v>33.93</c:v>
                </c:pt>
                <c:pt idx="21">
                  <c:v>31.02</c:v>
                </c:pt>
                <c:pt idx="22">
                  <c:v>28.27</c:v>
                </c:pt>
                <c:pt idx="23">
                  <c:v>26.36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Line_Window!$BN$2:$BN$25</c:f>
              <c:numCache>
                <c:formatCode>General</c:formatCode>
                <c:ptCount val="24"/>
                <c:pt idx="0">
                  <c:v>26.77</c:v>
                </c:pt>
                <c:pt idx="1">
                  <c:v>26.55</c:v>
                </c:pt>
                <c:pt idx="2">
                  <c:v>27.1</c:v>
                </c:pt>
                <c:pt idx="3">
                  <c:v>28.69</c:v>
                </c:pt>
                <c:pt idx="4">
                  <c:v>31.79</c:v>
                </c:pt>
                <c:pt idx="5">
                  <c:v>34.43</c:v>
                </c:pt>
                <c:pt idx="6">
                  <c:v>34.85</c:v>
                </c:pt>
                <c:pt idx="7">
                  <c:v>32.37</c:v>
                </c:pt>
                <c:pt idx="8">
                  <c:v>28.73</c:v>
                </c:pt>
                <c:pt idx="9">
                  <c:v>25.64</c:v>
                </c:pt>
                <c:pt idx="10">
                  <c:v>23.44</c:v>
                </c:pt>
                <c:pt idx="11">
                  <c:v>22.16</c:v>
                </c:pt>
                <c:pt idx="12">
                  <c:v>22.11</c:v>
                </c:pt>
                <c:pt idx="13">
                  <c:v>23.84</c:v>
                </c:pt>
                <c:pt idx="14">
                  <c:v>27.45</c:v>
                </c:pt>
                <c:pt idx="15">
                  <c:v>32.77</c:v>
                </c:pt>
                <c:pt idx="16">
                  <c:v>38.29</c:v>
                </c:pt>
                <c:pt idx="17">
                  <c:v>41.27</c:v>
                </c:pt>
                <c:pt idx="18">
                  <c:v>40.82</c:v>
                </c:pt>
                <c:pt idx="19">
                  <c:v>38.26</c:v>
                </c:pt>
                <c:pt idx="20">
                  <c:v>35.43</c:v>
                </c:pt>
                <c:pt idx="21">
                  <c:v>32.54</c:v>
                </c:pt>
                <c:pt idx="22">
                  <c:v>29.82</c:v>
                </c:pt>
                <c:pt idx="23">
                  <c:v>27.86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Line_Window!$BO$2:$BO$25</c:f>
              <c:numCache>
                <c:formatCode>General</c:formatCode>
                <c:ptCount val="24"/>
                <c:pt idx="0">
                  <c:v>27.46</c:v>
                </c:pt>
                <c:pt idx="1">
                  <c:v>27.23</c:v>
                </c:pt>
                <c:pt idx="2">
                  <c:v>27.84</c:v>
                </c:pt>
                <c:pt idx="3">
                  <c:v>29.58</c:v>
                </c:pt>
                <c:pt idx="4">
                  <c:v>32.75</c:v>
                </c:pt>
                <c:pt idx="5">
                  <c:v>35.17</c:v>
                </c:pt>
                <c:pt idx="6">
                  <c:v>34.87</c:v>
                </c:pt>
                <c:pt idx="7">
                  <c:v>31.38</c:v>
                </c:pt>
                <c:pt idx="8">
                  <c:v>26.71</c:v>
                </c:pt>
                <c:pt idx="9">
                  <c:v>22.92</c:v>
                </c:pt>
                <c:pt idx="10">
                  <c:v>20.23</c:v>
                </c:pt>
                <c:pt idx="11">
                  <c:v>18.94</c:v>
                </c:pt>
                <c:pt idx="12">
                  <c:v>19.07</c:v>
                </c:pt>
                <c:pt idx="13">
                  <c:v>21.16</c:v>
                </c:pt>
                <c:pt idx="14">
                  <c:v>25.34</c:v>
                </c:pt>
                <c:pt idx="15">
                  <c:v>31.31</c:v>
                </c:pt>
                <c:pt idx="16">
                  <c:v>37.88</c:v>
                </c:pt>
                <c:pt idx="17">
                  <c:v>41.7</c:v>
                </c:pt>
                <c:pt idx="18">
                  <c:v>41.67</c:v>
                </c:pt>
                <c:pt idx="19">
                  <c:v>39.1</c:v>
                </c:pt>
                <c:pt idx="20">
                  <c:v>36.15</c:v>
                </c:pt>
                <c:pt idx="21">
                  <c:v>33.23</c:v>
                </c:pt>
                <c:pt idx="22">
                  <c:v>30.42</c:v>
                </c:pt>
                <c:pt idx="23">
                  <c:v>28.48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Line_Window!$BP$2:$BP$25</c:f>
              <c:numCache>
                <c:formatCode>General</c:formatCode>
                <c:ptCount val="24"/>
                <c:pt idx="0">
                  <c:v>28.0</c:v>
                </c:pt>
                <c:pt idx="1">
                  <c:v>27.98</c:v>
                </c:pt>
                <c:pt idx="2">
                  <c:v>28.66</c:v>
                </c:pt>
                <c:pt idx="3">
                  <c:v>30.25</c:v>
                </c:pt>
                <c:pt idx="4">
                  <c:v>32.8</c:v>
                </c:pt>
                <c:pt idx="5">
                  <c:v>33.72</c:v>
                </c:pt>
                <c:pt idx="6">
                  <c:v>31.37</c:v>
                </c:pt>
                <c:pt idx="7">
                  <c:v>25.87</c:v>
                </c:pt>
                <c:pt idx="8">
                  <c:v>19.87</c:v>
                </c:pt>
                <c:pt idx="9">
                  <c:v>15.29</c:v>
                </c:pt>
                <c:pt idx="10">
                  <c:v>12.3</c:v>
                </c:pt>
                <c:pt idx="11">
                  <c:v>11.01</c:v>
                </c:pt>
                <c:pt idx="12">
                  <c:v>10.94</c:v>
                </c:pt>
                <c:pt idx="13">
                  <c:v>13.03</c:v>
                </c:pt>
                <c:pt idx="14">
                  <c:v>17.74</c:v>
                </c:pt>
                <c:pt idx="15">
                  <c:v>24.72</c:v>
                </c:pt>
                <c:pt idx="16">
                  <c:v>33.53</c:v>
                </c:pt>
                <c:pt idx="17">
                  <c:v>39.81</c:v>
                </c:pt>
                <c:pt idx="18">
                  <c:v>41.35</c:v>
                </c:pt>
                <c:pt idx="19">
                  <c:v>39.26</c:v>
                </c:pt>
                <c:pt idx="20">
                  <c:v>36.29</c:v>
                </c:pt>
                <c:pt idx="21">
                  <c:v>33.39</c:v>
                </c:pt>
                <c:pt idx="22">
                  <c:v>30.75</c:v>
                </c:pt>
                <c:pt idx="23">
                  <c:v>29.0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net load, GW (demand − wind − solar)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DA3971-7D22-97D5-A808-29A758691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FA52A-1408-A147-3723-D48C9A38F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E3229CC7-AA8B-DB45-A3C3-9DD4DDF2BCB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0025-BC5A-0081-34F6-1510EF22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B33E6-8BEE-C60B-7012-3C02717A17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67E2A253-F2F6-4644-8ED2-370B3417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7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14A47964-A2B0-4C6B-9BEE-FBE15433DD2E}" type="datetimeFigureOut">
              <a:rPr lang="en-GB" smtClean="0"/>
              <a:t>22/06/2026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7938"/>
            <a:ext cx="4991100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3" rIns="99045" bIns="4952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45" tIns="49523" rIns="99045" bIns="495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C1124D90-D863-46EE-9F99-CA91DD1F74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7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slideMaster" Target="../slideMasters/slideMaster2.xml"/><Relationship Id="rId12" Type="http://schemas.openxmlformats.org/officeDocument/2006/relationships/image" Target="../media/image9.svg"/><Relationship Id="rId13" Type="http://schemas.openxmlformats.org/officeDocument/2006/relationships/image" Target="../media/image10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900" y="3258849"/>
            <a:ext cx="6516688" cy="682222"/>
          </a:xfrm>
        </p:spPr>
        <p:txBody>
          <a:bodyPr anchor="b"/>
          <a:lstStyle>
            <a:lvl1pPr algn="l">
              <a:spcBef>
                <a:spcPts val="0"/>
              </a:spcBef>
              <a:defRPr sz="2400">
                <a:solidFill>
                  <a:srgbClr val="1C355E"/>
                </a:solidFill>
              </a:defRPr>
            </a:lvl1pPr>
          </a:lstStyle>
          <a:p>
            <a:r>
              <a:rPr lang="en-US" dirty="0"/>
              <a:t>Enter cover title</a:t>
            </a:r>
          </a:p>
        </p:txBody>
      </p:sp>
      <p:sp>
        <p:nvSpPr>
          <p:cNvPr id="3" name="Subtit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6900" y="3986336"/>
            <a:ext cx="6516688" cy="505443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rgbClr val="1C355E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cover subtitle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lIns="0" tIns="0" rIns="0" bIns="0" rtlCol="0" anchor="t"/>
          <a:lstStyle>
            <a:lvl1pPr>
              <a:defRPr lang="en-GB" sz="100">
                <a:solidFill>
                  <a:schemeClr val="bg1"/>
                </a:solidFill>
              </a:defRPr>
            </a:lvl1pPr>
          </a:lstStyle>
          <a:p>
            <a:pPr algn="l"/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3CE75B-42F3-40DE-B05F-6C9A1686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1" y="4637564"/>
            <a:ext cx="3435350" cy="246221"/>
          </a:xfrm>
        </p:spPr>
        <p:txBody>
          <a:bodyPr anchor="ctr"/>
          <a:lstStyle>
            <a:lvl1pPr>
              <a:defRPr sz="1000" b="0">
                <a:solidFill>
                  <a:srgbClr val="1C355E"/>
                </a:solidFill>
              </a:defRPr>
            </a:lvl1pPr>
          </a:lstStyle>
          <a:p>
            <a:pPr lvl="0"/>
            <a:r>
              <a:rPr lang="en-US" dirty="0"/>
              <a:t>Date (DD MMMM YYYY)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E84961-548B-4F96-9149-F623FD56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512" y="6524625"/>
            <a:ext cx="4319587" cy="18074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 algn="l">
              <a:defRPr lang="en-US" sz="800" b="0" cap="all" baseline="0" smtClean="0">
                <a:solidFill>
                  <a:srgbClr val="949291"/>
                </a:solidFill>
                <a:latin typeface="+mn-lt"/>
                <a:ea typeface="ＭＳ Ｐゴシック" charset="0"/>
                <a:cs typeface="Arial" charset="0"/>
              </a:defRPr>
            </a:lvl1pPr>
            <a:lvl2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2pPr>
            <a:lvl3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3pPr>
            <a:lvl4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4pPr>
            <a:lvl5pPr>
              <a:defRPr lang="en-GB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5pPr>
          </a:lstStyle>
          <a:p>
            <a:pPr lvl="0" algn="r" defTabSz="457197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Doc ref  |  Draft stamp</a:t>
            </a:r>
          </a:p>
        </p:txBody>
      </p:sp>
      <p:sp>
        <p:nvSpPr>
          <p:cNvPr id="14" name="coverNote">
            <a:extLst>
              <a:ext uri="{FF2B5EF4-FFF2-40B4-BE49-F238E27FC236}">
                <a16:creationId xmlns:a16="http://schemas.microsoft.com/office/drawing/2014/main" id="{592B6CB3-1C4E-4C0F-BB40-E5F667D377A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9993560" y="6237312"/>
            <a:ext cx="2074193" cy="620688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would like a Doc ref / Draft stamp to appear in the footer of all slides please type in the text box to the left of this reminder. It has a “</a:t>
            </a:r>
            <a:r>
              <a:rPr lang="en-GB" sz="800" dirty="0">
                <a:solidFill>
                  <a:schemeClr val="bg1"/>
                </a:solidFill>
              </a:rPr>
              <a:t> </a:t>
            </a: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entered to hide it.</a:t>
            </a:r>
          </a:p>
        </p:txBody>
      </p:sp>
      <p:sp>
        <p:nvSpPr>
          <p:cNvPr id="7" name="coverNote">
            <a:extLst>
              <a:ext uri="{FF2B5EF4-FFF2-40B4-BE49-F238E27FC236}">
                <a16:creationId xmlns:a16="http://schemas.microsoft.com/office/drawing/2014/main" id="{056EF686-440D-EE9D-AA7E-A072CF33D332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-2263140" y="0"/>
            <a:ext cx="2161541" cy="516835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layout with image placeholder is available in your UpSlide library.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64FCB-AEBD-5091-5B47-F4F2A4CCB89D}"/>
              </a:ext>
            </a:extLst>
          </p:cNvPr>
          <p:cNvSpPr txBox="1"/>
          <p:nvPr userDrawn="1"/>
        </p:nvSpPr>
        <p:spPr>
          <a:xfrm>
            <a:off x="3128211" y="3537284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en-US" sz="1000" dirty="0"/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96413A95-DF02-4A71-4CF1-B38483D079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900" y="5943202"/>
            <a:ext cx="3018837" cy="5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8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  </a:t>
            </a:r>
            <a:fld id="{355F9927-066A-4E42-B902-7FE3DF2732F9}" type="slidenum">
              <a:rPr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6531B0-E8F3-6C05-A362-9174BF854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52630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779105B2-64CF-9B79-351B-9334B5F3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7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675228-B685-4316-B1EB-E41C9CC53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F842C-61AE-47FC-AE1E-E31B21B8D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6516688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2DB5AC-D725-AA95-5769-1E3D618EE6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D2118A-9328-CD73-CCEC-112696F01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BB701559-3103-87F8-A57D-8470DD7A82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53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59D3D-9BCC-4E84-B3EB-3645AE660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124A5-0B65-4D03-BBA8-32F4DBBDC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5318B3-A0B6-AB70-1A31-20AB9A606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0797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7FC393C3-4E69-A191-246A-3B291C343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2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63F73-2641-4C93-B27C-8D097429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08BA7-F04D-49EF-BC55-374B4C90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65166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2687D9-5D34-4D51-B438-E9C4E7000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65166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5984069-F0C3-08A9-A8CD-D0270ECE5B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305752-70A5-28E0-CB85-1501F70E4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D485F2B4-80F6-CDCD-F307-ED198F4C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67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5EF74A-2885-4B5D-806D-A158FB07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E4987-C73D-472E-A4CD-1A9A5ABC2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78BAD0-DAD2-43A0-A24A-2C0B0D689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01D122-69B9-0C98-CE2D-FAA13AF07B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79403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2C7E6F9F-ABA7-FEE8-59A0-4886325D34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04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C337C1-657C-4DD6-BF3E-1E3478943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17191-6CD0-434A-B8EE-849418BAD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3E21CA-4627-4FCD-AF28-88EC96C2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21A29A-BD09-4AE7-9F4F-9DBA4918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CB82-8A59-411E-B56A-1DEA8C4F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BFC6BE8-FA0D-7833-DA5B-1897E966A4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B8075EDB-52E7-E62E-9065-4DF5A97D0D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9AE2E9-3964-44AA-87D0-CED6A9F5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B81DC-FFCB-418B-862B-A4E7276EE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A1AAAF-7652-46F6-9FE6-7A5B6048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F13518-E87A-4A9B-AB83-582D7C68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0CE30E8-024E-47A0-B978-B07C9D00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439EB58-D36C-AFFC-2BEB-8E0B13BC4C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860" y="634974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D70B1C6-B045-1497-8040-943ECE122B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4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3AE48-BFC3-4C89-9090-A98B4BF7B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1DA9F-65DF-426F-B7DB-BE63B59D2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1FCE0-12F6-4C89-BCBF-41E302C5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FFDF86-131C-43A3-A6DE-6EF2A307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9512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5EA0B5-80DA-49F4-9534-090456200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768D74F-ACEF-4475-A2FF-BEC3D80B9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92488" y="1736725"/>
            <a:ext cx="2124001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0E607F0-123F-4ED6-A97C-249841E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3330C1-1FFC-EAB3-0C8E-F1A1908F91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5C147A78-202A-BCD9-6051-1660AD6AB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CD8939-E74C-4C61-9EB2-2E2060868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4E73-7EA4-4965-82F7-DF9BCCCE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3ECA5-1958-4EE7-915B-DEE4029B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6AFAE8A-70CF-4456-8EB6-DC5013E7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D1BA22-40E3-4504-AE52-27AA4CEC2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500DD2-70AE-4CAB-BE22-ADFEC470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CD1CCF-C581-4A24-8F48-DADD5AF14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02AA38-E107-4F83-9342-12B5C179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FF31423-14D5-406A-AA82-FDF73656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73C0B-DEB9-448A-8B59-11CE81AB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10595D3-0ACB-BE27-16B2-9558E73E62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1C57C824-0DAB-1E6B-F937-B49532F8D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8E1DAC-E714-4CBD-9EB9-40E41D76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FCF8E-E627-4033-8604-79F94EE1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E025F-B57E-432E-8534-63A51DD4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D571873-1538-4AF0-BFF8-758374BB0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E30A64-D31A-4508-9AB3-A07258D7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168E2C-6F18-41F7-A883-E57DC6336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ED67BDD-6FC3-4457-97E3-DF720483D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79ABF62-DD35-4513-AC42-B66BA8205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69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6C4C3DA-714B-44B2-AA6E-79586C615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9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ADDAF-BEB0-4BC1-9EB7-59694D4F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32188" y="4043461"/>
            <a:ext cx="284321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2188" y="3754437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4471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71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27B679D-9DB5-B7A9-6B2F-212E1D05BD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46AA46E6-2FA4-833D-DA11-23733CABA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65DEF2-C4A4-4625-9FD6-F1B6A73C6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213FC-4F2A-4988-9A03-22EA33C5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15A444-F836-44AF-9119-7CE11C31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FEA805D-85EA-462D-A800-91F71D6C8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92488" y="1736725"/>
            <a:ext cx="2124001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3C70678-8FE8-4F6B-93A2-7FA113FF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194F44E-0DE5-4278-BB66-EA7D2ABC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89512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B5BB31-D087-4EDA-B9E6-B9562A41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9ACC55D-A445-491F-99D0-31D3EBBD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29B266A-FD09-4340-8C58-C14A92234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C041F-C2FD-421F-85BC-3A9F29311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9B5AB8-6E81-4BF1-8E75-627AF7A5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969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C35460-4A3B-4C42-99EC-AAB40397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F067E11-FD10-4FC5-BFB5-FE9D29D89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792488" y="4043461"/>
            <a:ext cx="2124001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D9562E5-68D5-487C-BC09-DC2617748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488" y="3754437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C5CA07E-97A4-4344-85E7-11E13791E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89512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571275B-5B56-487D-AC9D-EDE74307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89512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97211CD-FB45-4694-8EB3-096D54705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1851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9CDC92-B7C7-472C-9238-1EE8993D3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51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14959695-BA18-53A2-6499-AC8A088CD6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6D2331A-D178-39C2-CD35-7BF62082A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4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B84FA-7B49-423F-A6ED-F2E906236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203E44-10A8-A2E5-51BC-9FE9A19CB6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9191E33-1DFB-DA63-3B9A-6FE98E8A5B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04747-4B59-4521-A194-281DDDF6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6E55F-40A5-4A92-A896-CE8B300E7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5241B28-BDFA-555A-C72A-A9DFC3BA1CF1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-2263140" y="0"/>
            <a:ext cx="2161541" cy="923924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divider with a background image can be found in UpSlide’s library.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DF89B-CF86-AE89-6EED-87ED5AC5A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3FE0A2-E92C-FF6B-FCB6-C647BCCD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336708" y="398085"/>
            <a:ext cx="308675" cy="40745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A81D39E-2A79-7B41-5C59-01D62DFFC9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3" name="appendixTitle">
            <a:extLst>
              <a:ext uri="{FF2B5EF4-FFF2-40B4-BE49-F238E27FC236}">
                <a16:creationId xmlns:a16="http://schemas.microsoft.com/office/drawing/2014/main" id="{0225EBAF-B819-4D80-9231-F3F753DA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915652"/>
            <a:ext cx="124072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457200">
              <a:defRPr sz="2400">
                <a:solidFill>
                  <a:srgbClr val="001E4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4572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lvl="0"/>
            <a:r>
              <a:rPr lang="en-GB" dirty="0">
                <a:latin typeface="Calluna" panose="00000500000000000000" pitchFamily="50" charset="0"/>
              </a:rPr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9D93A-4E47-4154-BDC5-EB3B8672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77B6A-DAFF-4C6A-BAC3-7E7175A1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cxnSp>
        <p:nvCxnSpPr>
          <p:cNvPr id="10" name="lineSeparator">
            <a:extLst>
              <a:ext uri="{FF2B5EF4-FFF2-40B4-BE49-F238E27FC236}">
                <a16:creationId xmlns:a16="http://schemas.microsoft.com/office/drawing/2014/main" id="{13B318E4-168F-434C-8F49-48FD2250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60512" y="1341438"/>
            <a:ext cx="8856984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268B1424-0733-CF88-37D9-19D4D6D50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504005-99E1-443B-E817-FC8B41F9F832}"/>
              </a:ext>
            </a:extLst>
          </p:cNvPr>
          <p:cNvGrpSpPr/>
          <p:nvPr userDrawn="1"/>
        </p:nvGrpSpPr>
        <p:grpSpPr>
          <a:xfrm>
            <a:off x="-2247800" y="2533650"/>
            <a:ext cx="2146201" cy="2251605"/>
            <a:chOff x="-2247800" y="2533650"/>
            <a:chExt cx="2146201" cy="2251605"/>
          </a:xfrm>
        </p:grpSpPr>
        <p:sp>
          <p:nvSpPr>
            <p:cNvPr id="7" name="coverNote">
              <a:extLst>
                <a:ext uri="{FF2B5EF4-FFF2-40B4-BE49-F238E27FC236}">
                  <a16:creationId xmlns:a16="http://schemas.microsoft.com/office/drawing/2014/main" id="{D1ACF407-6313-154D-BB62-EAA66DDDDE9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2247800" y="2533650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add additional Appendix items copy this slide or insert additional Subsections within a non-numbered, appendix section.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C714A7-C36D-6BEA-BC90-6C6128D5B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03784" y="3195135"/>
              <a:ext cx="1512168" cy="928635"/>
            </a:xfrm>
            <a:prstGeom prst="rect">
              <a:avLst/>
            </a:prstGeom>
          </p:spPr>
        </p:pic>
        <p:sp>
          <p:nvSpPr>
            <p:cNvPr id="12" name="coverNote">
              <a:extLst>
                <a:ext uri="{FF2B5EF4-FFF2-40B4-BE49-F238E27FC236}">
                  <a16:creationId xmlns:a16="http://schemas.microsoft.com/office/drawing/2014/main" id="{079A125B-0C57-74D0-1BE0-5E3074F7527E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-2247800" y="4249945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use subsections in regular sections, please use the Layout dropdown to change layout to Divider.</a:t>
              </a:r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EC284A9E-6FC3-A367-ED76-E1EF2BD9BA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8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21161D-424A-49BA-BC6E-D21CDDC53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812335A-D849-08C1-0844-D8390F4E1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2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CB9638-0D34-4106-87B8-CA15D128D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72533B-98F5-4A4C-A3DC-901418F77EF4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19" name="Alert.svg">
              <a:extLst>
                <a:ext uri="{FF2B5EF4-FFF2-40B4-BE49-F238E27FC236}">
                  <a16:creationId xmlns:a16="http://schemas.microsoft.com/office/drawing/2014/main" id="{1FF1443D-C386-4C8D-B859-4815D1356DF5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0" name="Alert.svg">
              <a:extLst>
                <a:ext uri="{FF2B5EF4-FFF2-40B4-BE49-F238E27FC236}">
                  <a16:creationId xmlns:a16="http://schemas.microsoft.com/office/drawing/2014/main" id="{F4F190F0-0A98-4E7E-B9CC-40D97EE9C189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cxnSp>
        <p:nvCxnSpPr>
          <p:cNvPr id="22" name="lineSeparator">
            <a:extLst>
              <a:ext uri="{FF2B5EF4-FFF2-40B4-BE49-F238E27FC236}">
                <a16:creationId xmlns:a16="http://schemas.microsoft.com/office/drawing/2014/main" id="{BFEC5E96-29B4-C10E-B8AF-BB515A48CE6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02BF941-CCC2-D49D-556B-65B6C2409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053C17BB-47AB-482D-B27E-69B3A7362F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6496" y="6328627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9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5CCED-AD51-447C-B9F1-46F4294B1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21BC057-58F6-4D17-A7BE-9BD017FB31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E9BF6-187F-47AD-B55E-AD5466CFD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9AA5-8E4D-472D-A18F-CA35104DD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0CEF7FE-6210-F1FE-8CE5-8EEB8775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7D380F-2D15-9315-2459-9AB06758D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23" name="lineSeparator">
            <a:extLst>
              <a:ext uri="{FF2B5EF4-FFF2-40B4-BE49-F238E27FC236}">
                <a16:creationId xmlns:a16="http://schemas.microsoft.com/office/drawing/2014/main" id="{CA28AFD0-525A-A8C3-D621-17E66AC5ED4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FD8D41-E610-FBDD-34CC-AD4B1AAD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FCD0C6-4C2B-0776-68A9-A9DFF311A81A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27" name="Alert.svg">
              <a:extLst>
                <a:ext uri="{FF2B5EF4-FFF2-40B4-BE49-F238E27FC236}">
                  <a16:creationId xmlns:a16="http://schemas.microsoft.com/office/drawing/2014/main" id="{B969547C-B305-61D8-DE9F-8F3914EFB147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8" name="Alert.svg">
              <a:extLst>
                <a:ext uri="{FF2B5EF4-FFF2-40B4-BE49-F238E27FC236}">
                  <a16:creationId xmlns:a16="http://schemas.microsoft.com/office/drawing/2014/main" id="{77BF3D2D-16AD-C30B-7C87-43A727200902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338CACE-E935-35BC-2F37-E3E769DA89B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52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05ECB-CFBD-4CD8-8C18-E97118B0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FD3D385D-49BD-4309-AEDE-2F70D4B9DF1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28FC76-90BC-4867-9F9F-14890DFF4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BA97E18-2CD3-67BB-CDA3-A92A33A8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4AFD425-D2C4-7DA0-2F6E-428EF5AA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8B828C-11CA-D7D8-A985-A6F7537F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26" name="lineSeparator">
            <a:extLst>
              <a:ext uri="{FF2B5EF4-FFF2-40B4-BE49-F238E27FC236}">
                <a16:creationId xmlns:a16="http://schemas.microsoft.com/office/drawing/2014/main" id="{6A4FEA65-C909-A7FA-4804-62D633D0020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F0FFE-EB84-7073-80EC-7551AF2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733C5F-4BC4-3900-BEFD-A0E521F8E267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0" name="Alert.svg">
              <a:extLst>
                <a:ext uri="{FF2B5EF4-FFF2-40B4-BE49-F238E27FC236}">
                  <a16:creationId xmlns:a16="http://schemas.microsoft.com/office/drawing/2014/main" id="{27D1B052-B3BF-CA42-C9D0-4A731FB8F238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1" name="Alert.svg">
              <a:extLst>
                <a:ext uri="{FF2B5EF4-FFF2-40B4-BE49-F238E27FC236}">
                  <a16:creationId xmlns:a16="http://schemas.microsoft.com/office/drawing/2014/main" id="{9C7EF06A-DB7A-B34C-EFF7-9831C8F68D40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C2F1127E-D46F-38FB-C100-4232BB75771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2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67F38-E0ED-4EA3-B11F-25E74C0B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C893C14-7043-4674-8298-0F454451A50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50AD2-1752-4606-819D-1E342D4E5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CF53CD-1659-E59F-31E4-80CDF682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1C683FE-9AA3-8A5E-0193-0A491307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6F4D84-0B38-501D-6080-FA010D32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81AB79-85EB-8AA2-2803-679B4C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6FEC703-9758-31AF-8AED-0E0D3FF8A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B1C807B4-CB04-4C2C-02A4-2534D8DC1EA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4F89BD-3CF1-F4E4-A21B-6FBDBC6D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A157C7-2E7E-D093-E5EB-0876016849A5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6FE647BA-81B3-C983-08D0-FD584455D42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BE178941-4321-7FF2-3277-73EF9714C24E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14E77DA3-9ECA-B26F-5ED5-BAE671765C8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69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91200-F247-4774-849E-7797BECF1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CD0315D0-7725-40D3-8335-B1A1A8C55F5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7FB27-8523-40B5-932F-0FE9C6227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0B883-E2DF-41A2-9172-6EFBD63C0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94C981D-4AAA-0E35-D9BF-9325E0A01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F018092-FFC3-5529-FB3A-D6011845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EE907BA-21C2-81FA-D26D-AEBA1072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B055A27-45ED-408F-8C7C-1CA42AAF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1534769-D56A-7B9D-F7A4-CC4248D5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06D31869-C0E4-0F1D-FC49-8DC04E23C01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0CA1E5-FE6B-10F2-DA27-701A20595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390C2-CC87-B941-0E96-591E4A4EEF31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2B91D655-EA16-0E72-F0E5-1FDA4618801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84AA7BAD-227E-402D-B014-A847514574D8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EBA8353F-3AD3-0095-1CDA-FDFC622BF3C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6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6C4CB-066B-40AD-B612-141622B6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A73119E0-0525-429C-99D3-930482D7744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1183E-1D53-4807-B7D1-187381137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24F21-C576-47F1-B93E-4F278E8D2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21640FB-ED59-C7D5-A4A2-F0E5044D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C8D9066-8586-C47D-43CF-06F841446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7C491854-24D0-F963-7E9D-6B918A84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F3E325B-B499-1E5C-D8AA-64A91AEA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63F5F7A-DF60-BAC5-AB18-25EE9595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9C7284B-ECA4-C052-5B9D-E6B7E26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36F2589-07E1-2826-F1F4-ADCF5203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F62A81F-88B3-DFD7-A979-C8ED8042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62308D53-C8AE-3B7F-5C1C-BB4517D3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38" name="lineSeparator">
            <a:extLst>
              <a:ext uri="{FF2B5EF4-FFF2-40B4-BE49-F238E27FC236}">
                <a16:creationId xmlns:a16="http://schemas.microsoft.com/office/drawing/2014/main" id="{7D5DA729-02DF-C93B-D5D7-7B608C5CF400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E07602-77B7-590D-E5F2-AA3C1CCD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E28C-FB10-1D6C-D67D-470A21C36C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42" name="Alert.svg">
              <a:extLst>
                <a:ext uri="{FF2B5EF4-FFF2-40B4-BE49-F238E27FC236}">
                  <a16:creationId xmlns:a16="http://schemas.microsoft.com/office/drawing/2014/main" id="{42BB857E-0384-0343-6A24-2F51CD032374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43" name="Alert.svg">
              <a:extLst>
                <a:ext uri="{FF2B5EF4-FFF2-40B4-BE49-F238E27FC236}">
                  <a16:creationId xmlns:a16="http://schemas.microsoft.com/office/drawing/2014/main" id="{DC99D8A5-0738-82BD-7DAB-07C69B2FEB03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7C7E029-1F56-AE0F-6865-13C7B9A5557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66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">
            <a:extLst>
              <a:ext uri="{FF2B5EF4-FFF2-40B4-BE49-F238E27FC236}">
                <a16:creationId xmlns:a16="http://schemas.microsoft.com/office/drawing/2014/main" id="{C602B1C9-15B2-458F-BADE-2B25315B0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162131" y="1736725"/>
            <a:ext cx="887413" cy="4571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ection #">
            <a:extLst>
              <a:ext uri="{FF2B5EF4-FFF2-40B4-BE49-F238E27FC236}">
                <a16:creationId xmlns:a16="http://schemas.microsoft.com/office/drawing/2014/main" id="{60EDB5DA-861A-42E9-94CD-12E1795D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2780" y="1341435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5" name="section title">
            <a:extLst>
              <a:ext uri="{FF2B5EF4-FFF2-40B4-BE49-F238E27FC236}">
                <a16:creationId xmlns:a16="http://schemas.microsoft.com/office/drawing/2014/main" id="{CB492BDC-2C7B-4D6F-B9CF-0A949CD35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62337" y="1341435"/>
            <a:ext cx="6251251" cy="2154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3" name="section index">
            <a:extLst>
              <a:ext uri="{FF2B5EF4-FFF2-40B4-BE49-F238E27FC236}">
                <a16:creationId xmlns:a16="http://schemas.microsoft.com/office/drawing/2014/main" id="{A3F27932-C4F9-41EA-8083-7870247BD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6530567" y="1341435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ide index">
            <a:extLst>
              <a:ext uri="{FF2B5EF4-FFF2-40B4-BE49-F238E27FC236}">
                <a16:creationId xmlns:a16="http://schemas.microsoft.com/office/drawing/2014/main" id="{8559BBE5-A159-42A9-9EC1-34129DE4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530569" y="2266948"/>
            <a:ext cx="585000" cy="216000"/>
          </a:xfrm>
          <a:prstGeom prst="rect">
            <a:avLst/>
          </a:prstGeom>
          <a:noFill/>
        </p:spPr>
        <p:txBody>
          <a:bodyPr wrap="none" lIns="0" tIns="0" rIns="36000" bIns="0" rtlCol="0" anchor="t" anchorCtr="0">
            <a:noAutofit/>
          </a:bodyPr>
          <a:lstStyle>
            <a:defPPr>
              <a:defRPr lang="en-US"/>
            </a:defPPr>
            <a:lvl1pPr lvl="0" algn="r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7" name="slide title">
            <a:extLst>
              <a:ext uri="{FF2B5EF4-FFF2-40B4-BE49-F238E27FC236}">
                <a16:creationId xmlns:a16="http://schemas.microsoft.com/office/drawing/2014/main" id="{D8B39EE1-7D0C-4E07-8F95-38EB2A05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02781" y="2266950"/>
            <a:ext cx="6510808" cy="21653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wrap="square" lIns="0" tIns="0" rIns="360000" bIns="46800" rtlCol="0" anchor="t" anchorCtr="0">
            <a:spAutoFit/>
          </a:bodyPr>
          <a:lstStyle>
            <a:defPPr>
              <a:defRPr lang="en-US"/>
            </a:defPPr>
            <a:lvl1pPr lvl="0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8" name="subsection title">
            <a:extLst>
              <a:ext uri="{FF2B5EF4-FFF2-40B4-BE49-F238E27FC236}">
                <a16:creationId xmlns:a16="http://schemas.microsoft.com/office/drawing/2014/main" id="{01854E24-E6AC-4737-B387-B27FF97A1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08585" y="1719072"/>
            <a:ext cx="5905004" cy="21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wrap="square" lIns="0" tIns="0" rIns="356616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/>
              <a:t>Title of Section</a:t>
            </a:r>
          </a:p>
        </p:txBody>
      </p:sp>
      <p:sp>
        <p:nvSpPr>
          <p:cNvPr id="29" name="subsection #">
            <a:extLst>
              <a:ext uri="{FF2B5EF4-FFF2-40B4-BE49-F238E27FC236}">
                <a16:creationId xmlns:a16="http://schemas.microsoft.com/office/drawing/2014/main" id="{5A2C0B10-7635-48E5-ABAA-FDD0CB55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00495" y="1719072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1.A</a:t>
            </a:r>
          </a:p>
        </p:txBody>
      </p:sp>
      <p:sp>
        <p:nvSpPr>
          <p:cNvPr id="30" name="subsection index">
            <a:extLst>
              <a:ext uri="{FF2B5EF4-FFF2-40B4-BE49-F238E27FC236}">
                <a16:creationId xmlns:a16="http://schemas.microsoft.com/office/drawing/2014/main" id="{34F4942E-8402-4C48-8F36-F75BF676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6530568" y="1719072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697D60-5DC8-7E05-0D41-3B80C82EBEF3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44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CA730-1F11-4026-B1F1-7BBA71D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1798682" y="2287451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5885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Section Title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458036A-1AD8-45E9-8010-0C520122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Section Title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BE7AB64-6589-4B8D-BA18-55EEB6925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21E40-CC2E-30F5-30E7-7329EC50577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9CCD1270-E7FD-403F-BA51-E6A91F72C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D045D-DA63-4DCD-BAE0-E54DEFFEF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23030" y="3279300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English word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BDF0121-0EC2-4CFD-A528-2D2154ED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Sub Section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83B42-4FAF-DC48-B6B7-03A0924AB93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2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Reminder">
            <a:extLst>
              <a:ext uri="{FF2B5EF4-FFF2-40B4-BE49-F238E27FC236}">
                <a16:creationId xmlns:a16="http://schemas.microsoft.com/office/drawing/2014/main" id="{5D4CC9AC-79A6-441F-8502-8DB505CA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24644"/>
            <a:ext cx="8712200" cy="14401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7F7F7F"/>
                </a:solidFill>
              </a:defRPr>
            </a:lvl1pPr>
          </a:lstStyle>
          <a:p>
            <a:r>
              <a:rPr lang="en-GB" sz="800" cap="all" baseline="0" dirty="0">
                <a:solidFill>
                  <a:srgbClr val="949291"/>
                </a:solidFill>
                <a:latin typeface="+mn-lt"/>
                <a:cs typeface="Arial" panose="020B0604020202020204" pitchFamily="34" charset="0"/>
              </a:rPr>
              <a:t>&lt;%SECTIONNUM%&gt;&lt;%DOTIFSECNUM%&gt;&lt;%SPACEIFSECNUM%&gt;&lt;%SECTIONNAME%&gt;&lt;%SPACEIFINSUBSEC%&gt;&lt;%TIRETIFINSUBSEC%&gt;&lt;%SPACEIFINSUBSEC%&gt;&lt;%SUBSECTIONNUM%&gt;&lt;%DOTIFSUBSECNUM%&gt;&lt;%SPACEIFINSUBSEC%&gt;&lt;%SUBSECTIONNAME%&gt;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3BA9E-27CD-8496-9642-61E8112E87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07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theme" Target="../theme/theme2.xml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459500"/>
            <a:ext cx="8712199" cy="32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49388"/>
            <a:ext cx="8712200" cy="48586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arrow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2649" y="6524625"/>
            <a:ext cx="3995935" cy="180747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>
              <a:defRPr lang="en-GB" sz="800" cap="all" baseline="0" smtClean="0">
                <a:solidFill>
                  <a:srgbClr val="949291"/>
                </a:solidFill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/>
              <a:t>ROTHSCHILD &amp; CO REDBURN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0678" y="6525372"/>
            <a:ext cx="278422" cy="180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algn="r">
              <a:defRPr lang="en-GB" sz="900" smtClean="0">
                <a:solidFill>
                  <a:srgbClr val="94929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lineSeparator">
            <a:extLst>
              <a:ext uri="{FF2B5EF4-FFF2-40B4-BE49-F238E27FC236}">
                <a16:creationId xmlns:a16="http://schemas.microsoft.com/office/drawing/2014/main" id="{541AD157-819E-45EB-0D99-085FFE65C550}"/>
              </a:ext>
            </a:extLst>
          </p:cNvPr>
          <p:cNvCxnSpPr>
            <a:cxnSpLocks/>
          </p:cNvCxnSpPr>
          <p:nvPr userDrawn="1">
            <p:custDataLst>
              <p:tags r:id="rId24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hape, icon&#10;&#10;Description automatically generated">
            <a:extLst>
              <a:ext uri="{FF2B5EF4-FFF2-40B4-BE49-F238E27FC236}">
                <a16:creationId xmlns:a16="http://schemas.microsoft.com/office/drawing/2014/main" id="{A563918F-D421-BFEF-E2E1-F7AE9D02867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8594B-76B2-B991-E732-F3B5E31DA7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40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701" r:id="rId3"/>
    <p:sldLayoutId id="2147483679" r:id="rId4"/>
    <p:sldLayoutId id="2147483702" r:id="rId5"/>
    <p:sldLayoutId id="2147483681" r:id="rId6"/>
    <p:sldLayoutId id="2147483682" r:id="rId7"/>
    <p:sldLayoutId id="2147483684" r:id="rId8"/>
    <p:sldLayoutId id="2147483687" r:id="rId9"/>
    <p:sldLayoutId id="2147483683" r:id="rId10"/>
    <p:sldLayoutId id="2147483688" r:id="rId11"/>
    <p:sldLayoutId id="2147483689" r:id="rId12"/>
    <p:sldLayoutId id="2147483662" r:id="rId13"/>
    <p:sldLayoutId id="2147483690" r:id="rId14"/>
    <p:sldLayoutId id="2147483694" r:id="rId15"/>
    <p:sldLayoutId id="2147483691" r:id="rId16"/>
    <p:sldLayoutId id="2147483693" r:id="rId17"/>
    <p:sldLayoutId id="2147483698" r:id="rId18"/>
    <p:sldLayoutId id="2147483695" r:id="rId19"/>
    <p:sldLayoutId id="2147483696" r:id="rId20"/>
    <p:sldLayoutId id="2147483699" r:id="rId21"/>
    <p:sldLayoutId id="2147483697" r:id="rId22"/>
  </p:sldLayoutIdLst>
  <p:hf hdr="0" dt="0"/>
  <p:txStyles>
    <p:titleStyle>
      <a:lvl1pPr algn="l" defTabSz="99057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Calluna" panose="00000500000000000000" pitchFamily="50" charset="0"/>
          <a:ea typeface="+mj-ea"/>
          <a:cs typeface="Arial" panose="020B0604020202020204" pitchFamily="34" charset="0"/>
        </a:defRPr>
      </a:lvl1pPr>
    </p:titleStyle>
    <p:bodyStyle>
      <a:lvl1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75000"/>
        <a:buFont typeface="Wingdings" panose="05000000000000000000" pitchFamily="2" charset="2"/>
        <a:buChar char="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100000"/>
        <a:buFont typeface="Arial" panose="020B0604020202020204" pitchFamily="34" charset="0"/>
        <a:buChar char="□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54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▪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72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▫"/>
        <a:defRPr sz="9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6pPr>
      <a:lvl7pPr marL="0" indent="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7pPr>
      <a:lvl8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SzPct val="75000"/>
        <a:buFont typeface="Wingdings" panose="05000000000000000000" pitchFamily="2" charset="2"/>
        <a:buChar char="n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8pPr>
      <a:lvl9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Font typeface="Arial" panose="020B0604020202020204" pitchFamily="34" charset="0"/>
        <a:buChar char="□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376" userDrawn="1">
          <p15:clr>
            <a:srgbClr val="A4A3A4"/>
          </p15:clr>
        </p15:guide>
        <p15:guide id="4" pos="5864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1714" userDrawn="1">
          <p15:clr>
            <a:srgbClr val="A4A3A4"/>
          </p15:clr>
        </p15:guide>
        <p15:guide id="8" pos="1759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3143" userDrawn="1">
          <p15:clr>
            <a:srgbClr val="A4A3A4"/>
          </p15:clr>
        </p15:guide>
        <p15:guide id="13" pos="4526" userDrawn="1">
          <p15:clr>
            <a:srgbClr val="A4A3A4"/>
          </p15:clr>
        </p15:guide>
        <p15:guide id="14" pos="4481" userDrawn="1">
          <p15:clr>
            <a:srgbClr val="A4A3A4"/>
          </p15:clr>
        </p15:guide>
        <p15:guide id="18" orient="horz" pos="2319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2500" userDrawn="1">
          <p15:clr>
            <a:srgbClr val="A4A3A4"/>
          </p15:clr>
        </p15:guide>
        <p15:guide id="21" orient="horz" pos="2546" userDrawn="1">
          <p15:clr>
            <a:srgbClr val="A4A3A4"/>
          </p15:clr>
        </p15:guide>
        <p15:guide id="22" orient="horz" pos="913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782A5293-B172-8C2B-88F1-2C5625D47A60}"/>
              </a:ext>
            </a:extLst>
          </p:cNvPr>
          <p:cNvSpPr txBox="1">
            <a:spLocks/>
          </p:cNvSpPr>
          <p:nvPr userDrawn="1"/>
        </p:nvSpPr>
        <p:spPr>
          <a:xfrm>
            <a:off x="1" y="1525910"/>
            <a:ext cx="9906000" cy="119417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MASTER. </a:t>
            </a:r>
          </a:p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EDIT. DO NOT DELETE.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257AA1-40E0-4710-AED0-9BFD14EF19E1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001" y="3140968"/>
            <a:ext cx="1440000" cy="14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A25B5B-E5DF-42AD-992C-80BBF8B4BB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40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6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5pPr>
      <a:lvl6pPr marL="495285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6pPr>
      <a:lvl7pPr marL="990570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7pPr>
      <a:lvl8pPr marL="1485854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8pPr>
      <a:lvl9pPr marL="1981139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517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517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87197" indent="-287197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7"/>
        </a:buBlip>
        <a:defRPr lang="en-US" sz="1517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83247" indent="-1960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79297" indent="-1960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79297" marR="0" indent="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071398" marR="0" indent="-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267448" indent="-196050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451460" indent="-184013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4.xml"/><Relationship Id="rId3" Type="http://schemas.openxmlformats.org/officeDocument/2006/relationships/chart" Target="../charts/char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0">
                <a:solidFill>
                  <a:srgbClr val="2E3E80"/>
                </a:solidFill>
                <a:latin typeface="Calluna"/>
              </a:rPr>
              <a:t>Hourly Power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E3E80"/>
                </a:solidFill>
                <a:latin typeface="Calluna"/>
              </a:rPr>
              <a:t>European wholesale power — prices, generation &amp; capacity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200" b="0">
                <a:latin typeface="Arial"/>
              </a:rPr>
              <a:t>17 July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900" b="0">
                <a:solidFill>
                  <a:srgbClr val="9A9A9A"/>
                </a:solidFill>
                <a:latin typeface="Arial"/>
              </a:rPr>
              <a:t>ENTSO-E hourly data · auto-linked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Annual volatility and the incidence of negative prices across the five markets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Price volatility &amp; negative-price hours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volatility: annual SD of hourly day-ahead price (€/MWh)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Negative-price hours per year, by country</a:t>
            </a:r>
          </a:p>
        </p:txBody>
      </p:sp>
      <p:graphicFrame>
        <p:nvGraphicFramePr>
          <p:cNvPr id="7" name="Chart 1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2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negative-hour incidence builds through the year, and the daily price range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Negative &amp; extreme prices in detail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Cumulative near-negative-price hours through the year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Daily minimum vs maximum price (Germany, 2025)</a:t>
            </a:r>
          </a:p>
        </p:txBody>
      </p:sp>
      <p:graphicFrame>
        <p:nvGraphicFramePr>
          <p:cNvPr id="7" name="Chart 3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4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profile by year, and the full price distribution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&amp; price duration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price shape by year, indexed to daily mean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duration curves by year (Portugal)</a:t>
            </a:r>
          </a:p>
        </p:txBody>
      </p:sp>
      <p:graphicFrame>
        <p:nvGraphicFramePr>
          <p:cNvPr id="7" name="Chart 5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6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Hourly generation by technology, with the wholesale price overlaid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generation mix &amp; price (Portugal, 2025)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generation mix and price (Portugal, 2025)</a:t>
            </a:r>
          </a:p>
        </p:txBody>
      </p:sp>
      <p:graphicFrame>
        <p:nvGraphicFramePr>
          <p:cNvPr id="6" name="Chart 7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each technology's realised (capture) price compares with time-weighted baseload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 vs baseload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Capture price vs baseload by technology (Germany)</a:t>
            </a:r>
          </a:p>
        </p:txBody>
      </p:sp>
      <p:graphicFrame>
        <p:nvGraphicFramePr>
          <p:cNvPr id="6" name="Chart 8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Installed capacity by technology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Installed generation capacity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Installed generation capacity by technology (Germany)</a:t>
            </a:r>
          </a:p>
        </p:txBody>
      </p:sp>
      <p:graphicFrame>
        <p:nvGraphicFramePr>
          <p:cNvPr id="6" name="Chart 9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Spain's solar 'duck' in the indexed profile, and Germany's absolute price belly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intraday price shape, indexed to daily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shape (€/MWh)</a:t>
            </a:r>
          </a:p>
        </p:txBody>
      </p:sp>
      <p:graphicFrame>
        <p:nvGraphicFramePr>
          <p:cNvPr id="7" name="Chart 10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1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Portugal's technology capture spreads, and the rise of negative-price hours in Spain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prices &amp; negative hours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Portugal — capture price vs baseload by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cumulative near-negative-price hours through the year</a:t>
            </a:r>
          </a:p>
        </p:txBody>
      </p:sp>
      <p:graphicFrame>
        <p:nvGraphicFramePr>
          <p:cNvPr id="7" name="Chart 12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3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The share of solar in the peak hour, and how the price 'duck' deepens month by month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Solar's imprint on the intraday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share of the peak hour, by market (quarterly average)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by month (the monthly 'duck')</a:t>
            </a:r>
          </a:p>
        </p:txBody>
      </p:sp>
      <p:graphicFrame>
        <p:nvGraphicFramePr>
          <p:cNvPr id="7" name="Chart 14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5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Monthly baseload price by market, and the rising share of wind &amp; solar in generation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European power prices &amp; renewables penetration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Monthly baseload power price by market (€/MWh). GB is the Elexon market index, not a day-ahead auction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Wind &amp; solar share of generation, by market (12-month average)</a:t>
            </a:r>
          </a:p>
        </p:txBody>
      </p:sp>
      <p:graphicFrame>
        <p:nvGraphicFramePr>
          <p:cNvPr id="7" name="Chart 16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7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solar's realised price is eroded vs baseload, and how solar hollows out midday net 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Renewable capture erosion &amp; the net-load 'duck'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&amp; wind capture price vs baseload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Net-load 'duck': demand − wind − solar by hour, by year (Germany)</a:t>
            </a:r>
          </a:p>
        </p:txBody>
      </p:sp>
      <p:graphicFrame>
        <p:nvGraphicFramePr>
          <p:cNvPr id="7" name="Chart 18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9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by quarter (Spain day-ahead)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intraday 'duck' — quarterly,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by quarter</a:t>
            </a:r>
          </a:p>
        </p:txBody>
      </p:sp>
      <p:pic>
        <p:nvPicPr>
          <p:cNvPr id="6" name="Picture 5" descr="snap_quarter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by quarter</a:t>
            </a:r>
          </a:p>
        </p:txBody>
      </p:sp>
      <p:pic>
        <p:nvPicPr>
          <p:cNvPr id="8" name="Picture 7" descr="snap_quarter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Every July day's intraday price shape; navy line = July average (Spain)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July price 'spaghetti' —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July, daily</a:t>
            </a:r>
          </a:p>
        </p:txBody>
      </p:sp>
      <p:pic>
        <p:nvPicPr>
          <p:cNvPr id="6" name="Picture 5" descr="snap_ju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July, daily</a:t>
            </a:r>
          </a:p>
        </p:txBody>
      </p:sp>
      <p:pic>
        <p:nvPicPr>
          <p:cNvPr id="8" name="Picture 7" descr="snap_ju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DESIGN" val="Rothschild and Co - UpSlide"/>
  <p:tag name="UPSLIDETOCALGOID" val="ScriptedShapesTocAlgo"/>
  <p:tag name="FOOTERSCRIPT" val="&lt;%Sensitivity/status%&gt;"/>
  <p:tag name="UPSLIDETOCMASTERID" val="A4 v3.002 08 2022"/>
  <p:tag name="UPSLIDETOCMASTERNAME" val="A4 v3.0"/>
  <p:tag name="UPSLIDETOCMASTERLASTEDITIONDATE" val="637799294233535538"/>
  <p:tag name="TEMPLATESHORTNAMETAG" val="Long - A4 - EN"/>
  <p:tag name="TEMPLATEFULLNAMETAG" val="Long - A4 - EN"/>
  <p:tag name="UPSLIDEPRINTTWOSIDES" val="TRUE"/>
  <p:tag name="UPSLIDEPRINTUSEAUTOGENERATEDFACINGPAGELAYOUT" val="TRUE"/>
  <p:tag name="UPSLIDEPRINTBLANKFACINGPAGESDESIGN" val="Rothschild and Co - UpSlide"/>
  <p:tag name="UPSLIDEPRINTFACINGPAGESLAYOUT" val="Facing Page One Box"/>
  <p:tag name="UPSLIDEPRINTBLANKFACINGPAGESLAYOUT" val="Blank"/>
  <p:tag name="TEMPLATEDETAILSTAG" val="Contents page is populated by sections, subsections and appendix items"/>
  <p:tag name="UPSLIDE" val="Gre02322_UpSLide_14-12-2017"/>
  <p:tag name="UPSLIDEVERSION" val="6.8.19.0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Contents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fals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Appendix&lt;/SlideTitle&gt;&#10;  &lt;/SubSectionSlideOptions&gt;&#10;  &lt;UsedSlideLayouts&gt;&#10;    &lt;TocSlidesLayout&gt;&#10;      &lt;DesignName&gt;Rothschild and Co - UpSlide&lt;/DesignName&gt;&#10;      &lt;LayoutName&gt;Contents page&lt;/LayoutName&gt;&#10;    &lt;/TocSlidesLayout&gt;&#10;    &lt;SectionLayout&gt;&#10;      &lt;DesignName&gt;Rothschild and Co - UpSlide&lt;/DesignName&gt;&#10;      &lt;LayoutName&gt;Divider&lt;/LayoutName&gt;&#10;    &lt;/SectionLayout&gt;&#10;    &lt;SubsectionLayout&gt;&#10;      &lt;DesignName&gt;Rothschild and Co - UpSlide&lt;/DesignName&gt;&#10;      &lt;LayoutName&gt;Subsection Divider&lt;/LayoutName&gt;&#10;    &lt;/SubsectionLayout&gt;&#10;    &lt;AppendixLayout&gt;&#10;      &lt;DesignName&gt;Rothschild and Co - UpSlide&lt;/DesignName&gt;&#10;      &lt;LayoutName&gt;Divider&lt;/LayoutName&gt;&#10;    &lt;/AppendixLayout&gt;&#10;    &lt;TitleSliLayout&gt;&#10;      &lt;DesignName&gt;Rothschild and Co - UpSlide&lt;/DesignName&gt;&#10;      &lt;LayoutName&gt;Title Slide&lt;/LayoutName&gt;&#10;    &lt;/TitleSliLayout&gt;&#10;  &lt;/UsedSlideLayouts&gt;&#10;  &lt;ActiveReminders&gt;&#10;    &lt;ReminderScriptList&gt;&#10;      &lt;ReminderScript&gt;&#10;        &lt;Key xsi:type=&quot;xsd:string&quot;&gt;Reminder26/06/2020 11:59:161505957775&lt;/Key&gt;&#10;        &lt;Value xsi:type=&quot;xsd:string&quot;&gt;&amp;lt;%SectionNum%&amp;gt;&amp;lt;%DotIfSecNum%&amp;gt;&amp;lt;%SpaceIfSecNum%&amp;gt;&amp;lt;%SectionName%&amp;gt;&amp;lt;%SpaceIfInSubSec%&amp;gt;&amp;lt;%TiretIfInSubSec%&amp;gt;&amp;lt;%SpaceIfInSubSec%&amp;gt;&amp;lt;%SubSectionNum%&amp;gt;&amp;lt;%DotIfSubSecNum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22&lt;/XOffset&gt;&#10;          &lt;YOffset&gt;0&lt;/YOffset&gt;&#10;          &lt;Weight&gt;0&lt;/Weight&gt;&#10;          &lt;R&gt;198&lt;/R&gt;&#10;          &lt;G&gt;198&lt;/G&gt;&#10;          &lt;B&gt;197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4&lt;/SpaceBeforeSections&gt;&#10;          &lt;SpaceBeforeSubSections&gt;4&lt;/SpaceBeforeSubSections&gt;&#10;          &lt;SpaceBeforeSlides&gt;4&lt;/SpaceBeforeSlides&gt;&#10;        &lt;/ManualSpacing&gt;&#10;        &lt;ManualSpacing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&amp;lt;%SectionName%&amp;gt;&lt;/script&gt;&#10;    &lt;/Sh1SecDividerOptions&gt;&#10;    &lt;Sh2SecDividerOptions&gt;&#10;      &lt;UseShapeInDividers&gt;true&lt;/UseShapeInDividers&gt;&#10;      &lt;script&gt;&amp;lt;%SectionNum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true&lt;/UseShapeInDividers&gt;&#10;      &lt;script&gt;&amp;lt;%SubSectionName%&amp;gt;&lt;/script&gt;&#10;    &lt;/Sh1SubSecDividerOptions&gt;&#10;    &lt;Sh2SubSecDividerOptions&gt;&#10;      &lt;UseShapeInDividers&gt;true&lt;/UseShapeInDividers&gt;&#10;      &lt;script&gt;&amp;lt;%SubSectionNum%&amp;gt;&lt;/script&gt;&#10;    &lt;/Sh2SubSecDividerOptions&gt;&#10;    &lt;Sh3SubSecDividerOptions&gt;&#10;      &lt;UseShapeInDividers&gt;false&lt;/UseShapeInDividers&gt;&#10;      &lt;script /&gt;&#10;    &lt;/Sh3SubSecDividerOptions&gt;&#10;    &lt;ThreeLevelTOC&gt;false&lt;/ThreeLevelTOC&gt;&#10;  &lt;/CustomAlgoOptions&gt;&#10;  &lt;UserPresentationOptions&gt;&#10;    &lt;SubSectionsHaveSlide xsi:nil=&quot;true&quot; /&gt;&#10;    &lt;SectionDividersContainOwnSubSections xsi:nil=&quot;true&quot; /&gt;&#10;    &lt;SectionDividersContainOwnSlideTitles xsi:nil=&quot;true&quot; /&gt;&#10;    &lt;SubSectionDividersContainOwnSlideTitles xsi:nil=&quot;true&quot; /&gt;&#10;    &lt;TOCSlidesContainSubsectionTitles xsi:nil=&quot;true&quot; /&gt;&#10;    &lt;DisplayRemindersOnSlides&gt;true&lt;/DisplayRemindersOnSlides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ArabicAndCapitalLetters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1"/>
  <p:tag name="DEFAULTTOP" val="216.7106"/>
  <p:tag name="DEFAULTLEFT" val="46.2048"/>
  <p:tag name="DEFAULTHEIGHT" val="29.08126"/>
  <p:tag name="DEFAULTWIDTH" val="101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TITLE"/>
  <p:tag name="TOCTEMPLATESHAPENAME" val="Titre de section"/>
  <p:tag name="TOCTEMPLATESHAPEDESCRIPTION" val="Définit le format de la forme contenant les titres de secti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6/06/2020 11:59:161505957775"/>
  <p:tag name="TOCTEMPLATESHAPENAME" val="Section remind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Rothschild and Co - UpSlide">
  <a:themeElements>
    <a:clrScheme name="R&amp;Co 2022">
      <a:dk1>
        <a:srgbClr val="000000"/>
      </a:dk1>
      <a:lt1>
        <a:srgbClr val="FFFFFF"/>
      </a:lt1>
      <a:dk2>
        <a:srgbClr val="1C355E"/>
      </a:dk2>
      <a:lt2>
        <a:srgbClr val="D6D1CA"/>
      </a:lt2>
      <a:accent1>
        <a:srgbClr val="2E3E80"/>
      </a:accent1>
      <a:accent2>
        <a:srgbClr val="CC9F53"/>
      </a:accent2>
      <a:accent3>
        <a:srgbClr val="8A1E41"/>
      </a:accent3>
      <a:accent4>
        <a:srgbClr val="4C4A47"/>
      </a:accent4>
      <a:accent5>
        <a:srgbClr val="E8C9BA"/>
      </a:accent5>
      <a:accent6>
        <a:srgbClr val="000000"/>
      </a:accent6>
      <a:hlink>
        <a:srgbClr val="1C355E"/>
      </a:hlink>
      <a:folHlink>
        <a:srgbClr val="8A1E41"/>
      </a:folHlink>
    </a:clrScheme>
    <a:fontScheme name="R&amp;Co 2022">
      <a:majorFont>
        <a:latin typeface="Georgia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ECE9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C4A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000" dirty="0" smtClean="0"/>
        </a:defPPr>
      </a:lstStyle>
    </a:txDef>
  </a:objectDefaults>
  <a:extraClrSchemeLst/>
  <a:custClrLst>
    <a:custClr name="Indigo 100">
      <a:srgbClr val="1C355E"/>
    </a:custClr>
    <a:custClr name="Stone 100">
      <a:srgbClr val="D6D1CA"/>
    </a:custClr>
    <a:custClr name="Gold 100">
      <a:srgbClr val="CC9F53"/>
    </a:custClr>
    <a:custClr name="Red 100">
      <a:srgbClr val="8A1E41"/>
    </a:custClr>
    <a:custClr name="Purple 100">
      <a:srgbClr val="2E3E80"/>
    </a:custClr>
    <a:custClr name="Grey 100">
      <a:srgbClr val="4C4A47"/>
    </a:custClr>
    <a:custClr name="Rosé">
      <a:srgbClr val="EFD9CE"/>
    </a:custClr>
    <a:custClr name="White 1">
      <a:srgbClr val="FFFFFF"/>
    </a:custClr>
    <a:custClr name="White 2">
      <a:srgbClr val="FFFFFF"/>
    </a:custClr>
    <a:custClr name="White 3">
      <a:srgbClr val="FFFFFF"/>
    </a:custClr>
    <a:custClr name="Complex Primary - Indigo 50">
      <a:srgbClr val="77859F"/>
    </a:custClr>
    <a:custClr name="Complex Primary - Stone 50">
      <a:srgbClr val="E2DFDA"/>
    </a:custClr>
    <a:custClr name="Complex Primary - Gold 50">
      <a:srgbClr val="DBBC86"/>
    </a:custClr>
    <a:custClr name="Complex Primary - Red 50">
      <a:srgbClr val="B9788E"/>
    </a:custClr>
    <a:custClr name="White 4">
      <a:srgbClr val="FFFFFF"/>
    </a:custClr>
    <a:custClr name="Complex Secondary - Grey 50">
      <a:srgbClr val="949291"/>
    </a:custClr>
    <a:custClr name="White 5">
      <a:srgbClr val="FFFFFF"/>
    </a:custClr>
    <a:custClr name="White 6">
      <a:srgbClr val="FFFFFF"/>
    </a:custClr>
    <a:custClr name="White 7">
      <a:srgbClr val="FFFFFF"/>
    </a:custClr>
    <a:custClr name="White 8">
      <a:srgbClr val="FFFFFF"/>
    </a:custClr>
    <a:custClr name="Complex Primary - Indigo 20">
      <a:srgbClr val="C5CBD9"/>
    </a:custClr>
    <a:custClr name="Complex Primary - Stone 20">
      <a:srgbClr val="F0ECE9"/>
    </a:custClr>
    <a:custClr name="Complex Primary - Gold 20">
      <a:srgbClr val="ECD9B9"/>
    </a:custClr>
    <a:custClr name="Complex Primary - Red 20">
      <a:srgbClr val="DCBBC6"/>
    </a:custClr>
    <a:custClr name="White 9">
      <a:srgbClr val="FFFFFF"/>
    </a:custClr>
    <a:custClr name="White 10">
      <a:srgbClr val="FFFFFF"/>
    </a:custClr>
    <a:custClr name="White 11">
      <a:srgbClr val="FFFFFF"/>
    </a:custClr>
    <a:custClr name="White 12">
      <a:srgbClr val="FFFFFF"/>
    </a:custClr>
    <a:custClr name="White 13">
      <a:srgbClr val="FFFFFF"/>
    </a:custClr>
    <a:custClr name="White 14">
      <a:srgbClr val="FFFFFF"/>
    </a:custClr>
  </a:custClrLst>
  <a:extLst>
    <a:ext uri="{05A4C25C-085E-4340-85A3-A5531E510DB2}">
      <thm15:themeFamily xmlns:thm15="http://schemas.microsoft.com/office/thememl/2012/main" name="UpSlideTemplate.potx" id="{68DA6C6F-31CA-464D-9B79-470A4C7B2301}" vid="{52A1D1E7-A89D-47BC-A486-A30451C6F60B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.potx" id="{68DA6C6F-31CA-464D-9B79-470A4C7B2301}" vid="{41E9502D-2D2C-4843-A3D4-C3F863F7CE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2e9ad2-38b0-4b2b-a771-3ca98dc4e31f" xsi:nil="true"/>
    <lcf76f155ced4ddcb4097134ff3c332f xmlns="e5e58b11-f745-45e3-9bae-2ebf80225d1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8CE09F451044085BD20AE26165FED" ma:contentTypeVersion="16" ma:contentTypeDescription="Create a new document." ma:contentTypeScope="" ma:versionID="ea5ec3884de192e5657b873b5bc31171">
  <xsd:schema xmlns:xsd="http://www.w3.org/2001/XMLSchema" xmlns:xs="http://www.w3.org/2001/XMLSchema" xmlns:p="http://schemas.microsoft.com/office/2006/metadata/properties" xmlns:ns2="e5e58b11-f745-45e3-9bae-2ebf80225d14" xmlns:ns3="ad2e9ad2-38b0-4b2b-a771-3ca98dc4e31f" targetNamespace="http://schemas.microsoft.com/office/2006/metadata/properties" ma:root="true" ma:fieldsID="5d50d7807bd054a330dd5096dacbba96" ns2:_="" ns3:_="">
    <xsd:import namespace="e5e58b11-f745-45e3-9bae-2ebf80225d14"/>
    <xsd:import namespace="ad2e9ad2-38b0-4b2b-a771-3ca98dc4e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8b11-f745-45e3-9bae-2ebf80225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fa8fefb-ed0e-4221-9c26-4a6e70b36b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e9ad2-38b0-4b2b-a771-3ca98dc4e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1f2dbb6-e95f-4679-99e3-73a6037aa878}" ma:internalName="TaxCatchAll" ma:showField="CatchAllData" ma:web="ad2e9ad2-38b0-4b2b-a771-3ca98dc4e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C1E07B-7C66-4E67-AC0D-86292B51408F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e5e58b11-f745-45e3-9bae-2ebf80225d14"/>
    <ds:schemaRef ds:uri="http://purl.org/dc/dcmitype/"/>
    <ds:schemaRef ds:uri="http://purl.org/dc/terms/"/>
    <ds:schemaRef ds:uri="http://schemas.microsoft.com/office/infopath/2007/PartnerControls"/>
    <ds:schemaRef ds:uri="ad2e9ad2-38b0-4b2b-a771-3ca98dc4e31f"/>
  </ds:schemaRefs>
</ds:datastoreItem>
</file>

<file path=customXml/itemProps2.xml><?xml version="1.0" encoding="utf-8"?>
<ds:datastoreItem xmlns:ds="http://schemas.openxmlformats.org/officeDocument/2006/customXml" ds:itemID="{B02A23DA-6914-4BED-AE3D-B1F008B0C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67E51-1EC9-4187-8B46-47C25FAE4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58b11-f745-45e3-9bae-2ebf80225d14"/>
    <ds:schemaRef ds:uri="ad2e9ad2-38b0-4b2b-a771-3ca98dc4e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0</TotalTime>
  <Words>2272</Words>
  <Application>Microsoft Office PowerPoint</Application>
  <PresentationFormat>A4 Paper (210x297 mm)</PresentationFormat>
  <Paragraphs>328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Wingdings</vt:lpstr>
      <vt:lpstr>Calluna Lght</vt:lpstr>
      <vt:lpstr>Arial</vt:lpstr>
      <vt:lpstr>Helvetica</vt:lpstr>
      <vt:lpstr>Source Sans Pro</vt:lpstr>
      <vt:lpstr>Garamond</vt:lpstr>
      <vt:lpstr>Calibri</vt:lpstr>
      <vt:lpstr>Calluna</vt:lpstr>
      <vt:lpstr>Rothschild and Co - UpSlide</vt:lpstr>
      <vt:lpstr>UpSlide Table Of Content Master (do not edit)</vt:lpstr>
      <vt:lpstr>Power &amp; Utilities</vt:lpstr>
      <vt:lpstr>Contents</vt:lpstr>
      <vt:lpstr>The team</vt:lpstr>
      <vt:lpstr>About the team</vt:lpstr>
      <vt:lpstr>PowerPoint Presentation</vt:lpstr>
      <vt:lpstr>Where does electricity come from - and what does it cost?</vt:lpstr>
      <vt:lpstr>How realised power prices can vary</vt:lpstr>
      <vt:lpstr>Gas sets the price - and the bill</vt:lpstr>
      <vt:lpstr>The kinds of utility – and what each does</vt:lpstr>
      <vt:lpstr>Power-equipment companies, and what each does</vt:lpstr>
      <vt:lpstr>Hydrogen &amp; fuel cells: the cost gap</vt:lpstr>
      <vt:lpstr>PowerPoint Presentation</vt:lpstr>
      <vt:lpstr>Renewables reshape prices — flexibility wins</vt:lpstr>
      <vt:lpstr>Are renewables cheaper than fossil fuels?</vt:lpstr>
      <vt:lpstr>Power demand is surging, and prices with it</vt:lpstr>
      <vt:lpstr>The grid supercycle re-rates the networks</vt:lpstr>
      <vt:lpstr>The rise of behind-the-meter power</vt:lpstr>
      <vt:lpstr>PowerPoint Presentation</vt:lpstr>
      <vt:lpstr>Where to invest: choose your exposure</vt:lpstr>
      <vt:lpstr>Subsector valuation multiples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HurtP</dc:creator>
  <cp:lastModifiedBy>Hill, Fred</cp:lastModifiedBy>
  <cp:revision>200</cp:revision>
  <cp:lastPrinted>2025-10-03T13:45:16Z</cp:lastPrinted>
  <dcterms:created xsi:type="dcterms:W3CDTF">2023-06-09T08:25:27Z</dcterms:created>
  <dcterms:modified xsi:type="dcterms:W3CDTF">2026-06-22T13:18:55Z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0x0101004C78CE09F451044085BD20AE26165FED</vt:lpwstr>
  </property>
  <property fmtid="{D5CDD505-2E9C-101B-9397-08002B2CF9AE}" pid="3" name="MSIP_Label_2c41beea-183a-4bbd-804d-ee672b323e77_Enabled">
    <vt:lpwstr>true</vt:lpwstr>
  </property>
  <property fmtid="{D5CDD505-2E9C-101B-9397-08002B2CF9AE}" pid="4" name="MSIP_Label_2c41beea-183a-4bbd-804d-ee672b323e77_SetDate">
    <vt:lpwstr>2019-08-28T15:27:53Z</vt:lpwstr>
  </property>
  <property fmtid="{D5CDD505-2E9C-101B-9397-08002B2CF9AE}" pid="5" name="MSIP_Label_2c41beea-183a-4bbd-804d-ee672b323e77_Method">
    <vt:lpwstr>Standard</vt:lpwstr>
  </property>
  <property fmtid="{D5CDD505-2E9C-101B-9397-08002B2CF9AE}" pid="6" name="MSIP_Label_2c41beea-183a-4bbd-804d-ee672b323e77_Name">
    <vt:lpwstr>General</vt:lpwstr>
  </property>
  <property fmtid="{D5CDD505-2E9C-101B-9397-08002B2CF9AE}" pid="7" name="MSIP_Label_2c41beea-183a-4bbd-804d-ee672b323e77_SiteId">
    <vt:lpwstr>6988521a-2747-41f4-bc3a-af5addc051da</vt:lpwstr>
  </property>
  <property fmtid="{D5CDD505-2E9C-101B-9397-08002B2CF9AE}" pid="8" name="MSIP_Label_2c41beea-183a-4bbd-804d-ee672b323e77_ActionId">
    <vt:lpwstr>cbcca772-b17b-4765-9ad0-0000bf221de4</vt:lpwstr>
  </property>
  <property fmtid="{D5CDD505-2E9C-101B-9397-08002B2CF9AE}" pid="9" name="MSIP_Label_2c41beea-183a-4bbd-804d-ee672b323e77_ContentBits">
    <vt:lpwstr>0</vt:lpwstr>
  </property>
  <property fmtid="{D5CDD505-2E9C-101B-9397-08002B2CF9AE}" pid="10" name="_dlc_DocIdItemGuid">
    <vt:lpwstr>9482e16a-3577-434a-8885-94d490f0ed7c</vt:lpwstr>
  </property>
  <property fmtid="{D5CDD505-2E9C-101B-9397-08002B2CF9AE}" pid="11" name="MediaServiceImageTags">
    <vt:lpwstr/>
  </property>
  <property fmtid="{D5CDD505-2E9C-101B-9397-08002B2CF9AE}" pid="12" name="RTHDocumentSensitivity">
    <vt:lpwstr>Public</vt:lpwstr>
  </property>
  <property fmtid="{D5CDD505-2E9C-101B-9397-08002B2CF9AE}" pid="13" name="RTHDocumentSensitivityFR">
    <vt:lpwstr>Public</vt:lpwstr>
  </property>
  <property fmtid="{D5CDD505-2E9C-101B-9397-08002B2CF9AE}" pid="14" name="MSIP_Label_27f19db2-d867-48b1-bee5-621b02f2470f_Enabled">
    <vt:lpwstr>true</vt:lpwstr>
  </property>
  <property fmtid="{D5CDD505-2E9C-101B-9397-08002B2CF9AE}" pid="15" name="MSIP_Label_27f19db2-d867-48b1-bee5-621b02f2470f_SetDate">
    <vt:lpwstr>2025-11-06T09:09:14Z</vt:lpwstr>
  </property>
  <property fmtid="{D5CDD505-2E9C-101B-9397-08002B2CF9AE}" pid="16" name="MSIP_Label_27f19db2-d867-48b1-bee5-621b02f2470f_Method">
    <vt:lpwstr>Privileged</vt:lpwstr>
  </property>
  <property fmtid="{D5CDD505-2E9C-101B-9397-08002B2CF9AE}" pid="17" name="MSIP_Label_27f19db2-d867-48b1-bee5-621b02f2470f_Name">
    <vt:lpwstr>RAndCoConfidentialMarked</vt:lpwstr>
  </property>
  <property fmtid="{D5CDD505-2E9C-101B-9397-08002B2CF9AE}" pid="18" name="MSIP_Label_27f19db2-d867-48b1-bee5-621b02f2470f_SiteId">
    <vt:lpwstr>a3a61790-e8ca-448a-b1be-e046da74a581</vt:lpwstr>
  </property>
  <property fmtid="{D5CDD505-2E9C-101B-9397-08002B2CF9AE}" pid="19" name="MSIP_Label_27f19db2-d867-48b1-bee5-621b02f2470f_ActionId">
    <vt:lpwstr>5c666d73-7486-43d3-bc43-12d4c2f3b154</vt:lpwstr>
  </property>
  <property fmtid="{D5CDD505-2E9C-101B-9397-08002B2CF9AE}" pid="20" name="MSIP_Label_27f19db2-d867-48b1-bee5-621b02f2470f_ContentBits">
    <vt:lpwstr>2</vt:lpwstr>
  </property>
  <property fmtid="{D5CDD505-2E9C-101B-9397-08002B2CF9AE}" pid="21" name="MSIP_Label_27f19db2-d867-48b1-bee5-621b02f2470f_Tag">
    <vt:lpwstr>10, 0, 1, 1</vt:lpwstr>
  </property>
  <property fmtid="{D5CDD505-2E9C-101B-9397-08002B2CF9AE}" pid="22" name="ClassificationContentMarkingFooterLocations">
    <vt:lpwstr>Rothschild and Co - UpSlide:9\UpSlide Table Of Content Master (do not edit):5</vt:lpwstr>
  </property>
  <property fmtid="{D5CDD505-2E9C-101B-9397-08002B2CF9AE}" pid="23" name="ClassificationContentMarkingFooterText">
    <vt:lpwstr>Confidential</vt:lpwstr>
  </property>
</Properties>
</file>