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Data as of 21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self-contained snapshot (no live links)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pic>
        <p:nvPicPr>
          <p:cNvPr id="6" name="Picture 5" descr="fig1_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pic>
        <p:nvPicPr>
          <p:cNvPr id="8" name="Picture 7" descr="fig3_an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pic>
        <p:nvPicPr>
          <p:cNvPr id="6" name="Picture 5" descr="fig3_cumneg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pic>
        <p:nvPicPr>
          <p:cNvPr id="8" name="Picture 7" descr="fig6_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865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pic>
        <p:nvPicPr>
          <p:cNvPr id="6" name="Picture 5" descr="fig2_intrada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pic>
        <p:nvPicPr>
          <p:cNvPr id="8" name="Picture 7" descr="fig4_duration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pic>
        <p:nvPicPr>
          <p:cNvPr id="6" name="Picture 5" descr="fig7_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526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pic>
        <p:nvPicPr>
          <p:cNvPr id="6" name="Picture 5" descr="fig5_capture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pic>
        <p:nvPicPr>
          <p:cNvPr id="6" name="Picture 5" descr="fig9_capacit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pic>
        <p:nvPicPr>
          <p:cNvPr id="6" name="Picture 5" descr="spain_intra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pic>
        <p:nvPicPr>
          <p:cNvPr id="8" name="Picture 7" descr="germany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pic>
        <p:nvPicPr>
          <p:cNvPr id="6" name="Picture 5" descr="portugal_cap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pic>
        <p:nvPicPr>
          <p:cNvPr id="8" name="Picture 7" descr="spain_cumn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pic>
        <p:nvPicPr>
          <p:cNvPr id="6" name="Picture 5" descr="g1_solar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pic>
        <p:nvPicPr>
          <p:cNvPr id="8" name="Picture 7" descr="g2_month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pic>
        <p:nvPicPr>
          <p:cNvPr id="6" name="Picture 5" descr="A_monthl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pic>
        <p:nvPicPr>
          <p:cNvPr id="8" name="Picture 7" descr="B_pene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pic>
        <p:nvPicPr>
          <p:cNvPr id="6" name="Picture 5" descr="C_capture_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pic>
        <p:nvPicPr>
          <p:cNvPr id="8" name="Picture 7" descr="D_netload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